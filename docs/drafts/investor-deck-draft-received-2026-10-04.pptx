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41"/>
  </p:notesMasterIdLst>
  <p:sldIdLst>
    <p:sldId id="644" r:id="rId5"/>
    <p:sldId id="648" r:id="rId6"/>
    <p:sldId id="650" r:id="rId7"/>
    <p:sldId id="651" r:id="rId8"/>
    <p:sldId id="654" r:id="rId9"/>
    <p:sldId id="658" r:id="rId10"/>
    <p:sldId id="653" r:id="rId11"/>
    <p:sldId id="655" r:id="rId12"/>
    <p:sldId id="646" r:id="rId13"/>
    <p:sldId id="656" r:id="rId14"/>
    <p:sldId id="657" r:id="rId15"/>
    <p:sldId id="647" r:id="rId16"/>
    <p:sldId id="645" r:id="rId17"/>
    <p:sldId id="568" r:id="rId18"/>
    <p:sldId id="617" r:id="rId19"/>
    <p:sldId id="551" r:id="rId20"/>
    <p:sldId id="640" r:id="rId21"/>
    <p:sldId id="618" r:id="rId22"/>
    <p:sldId id="622" r:id="rId23"/>
    <p:sldId id="579" r:id="rId24"/>
    <p:sldId id="633" r:id="rId25"/>
    <p:sldId id="636" r:id="rId26"/>
    <p:sldId id="634" r:id="rId27"/>
    <p:sldId id="560" r:id="rId28"/>
    <p:sldId id="623" r:id="rId29"/>
    <p:sldId id="583" r:id="rId30"/>
    <p:sldId id="639" r:id="rId31"/>
    <p:sldId id="586" r:id="rId32"/>
    <p:sldId id="626" r:id="rId33"/>
    <p:sldId id="627" r:id="rId34"/>
    <p:sldId id="624" r:id="rId35"/>
    <p:sldId id="574" r:id="rId36"/>
    <p:sldId id="638" r:id="rId37"/>
    <p:sldId id="641" r:id="rId38"/>
    <p:sldId id="643" r:id="rId39"/>
    <p:sldId id="258" r:id="rId40"/>
  </p:sldIdLst>
  <p:sldSz cx="9144000" cy="5143500" type="screen16x9"/>
  <p:notesSz cx="7315200" cy="9601200"/>
  <p:embeddedFontLst>
    <p:embeddedFont>
      <p:font typeface="Cambria" panose="02040503050406030204" pitchFamily="18" charset="0"/>
      <p:regular r:id="rId42"/>
      <p:bold r:id="rId43"/>
      <p:italic r:id="rId44"/>
      <p:boldItalic r:id="rId45"/>
    </p:embeddedFont>
    <p:embeddedFont>
      <p:font typeface="Garamond" panose="02020404030301010803" pitchFamily="18" charset="0"/>
      <p:regular r:id="rId46"/>
      <p:bold r:id="rId47"/>
      <p:italic r:id="rId48"/>
    </p:embeddedFont>
    <p:embeddedFont>
      <p:font typeface="Helvetica Neue" panose="020B060402020202020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E9EBF5"/>
    <a:srgbClr val="6A6A6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59" autoAdjust="0"/>
    <p:restoredTop sz="94404" autoAdjust="0"/>
  </p:normalViewPr>
  <p:slideViewPr>
    <p:cSldViewPr snapToGrid="0">
      <p:cViewPr>
        <p:scale>
          <a:sx n="100" d="100"/>
          <a:sy n="100" d="100"/>
        </p:scale>
        <p:origin x="428" y="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20" Type="http://schemas.openxmlformats.org/officeDocument/2006/relationships/slide" Target="slides/slide16.xml"/><Relationship Id="rId41" Type="http://schemas.openxmlformats.org/officeDocument/2006/relationships/notesMaster" Target="notesMasters/notesMaster1.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ie Ledley" userId="4fd6789a-5b68-4c67-b2dd-741fccd174a7" providerId="ADAL" clId="{ADEF4E80-B48C-4EE4-8026-C9587D54C67A}"/>
    <pc:docChg chg="undo redo custSel modSld">
      <pc:chgData name="Charlie Ledley" userId="4fd6789a-5b68-4c67-b2dd-741fccd174a7" providerId="ADAL" clId="{ADEF4E80-B48C-4EE4-8026-C9587D54C67A}" dt="2026-10-04T21:01:42.444" v="693" actId="6549"/>
      <pc:docMkLst>
        <pc:docMk/>
      </pc:docMkLst>
      <pc:sldChg chg="modSp mod">
        <pc:chgData name="Charlie Ledley" userId="4fd6789a-5b68-4c67-b2dd-741fccd174a7" providerId="ADAL" clId="{ADEF4E80-B48C-4EE4-8026-C9587D54C67A}" dt="2026-10-04T21:01:42.444" v="693" actId="6549"/>
        <pc:sldMkLst>
          <pc:docMk/>
          <pc:sldMk cId="4062190079" sldId="648"/>
        </pc:sldMkLst>
        <pc:spChg chg="mod">
          <ac:chgData name="Charlie Ledley" userId="4fd6789a-5b68-4c67-b2dd-741fccd174a7" providerId="ADAL" clId="{ADEF4E80-B48C-4EE4-8026-C9587D54C67A}" dt="2026-10-04T21:01:42.444" v="693" actId="6549"/>
          <ac:spMkLst>
            <pc:docMk/>
            <pc:sldMk cId="4062190079" sldId="648"/>
            <ac:spMk id="3" creationId="{59E9FF5C-E87E-0710-63E6-7880065F6CD6}"/>
          </ac:spMkLst>
        </pc:spChg>
      </pc:sldChg>
    </pc:docChg>
  </pc:docChgLst>
  <pc:docChgLst>
    <pc:chgData name="Jeffrey Begley" userId="564f9d2a-7ee5-456c-b7e6-c2bc7973e706" providerId="ADAL" clId="{8A4155C2-D434-4B57-874E-5A12940C5C46}"/>
    <pc:docChg chg="addSld modSld sldOrd">
      <pc:chgData name="Jeffrey Begley" userId="564f9d2a-7ee5-456c-b7e6-c2bc7973e706" providerId="ADAL" clId="{8A4155C2-D434-4B57-874E-5A12940C5C46}" dt="2026-10-02T19:46:10.866" v="21"/>
      <pc:docMkLst>
        <pc:docMk/>
      </pc:docMkLst>
      <pc:sldChg chg="add">
        <pc:chgData name="Jeffrey Begley" userId="564f9d2a-7ee5-456c-b7e6-c2bc7973e706" providerId="ADAL" clId="{8A4155C2-D434-4B57-874E-5A12940C5C46}" dt="2026-10-02T17:05:34.076" v="0"/>
        <pc:sldMkLst>
          <pc:docMk/>
          <pc:sldMk cId="1441823268" sldId="644"/>
        </pc:sldMkLst>
      </pc:sldChg>
      <pc:sldChg chg="modSp add">
        <pc:chgData name="Jeffrey Begley" userId="564f9d2a-7ee5-456c-b7e6-c2bc7973e706" providerId="ADAL" clId="{8A4155C2-D434-4B57-874E-5A12940C5C46}" dt="2026-10-02T17:06:09.304" v="3"/>
        <pc:sldMkLst>
          <pc:docMk/>
          <pc:sldMk cId="872643765" sldId="645"/>
        </pc:sldMkLst>
        <pc:spChg chg="mod">
          <ac:chgData name="Jeffrey Begley" userId="564f9d2a-7ee5-456c-b7e6-c2bc7973e706" providerId="ADAL" clId="{8A4155C2-D434-4B57-874E-5A12940C5C46}" dt="2026-10-02T17:06:09.304" v="3"/>
          <ac:spMkLst>
            <pc:docMk/>
            <pc:sldMk cId="872643765" sldId="645"/>
            <ac:spMk id="2" creationId="{A6650509-020E-1666-B198-342367D31534}"/>
          </ac:spMkLst>
        </pc:spChg>
      </pc:sldChg>
      <pc:sldChg chg="add">
        <pc:chgData name="Jeffrey Begley" userId="564f9d2a-7ee5-456c-b7e6-c2bc7973e706" providerId="ADAL" clId="{8A4155C2-D434-4B57-874E-5A12940C5C46}" dt="2026-10-02T17:06:03.477" v="2"/>
        <pc:sldMkLst>
          <pc:docMk/>
          <pc:sldMk cId="2058072837" sldId="646"/>
        </pc:sldMkLst>
      </pc:sldChg>
      <pc:sldChg chg="add">
        <pc:chgData name="Jeffrey Begley" userId="564f9d2a-7ee5-456c-b7e6-c2bc7973e706" providerId="ADAL" clId="{8A4155C2-D434-4B57-874E-5A12940C5C46}" dt="2026-10-02T17:06:24.262" v="4"/>
        <pc:sldMkLst>
          <pc:docMk/>
          <pc:sldMk cId="917093112" sldId="647"/>
        </pc:sldMkLst>
      </pc:sldChg>
      <pc:sldChg chg="add">
        <pc:chgData name="Jeffrey Begley" userId="564f9d2a-7ee5-456c-b7e6-c2bc7973e706" providerId="ADAL" clId="{8A4155C2-D434-4B57-874E-5A12940C5C46}" dt="2026-10-02T17:06:28.606" v="5"/>
        <pc:sldMkLst>
          <pc:docMk/>
          <pc:sldMk cId="4062190079" sldId="648"/>
        </pc:sldMkLst>
      </pc:sldChg>
      <pc:sldChg chg="modSp add">
        <pc:chgData name="Jeffrey Begley" userId="564f9d2a-7ee5-456c-b7e6-c2bc7973e706" providerId="ADAL" clId="{8A4155C2-D434-4B57-874E-5A12940C5C46}" dt="2026-10-02T19:44:49.146" v="20"/>
        <pc:sldMkLst>
          <pc:docMk/>
          <pc:sldMk cId="1599253793" sldId="650"/>
        </pc:sldMkLst>
        <pc:spChg chg="mod">
          <ac:chgData name="Jeffrey Begley" userId="564f9d2a-7ee5-456c-b7e6-c2bc7973e706" providerId="ADAL" clId="{8A4155C2-D434-4B57-874E-5A12940C5C46}" dt="2026-10-02T19:44:49.146" v="20"/>
          <ac:spMkLst>
            <pc:docMk/>
            <pc:sldMk cId="1599253793" sldId="650"/>
            <ac:spMk id="13" creationId="{7FB40EB5-57CE-1C02-A724-CF4BFA1DFDA0}"/>
          </ac:spMkLst>
        </pc:spChg>
      </pc:sldChg>
      <pc:sldChg chg="add ord">
        <pc:chgData name="Jeffrey Begley" userId="564f9d2a-7ee5-456c-b7e6-c2bc7973e706" providerId="ADAL" clId="{8A4155C2-D434-4B57-874E-5A12940C5C46}" dt="2026-10-02T17:19:54.005" v="12"/>
        <pc:sldMkLst>
          <pc:docMk/>
          <pc:sldMk cId="434232803" sldId="651"/>
        </pc:sldMkLst>
      </pc:sldChg>
      <pc:sldChg chg="add">
        <pc:chgData name="Jeffrey Begley" userId="564f9d2a-7ee5-456c-b7e6-c2bc7973e706" providerId="ADAL" clId="{8A4155C2-D434-4B57-874E-5A12940C5C46}" dt="2026-10-02T17:19:15.202" v="10"/>
        <pc:sldMkLst>
          <pc:docMk/>
          <pc:sldMk cId="2318539374" sldId="653"/>
        </pc:sldMkLst>
      </pc:sldChg>
      <pc:sldChg chg="add">
        <pc:chgData name="Jeffrey Begley" userId="564f9d2a-7ee5-456c-b7e6-c2bc7973e706" providerId="ADAL" clId="{8A4155C2-D434-4B57-874E-5A12940C5C46}" dt="2026-10-02T17:19:44.889" v="11"/>
        <pc:sldMkLst>
          <pc:docMk/>
          <pc:sldMk cId="3608301468" sldId="654"/>
        </pc:sldMkLst>
      </pc:sldChg>
      <pc:sldChg chg="add">
        <pc:chgData name="Jeffrey Begley" userId="564f9d2a-7ee5-456c-b7e6-c2bc7973e706" providerId="ADAL" clId="{8A4155C2-D434-4B57-874E-5A12940C5C46}" dt="2026-10-02T19:25:34.592" v="16"/>
        <pc:sldMkLst>
          <pc:docMk/>
          <pc:sldMk cId="2542225722" sldId="655"/>
        </pc:sldMkLst>
      </pc:sldChg>
      <pc:sldChg chg="add ord">
        <pc:chgData name="Jeffrey Begley" userId="564f9d2a-7ee5-456c-b7e6-c2bc7973e706" providerId="ADAL" clId="{8A4155C2-D434-4B57-874E-5A12940C5C46}" dt="2026-10-02T19:27:44.378" v="18"/>
        <pc:sldMkLst>
          <pc:docMk/>
          <pc:sldMk cId="3885195798" sldId="656"/>
        </pc:sldMkLst>
      </pc:sldChg>
      <pc:sldChg chg="add">
        <pc:chgData name="Jeffrey Begley" userId="564f9d2a-7ee5-456c-b7e6-c2bc7973e706" providerId="ADAL" clId="{8A4155C2-D434-4B57-874E-5A12940C5C46}" dt="2026-10-02T19:29:27.319" v="19"/>
        <pc:sldMkLst>
          <pc:docMk/>
          <pc:sldMk cId="1449410210" sldId="657"/>
        </pc:sldMkLst>
      </pc:sldChg>
      <pc:sldChg chg="add">
        <pc:chgData name="Jeffrey Begley" userId="564f9d2a-7ee5-456c-b7e6-c2bc7973e706" providerId="ADAL" clId="{8A4155C2-D434-4B57-874E-5A12940C5C46}" dt="2026-10-02T19:46:10.866" v="21"/>
        <pc:sldMkLst>
          <pc:docMk/>
          <pc:sldMk cId="1887331666" sldId="65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liminalitycapital-my.sharepoint.com/personal/jeffrey_liminalitycapital_com/Documents/FIXED%20INCOME%20RV/GENERICS_Template_v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liminalitycapital-my.sharepoint.com/personal/jeffrey_liminalitycapital_com/Documents/FIXED%20INCOME%20RV/GENERICS_Template_v3.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'JMB_Coups(FEBGEN)_Charts'!$BY$21</c:f>
              <c:strCache>
                <c:ptCount val="1"/>
                <c:pt idx="0">
                  <c:v>~5.75y</c:v>
                </c:pt>
              </c:strCache>
            </c:strRef>
          </c:tx>
          <c:spPr>
            <a:ln w="28575" cap="rnd">
              <a:solidFill>
                <a:schemeClr val="accent1"/>
              </a:solidFill>
              <a:round/>
            </a:ln>
            <a:effectLst/>
          </c:spPr>
          <c:marker>
            <c:symbol val="none"/>
          </c:marker>
          <c:dLbls>
            <c:dLbl>
              <c:idx val="3809"/>
              <c:layout>
                <c:manualLayout>
                  <c:x val="0"/>
                  <c:y val="2.54483093739614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0FC-4A75-9240-BDACF819BC29}"/>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Garamond" panose="020204040303010108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'JMB_Coups(FEBGEN)_Charts'!$BX$22:$BX$3845</c:f>
              <c:numCache>
                <c:formatCode>m/d/yyyy</c:formatCode>
                <c:ptCount val="3824"/>
                <c:pt idx="0">
                  <c:v>40182</c:v>
                </c:pt>
                <c:pt idx="1">
                  <c:v>40183</c:v>
                </c:pt>
                <c:pt idx="2">
                  <c:v>40184</c:v>
                </c:pt>
                <c:pt idx="3">
                  <c:v>40185</c:v>
                </c:pt>
                <c:pt idx="4">
                  <c:v>40186</c:v>
                </c:pt>
                <c:pt idx="5">
                  <c:v>40189</c:v>
                </c:pt>
                <c:pt idx="6">
                  <c:v>40190</c:v>
                </c:pt>
                <c:pt idx="7">
                  <c:v>40191</c:v>
                </c:pt>
                <c:pt idx="8">
                  <c:v>40192</c:v>
                </c:pt>
                <c:pt idx="9">
                  <c:v>40193</c:v>
                </c:pt>
                <c:pt idx="10">
                  <c:v>40197</c:v>
                </c:pt>
                <c:pt idx="11">
                  <c:v>40198</c:v>
                </c:pt>
                <c:pt idx="12">
                  <c:v>40199</c:v>
                </c:pt>
                <c:pt idx="13">
                  <c:v>40200</c:v>
                </c:pt>
                <c:pt idx="14">
                  <c:v>40203</c:v>
                </c:pt>
                <c:pt idx="15">
                  <c:v>40204</c:v>
                </c:pt>
                <c:pt idx="16">
                  <c:v>40205</c:v>
                </c:pt>
                <c:pt idx="17">
                  <c:v>40206</c:v>
                </c:pt>
                <c:pt idx="18">
                  <c:v>40207</c:v>
                </c:pt>
                <c:pt idx="19">
                  <c:v>40210</c:v>
                </c:pt>
                <c:pt idx="20">
                  <c:v>40211</c:v>
                </c:pt>
                <c:pt idx="21">
                  <c:v>40212</c:v>
                </c:pt>
                <c:pt idx="22">
                  <c:v>40213</c:v>
                </c:pt>
                <c:pt idx="23">
                  <c:v>40214</c:v>
                </c:pt>
                <c:pt idx="24">
                  <c:v>40217</c:v>
                </c:pt>
                <c:pt idx="25">
                  <c:v>40218</c:v>
                </c:pt>
                <c:pt idx="26">
                  <c:v>40219</c:v>
                </c:pt>
                <c:pt idx="27">
                  <c:v>40220</c:v>
                </c:pt>
                <c:pt idx="28">
                  <c:v>40221</c:v>
                </c:pt>
                <c:pt idx="29">
                  <c:v>40225</c:v>
                </c:pt>
                <c:pt idx="30">
                  <c:v>40226</c:v>
                </c:pt>
                <c:pt idx="31">
                  <c:v>40227</c:v>
                </c:pt>
                <c:pt idx="32">
                  <c:v>40228</c:v>
                </c:pt>
                <c:pt idx="33">
                  <c:v>40231</c:v>
                </c:pt>
                <c:pt idx="34">
                  <c:v>40232</c:v>
                </c:pt>
                <c:pt idx="35">
                  <c:v>40233</c:v>
                </c:pt>
                <c:pt idx="36">
                  <c:v>40234</c:v>
                </c:pt>
                <c:pt idx="37">
                  <c:v>40235</c:v>
                </c:pt>
                <c:pt idx="38">
                  <c:v>40238</c:v>
                </c:pt>
                <c:pt idx="39">
                  <c:v>40239</c:v>
                </c:pt>
                <c:pt idx="40">
                  <c:v>40240</c:v>
                </c:pt>
                <c:pt idx="41">
                  <c:v>40241</c:v>
                </c:pt>
                <c:pt idx="42">
                  <c:v>40242</c:v>
                </c:pt>
                <c:pt idx="43">
                  <c:v>40245</c:v>
                </c:pt>
                <c:pt idx="44">
                  <c:v>40246</c:v>
                </c:pt>
                <c:pt idx="45">
                  <c:v>40247</c:v>
                </c:pt>
                <c:pt idx="46">
                  <c:v>40248</c:v>
                </c:pt>
                <c:pt idx="47">
                  <c:v>40249</c:v>
                </c:pt>
                <c:pt idx="48">
                  <c:v>40252</c:v>
                </c:pt>
                <c:pt idx="49">
                  <c:v>40253</c:v>
                </c:pt>
                <c:pt idx="50">
                  <c:v>40254</c:v>
                </c:pt>
                <c:pt idx="51">
                  <c:v>40255</c:v>
                </c:pt>
                <c:pt idx="52">
                  <c:v>40256</c:v>
                </c:pt>
                <c:pt idx="53">
                  <c:v>40259</c:v>
                </c:pt>
                <c:pt idx="54">
                  <c:v>40260</c:v>
                </c:pt>
                <c:pt idx="55">
                  <c:v>40261</c:v>
                </c:pt>
                <c:pt idx="56">
                  <c:v>40262</c:v>
                </c:pt>
                <c:pt idx="57">
                  <c:v>40263</c:v>
                </c:pt>
                <c:pt idx="58">
                  <c:v>40266</c:v>
                </c:pt>
                <c:pt idx="59">
                  <c:v>40267</c:v>
                </c:pt>
                <c:pt idx="60">
                  <c:v>40273</c:v>
                </c:pt>
                <c:pt idx="61">
                  <c:v>40274</c:v>
                </c:pt>
                <c:pt idx="62">
                  <c:v>40275</c:v>
                </c:pt>
                <c:pt idx="63">
                  <c:v>40276</c:v>
                </c:pt>
                <c:pt idx="64">
                  <c:v>40277</c:v>
                </c:pt>
                <c:pt idx="65">
                  <c:v>40280</c:v>
                </c:pt>
                <c:pt idx="66">
                  <c:v>40281</c:v>
                </c:pt>
                <c:pt idx="67">
                  <c:v>40282</c:v>
                </c:pt>
                <c:pt idx="68">
                  <c:v>40283</c:v>
                </c:pt>
                <c:pt idx="69">
                  <c:v>40284</c:v>
                </c:pt>
                <c:pt idx="70">
                  <c:v>40287</c:v>
                </c:pt>
                <c:pt idx="71">
                  <c:v>40288</c:v>
                </c:pt>
                <c:pt idx="72">
                  <c:v>40289</c:v>
                </c:pt>
                <c:pt idx="73">
                  <c:v>40290</c:v>
                </c:pt>
                <c:pt idx="74">
                  <c:v>40291</c:v>
                </c:pt>
                <c:pt idx="75">
                  <c:v>40294</c:v>
                </c:pt>
                <c:pt idx="76">
                  <c:v>40295</c:v>
                </c:pt>
                <c:pt idx="77">
                  <c:v>40296</c:v>
                </c:pt>
                <c:pt idx="78">
                  <c:v>40297</c:v>
                </c:pt>
                <c:pt idx="79">
                  <c:v>40298</c:v>
                </c:pt>
                <c:pt idx="80">
                  <c:v>40301</c:v>
                </c:pt>
                <c:pt idx="81">
                  <c:v>40302</c:v>
                </c:pt>
                <c:pt idx="82">
                  <c:v>40303</c:v>
                </c:pt>
                <c:pt idx="83">
                  <c:v>40304</c:v>
                </c:pt>
                <c:pt idx="84">
                  <c:v>40305</c:v>
                </c:pt>
                <c:pt idx="85">
                  <c:v>40308</c:v>
                </c:pt>
                <c:pt idx="86">
                  <c:v>40309</c:v>
                </c:pt>
                <c:pt idx="87">
                  <c:v>40310</c:v>
                </c:pt>
                <c:pt idx="88">
                  <c:v>40311</c:v>
                </c:pt>
                <c:pt idx="89">
                  <c:v>40312</c:v>
                </c:pt>
                <c:pt idx="90">
                  <c:v>40315</c:v>
                </c:pt>
                <c:pt idx="91">
                  <c:v>40316</c:v>
                </c:pt>
                <c:pt idx="92">
                  <c:v>40317</c:v>
                </c:pt>
                <c:pt idx="93">
                  <c:v>40318</c:v>
                </c:pt>
                <c:pt idx="94">
                  <c:v>40319</c:v>
                </c:pt>
                <c:pt idx="95">
                  <c:v>40322</c:v>
                </c:pt>
                <c:pt idx="96">
                  <c:v>40323</c:v>
                </c:pt>
                <c:pt idx="97">
                  <c:v>40324</c:v>
                </c:pt>
                <c:pt idx="98">
                  <c:v>40325</c:v>
                </c:pt>
                <c:pt idx="99">
                  <c:v>40326</c:v>
                </c:pt>
                <c:pt idx="100">
                  <c:v>40330</c:v>
                </c:pt>
                <c:pt idx="101">
                  <c:v>40331</c:v>
                </c:pt>
                <c:pt idx="102">
                  <c:v>40332</c:v>
                </c:pt>
                <c:pt idx="103">
                  <c:v>40333</c:v>
                </c:pt>
                <c:pt idx="104">
                  <c:v>40336</c:v>
                </c:pt>
                <c:pt idx="105">
                  <c:v>40337</c:v>
                </c:pt>
                <c:pt idx="106">
                  <c:v>40338</c:v>
                </c:pt>
                <c:pt idx="107">
                  <c:v>40339</c:v>
                </c:pt>
                <c:pt idx="108">
                  <c:v>40340</c:v>
                </c:pt>
                <c:pt idx="109">
                  <c:v>40343</c:v>
                </c:pt>
                <c:pt idx="110">
                  <c:v>40344</c:v>
                </c:pt>
                <c:pt idx="111">
                  <c:v>40345</c:v>
                </c:pt>
                <c:pt idx="112">
                  <c:v>40346</c:v>
                </c:pt>
                <c:pt idx="113">
                  <c:v>40347</c:v>
                </c:pt>
                <c:pt idx="114">
                  <c:v>40350</c:v>
                </c:pt>
                <c:pt idx="115">
                  <c:v>40351</c:v>
                </c:pt>
                <c:pt idx="116">
                  <c:v>40352</c:v>
                </c:pt>
                <c:pt idx="117">
                  <c:v>40353</c:v>
                </c:pt>
                <c:pt idx="118">
                  <c:v>40354</c:v>
                </c:pt>
                <c:pt idx="119">
                  <c:v>40357</c:v>
                </c:pt>
                <c:pt idx="120">
                  <c:v>40358</c:v>
                </c:pt>
                <c:pt idx="121">
                  <c:v>40359</c:v>
                </c:pt>
                <c:pt idx="122">
                  <c:v>40360</c:v>
                </c:pt>
                <c:pt idx="123">
                  <c:v>40361</c:v>
                </c:pt>
                <c:pt idx="124">
                  <c:v>40365</c:v>
                </c:pt>
                <c:pt idx="125">
                  <c:v>40366</c:v>
                </c:pt>
                <c:pt idx="126">
                  <c:v>40367</c:v>
                </c:pt>
                <c:pt idx="127">
                  <c:v>40368</c:v>
                </c:pt>
                <c:pt idx="128">
                  <c:v>40371</c:v>
                </c:pt>
                <c:pt idx="129">
                  <c:v>40372</c:v>
                </c:pt>
                <c:pt idx="130">
                  <c:v>40373</c:v>
                </c:pt>
                <c:pt idx="131">
                  <c:v>40374</c:v>
                </c:pt>
                <c:pt idx="132">
                  <c:v>40375</c:v>
                </c:pt>
                <c:pt idx="133">
                  <c:v>40378</c:v>
                </c:pt>
                <c:pt idx="134">
                  <c:v>40379</c:v>
                </c:pt>
                <c:pt idx="135">
                  <c:v>40380</c:v>
                </c:pt>
                <c:pt idx="136">
                  <c:v>40381</c:v>
                </c:pt>
                <c:pt idx="137">
                  <c:v>40382</c:v>
                </c:pt>
                <c:pt idx="138">
                  <c:v>40385</c:v>
                </c:pt>
                <c:pt idx="139">
                  <c:v>40386</c:v>
                </c:pt>
                <c:pt idx="140">
                  <c:v>40387</c:v>
                </c:pt>
                <c:pt idx="141">
                  <c:v>40388</c:v>
                </c:pt>
                <c:pt idx="142">
                  <c:v>40389</c:v>
                </c:pt>
                <c:pt idx="143">
                  <c:v>40392</c:v>
                </c:pt>
                <c:pt idx="144">
                  <c:v>40393</c:v>
                </c:pt>
                <c:pt idx="145">
                  <c:v>40394</c:v>
                </c:pt>
                <c:pt idx="146">
                  <c:v>40395</c:v>
                </c:pt>
                <c:pt idx="147">
                  <c:v>40396</c:v>
                </c:pt>
                <c:pt idx="148">
                  <c:v>40399</c:v>
                </c:pt>
                <c:pt idx="149">
                  <c:v>40400</c:v>
                </c:pt>
                <c:pt idx="150">
                  <c:v>40401</c:v>
                </c:pt>
                <c:pt idx="151">
                  <c:v>40402</c:v>
                </c:pt>
                <c:pt idx="152">
                  <c:v>40403</c:v>
                </c:pt>
                <c:pt idx="153">
                  <c:v>40406</c:v>
                </c:pt>
                <c:pt idx="154">
                  <c:v>40407</c:v>
                </c:pt>
                <c:pt idx="155">
                  <c:v>40408</c:v>
                </c:pt>
                <c:pt idx="156">
                  <c:v>40409</c:v>
                </c:pt>
                <c:pt idx="157">
                  <c:v>40410</c:v>
                </c:pt>
                <c:pt idx="158">
                  <c:v>40413</c:v>
                </c:pt>
                <c:pt idx="159">
                  <c:v>40414</c:v>
                </c:pt>
                <c:pt idx="160">
                  <c:v>40415</c:v>
                </c:pt>
                <c:pt idx="161">
                  <c:v>40416</c:v>
                </c:pt>
                <c:pt idx="162">
                  <c:v>40417</c:v>
                </c:pt>
                <c:pt idx="163">
                  <c:v>40420</c:v>
                </c:pt>
                <c:pt idx="164">
                  <c:v>40421</c:v>
                </c:pt>
                <c:pt idx="165">
                  <c:v>40422</c:v>
                </c:pt>
                <c:pt idx="166">
                  <c:v>40423</c:v>
                </c:pt>
                <c:pt idx="167">
                  <c:v>40424</c:v>
                </c:pt>
                <c:pt idx="168">
                  <c:v>40428</c:v>
                </c:pt>
                <c:pt idx="169">
                  <c:v>40429</c:v>
                </c:pt>
                <c:pt idx="170">
                  <c:v>40430</c:v>
                </c:pt>
                <c:pt idx="171">
                  <c:v>40431</c:v>
                </c:pt>
                <c:pt idx="172">
                  <c:v>40434</c:v>
                </c:pt>
                <c:pt idx="173">
                  <c:v>40435</c:v>
                </c:pt>
                <c:pt idx="174">
                  <c:v>40436</c:v>
                </c:pt>
                <c:pt idx="175">
                  <c:v>40437</c:v>
                </c:pt>
                <c:pt idx="176">
                  <c:v>40438</c:v>
                </c:pt>
                <c:pt idx="177">
                  <c:v>40441</c:v>
                </c:pt>
                <c:pt idx="178">
                  <c:v>40442</c:v>
                </c:pt>
                <c:pt idx="179">
                  <c:v>40443</c:v>
                </c:pt>
                <c:pt idx="180">
                  <c:v>40444</c:v>
                </c:pt>
                <c:pt idx="181">
                  <c:v>40445</c:v>
                </c:pt>
                <c:pt idx="182">
                  <c:v>40448</c:v>
                </c:pt>
                <c:pt idx="183">
                  <c:v>40449</c:v>
                </c:pt>
                <c:pt idx="184">
                  <c:v>40450</c:v>
                </c:pt>
                <c:pt idx="185">
                  <c:v>40451</c:v>
                </c:pt>
                <c:pt idx="186">
                  <c:v>40452</c:v>
                </c:pt>
                <c:pt idx="187">
                  <c:v>40455</c:v>
                </c:pt>
                <c:pt idx="188">
                  <c:v>40456</c:v>
                </c:pt>
                <c:pt idx="189">
                  <c:v>40457</c:v>
                </c:pt>
                <c:pt idx="190">
                  <c:v>40458</c:v>
                </c:pt>
                <c:pt idx="191">
                  <c:v>40459</c:v>
                </c:pt>
                <c:pt idx="192">
                  <c:v>40463</c:v>
                </c:pt>
                <c:pt idx="193">
                  <c:v>40464</c:v>
                </c:pt>
                <c:pt idx="194">
                  <c:v>40465</c:v>
                </c:pt>
                <c:pt idx="195">
                  <c:v>40466</c:v>
                </c:pt>
                <c:pt idx="196">
                  <c:v>40469</c:v>
                </c:pt>
                <c:pt idx="197">
                  <c:v>40470</c:v>
                </c:pt>
                <c:pt idx="198">
                  <c:v>40471</c:v>
                </c:pt>
                <c:pt idx="199">
                  <c:v>40472</c:v>
                </c:pt>
                <c:pt idx="200">
                  <c:v>40473</c:v>
                </c:pt>
                <c:pt idx="201">
                  <c:v>40476</c:v>
                </c:pt>
                <c:pt idx="202">
                  <c:v>40477</c:v>
                </c:pt>
                <c:pt idx="203">
                  <c:v>40478</c:v>
                </c:pt>
                <c:pt idx="204">
                  <c:v>40479</c:v>
                </c:pt>
                <c:pt idx="205">
                  <c:v>40480</c:v>
                </c:pt>
                <c:pt idx="206">
                  <c:v>40483</c:v>
                </c:pt>
                <c:pt idx="207">
                  <c:v>40484</c:v>
                </c:pt>
                <c:pt idx="208">
                  <c:v>40485</c:v>
                </c:pt>
                <c:pt idx="209">
                  <c:v>40486</c:v>
                </c:pt>
                <c:pt idx="210">
                  <c:v>40487</c:v>
                </c:pt>
                <c:pt idx="211">
                  <c:v>40490</c:v>
                </c:pt>
                <c:pt idx="212">
                  <c:v>40491</c:v>
                </c:pt>
                <c:pt idx="213">
                  <c:v>40492</c:v>
                </c:pt>
                <c:pt idx="214">
                  <c:v>40494</c:v>
                </c:pt>
                <c:pt idx="215">
                  <c:v>40497</c:v>
                </c:pt>
                <c:pt idx="216">
                  <c:v>40498</c:v>
                </c:pt>
                <c:pt idx="217">
                  <c:v>40499</c:v>
                </c:pt>
                <c:pt idx="218">
                  <c:v>40500</c:v>
                </c:pt>
                <c:pt idx="219">
                  <c:v>40501</c:v>
                </c:pt>
                <c:pt idx="220">
                  <c:v>40504</c:v>
                </c:pt>
                <c:pt idx="221">
                  <c:v>40505</c:v>
                </c:pt>
                <c:pt idx="222">
                  <c:v>40506</c:v>
                </c:pt>
                <c:pt idx="223">
                  <c:v>40508</c:v>
                </c:pt>
                <c:pt idx="224">
                  <c:v>40511</c:v>
                </c:pt>
                <c:pt idx="225">
                  <c:v>40512</c:v>
                </c:pt>
                <c:pt idx="226">
                  <c:v>40513</c:v>
                </c:pt>
                <c:pt idx="227">
                  <c:v>40514</c:v>
                </c:pt>
                <c:pt idx="228">
                  <c:v>40515</c:v>
                </c:pt>
                <c:pt idx="229">
                  <c:v>40518</c:v>
                </c:pt>
                <c:pt idx="230">
                  <c:v>40519</c:v>
                </c:pt>
                <c:pt idx="231">
                  <c:v>40520</c:v>
                </c:pt>
                <c:pt idx="232">
                  <c:v>40521</c:v>
                </c:pt>
                <c:pt idx="233">
                  <c:v>40522</c:v>
                </c:pt>
                <c:pt idx="234">
                  <c:v>40525</c:v>
                </c:pt>
                <c:pt idx="235">
                  <c:v>40526</c:v>
                </c:pt>
                <c:pt idx="236">
                  <c:v>40527</c:v>
                </c:pt>
                <c:pt idx="237">
                  <c:v>40528</c:v>
                </c:pt>
                <c:pt idx="238">
                  <c:v>40529</c:v>
                </c:pt>
                <c:pt idx="239">
                  <c:v>40532</c:v>
                </c:pt>
                <c:pt idx="240">
                  <c:v>40533</c:v>
                </c:pt>
                <c:pt idx="241">
                  <c:v>40539</c:v>
                </c:pt>
                <c:pt idx="242">
                  <c:v>40540</c:v>
                </c:pt>
                <c:pt idx="243">
                  <c:v>40541</c:v>
                </c:pt>
                <c:pt idx="244">
                  <c:v>40542</c:v>
                </c:pt>
                <c:pt idx="245">
                  <c:v>40543</c:v>
                </c:pt>
                <c:pt idx="246">
                  <c:v>40546</c:v>
                </c:pt>
                <c:pt idx="247">
                  <c:v>40547</c:v>
                </c:pt>
                <c:pt idx="248">
                  <c:v>40548</c:v>
                </c:pt>
                <c:pt idx="249">
                  <c:v>40549</c:v>
                </c:pt>
                <c:pt idx="250">
                  <c:v>40550</c:v>
                </c:pt>
                <c:pt idx="251">
                  <c:v>40553</c:v>
                </c:pt>
                <c:pt idx="252">
                  <c:v>40554</c:v>
                </c:pt>
                <c:pt idx="253">
                  <c:v>40555</c:v>
                </c:pt>
                <c:pt idx="254">
                  <c:v>40556</c:v>
                </c:pt>
                <c:pt idx="255">
                  <c:v>40557</c:v>
                </c:pt>
                <c:pt idx="256">
                  <c:v>40561</c:v>
                </c:pt>
                <c:pt idx="257">
                  <c:v>40562</c:v>
                </c:pt>
                <c:pt idx="258">
                  <c:v>40563</c:v>
                </c:pt>
                <c:pt idx="259">
                  <c:v>40564</c:v>
                </c:pt>
                <c:pt idx="260">
                  <c:v>40567</c:v>
                </c:pt>
                <c:pt idx="261">
                  <c:v>40568</c:v>
                </c:pt>
                <c:pt idx="262">
                  <c:v>40569</c:v>
                </c:pt>
                <c:pt idx="263">
                  <c:v>40570</c:v>
                </c:pt>
                <c:pt idx="264">
                  <c:v>40571</c:v>
                </c:pt>
                <c:pt idx="265">
                  <c:v>40574</c:v>
                </c:pt>
                <c:pt idx="266">
                  <c:v>40575</c:v>
                </c:pt>
                <c:pt idx="267">
                  <c:v>40576</c:v>
                </c:pt>
                <c:pt idx="268">
                  <c:v>40577</c:v>
                </c:pt>
                <c:pt idx="269">
                  <c:v>40578</c:v>
                </c:pt>
                <c:pt idx="270">
                  <c:v>40581</c:v>
                </c:pt>
                <c:pt idx="271">
                  <c:v>40582</c:v>
                </c:pt>
                <c:pt idx="272">
                  <c:v>40583</c:v>
                </c:pt>
                <c:pt idx="273">
                  <c:v>40584</c:v>
                </c:pt>
                <c:pt idx="274">
                  <c:v>40585</c:v>
                </c:pt>
                <c:pt idx="275">
                  <c:v>40588</c:v>
                </c:pt>
                <c:pt idx="276">
                  <c:v>40589</c:v>
                </c:pt>
                <c:pt idx="277">
                  <c:v>40590</c:v>
                </c:pt>
                <c:pt idx="278">
                  <c:v>40591</c:v>
                </c:pt>
                <c:pt idx="279">
                  <c:v>40592</c:v>
                </c:pt>
                <c:pt idx="280">
                  <c:v>40596</c:v>
                </c:pt>
                <c:pt idx="281">
                  <c:v>40597</c:v>
                </c:pt>
                <c:pt idx="282">
                  <c:v>40598</c:v>
                </c:pt>
                <c:pt idx="283">
                  <c:v>40599</c:v>
                </c:pt>
                <c:pt idx="284">
                  <c:v>40602</c:v>
                </c:pt>
                <c:pt idx="285">
                  <c:v>40603</c:v>
                </c:pt>
                <c:pt idx="286">
                  <c:v>40604</c:v>
                </c:pt>
                <c:pt idx="287">
                  <c:v>40605</c:v>
                </c:pt>
                <c:pt idx="288">
                  <c:v>40606</c:v>
                </c:pt>
                <c:pt idx="289">
                  <c:v>40609</c:v>
                </c:pt>
                <c:pt idx="290">
                  <c:v>40610</c:v>
                </c:pt>
                <c:pt idx="291">
                  <c:v>40611</c:v>
                </c:pt>
                <c:pt idx="292">
                  <c:v>40612</c:v>
                </c:pt>
                <c:pt idx="293">
                  <c:v>40613</c:v>
                </c:pt>
                <c:pt idx="294">
                  <c:v>40616</c:v>
                </c:pt>
                <c:pt idx="295">
                  <c:v>40617</c:v>
                </c:pt>
                <c:pt idx="296">
                  <c:v>40618</c:v>
                </c:pt>
                <c:pt idx="297">
                  <c:v>40619</c:v>
                </c:pt>
                <c:pt idx="298">
                  <c:v>40620</c:v>
                </c:pt>
                <c:pt idx="299">
                  <c:v>40623</c:v>
                </c:pt>
                <c:pt idx="300">
                  <c:v>40624</c:v>
                </c:pt>
                <c:pt idx="301">
                  <c:v>40625</c:v>
                </c:pt>
                <c:pt idx="302">
                  <c:v>40626</c:v>
                </c:pt>
                <c:pt idx="303">
                  <c:v>40627</c:v>
                </c:pt>
                <c:pt idx="304">
                  <c:v>40630</c:v>
                </c:pt>
                <c:pt idx="305">
                  <c:v>40631</c:v>
                </c:pt>
                <c:pt idx="306">
                  <c:v>40632</c:v>
                </c:pt>
                <c:pt idx="307">
                  <c:v>40633</c:v>
                </c:pt>
                <c:pt idx="308">
                  <c:v>40634</c:v>
                </c:pt>
                <c:pt idx="309">
                  <c:v>40637</c:v>
                </c:pt>
                <c:pt idx="310">
                  <c:v>40638</c:v>
                </c:pt>
                <c:pt idx="311">
                  <c:v>40639</c:v>
                </c:pt>
                <c:pt idx="312">
                  <c:v>40640</c:v>
                </c:pt>
                <c:pt idx="313">
                  <c:v>40641</c:v>
                </c:pt>
                <c:pt idx="314">
                  <c:v>40644</c:v>
                </c:pt>
                <c:pt idx="315">
                  <c:v>40645</c:v>
                </c:pt>
                <c:pt idx="316">
                  <c:v>40646</c:v>
                </c:pt>
                <c:pt idx="317">
                  <c:v>40647</c:v>
                </c:pt>
                <c:pt idx="318">
                  <c:v>40648</c:v>
                </c:pt>
                <c:pt idx="319">
                  <c:v>40651</c:v>
                </c:pt>
                <c:pt idx="320">
                  <c:v>40652</c:v>
                </c:pt>
                <c:pt idx="321">
                  <c:v>40658</c:v>
                </c:pt>
                <c:pt idx="322">
                  <c:v>40659</c:v>
                </c:pt>
                <c:pt idx="323">
                  <c:v>40660</c:v>
                </c:pt>
                <c:pt idx="324">
                  <c:v>40661</c:v>
                </c:pt>
                <c:pt idx="325">
                  <c:v>40662</c:v>
                </c:pt>
                <c:pt idx="326">
                  <c:v>40665</c:v>
                </c:pt>
                <c:pt idx="327">
                  <c:v>40666</c:v>
                </c:pt>
                <c:pt idx="328">
                  <c:v>40667</c:v>
                </c:pt>
                <c:pt idx="329">
                  <c:v>40668</c:v>
                </c:pt>
                <c:pt idx="330">
                  <c:v>40669</c:v>
                </c:pt>
                <c:pt idx="331">
                  <c:v>40672</c:v>
                </c:pt>
                <c:pt idx="332">
                  <c:v>40673</c:v>
                </c:pt>
                <c:pt idx="333">
                  <c:v>40674</c:v>
                </c:pt>
                <c:pt idx="334">
                  <c:v>40675</c:v>
                </c:pt>
                <c:pt idx="335">
                  <c:v>40676</c:v>
                </c:pt>
                <c:pt idx="336">
                  <c:v>40679</c:v>
                </c:pt>
                <c:pt idx="337">
                  <c:v>40680</c:v>
                </c:pt>
                <c:pt idx="338">
                  <c:v>40681</c:v>
                </c:pt>
                <c:pt idx="339">
                  <c:v>40682</c:v>
                </c:pt>
                <c:pt idx="340">
                  <c:v>40683</c:v>
                </c:pt>
                <c:pt idx="341">
                  <c:v>40686</c:v>
                </c:pt>
                <c:pt idx="342">
                  <c:v>40687</c:v>
                </c:pt>
                <c:pt idx="343">
                  <c:v>40688</c:v>
                </c:pt>
                <c:pt idx="344">
                  <c:v>40689</c:v>
                </c:pt>
                <c:pt idx="345">
                  <c:v>40690</c:v>
                </c:pt>
                <c:pt idx="346">
                  <c:v>40694</c:v>
                </c:pt>
                <c:pt idx="347">
                  <c:v>40695</c:v>
                </c:pt>
                <c:pt idx="348">
                  <c:v>40696</c:v>
                </c:pt>
                <c:pt idx="349">
                  <c:v>40697</c:v>
                </c:pt>
                <c:pt idx="350">
                  <c:v>40700</c:v>
                </c:pt>
                <c:pt idx="351">
                  <c:v>40701</c:v>
                </c:pt>
                <c:pt idx="352">
                  <c:v>40702</c:v>
                </c:pt>
                <c:pt idx="353">
                  <c:v>40703</c:v>
                </c:pt>
                <c:pt idx="354">
                  <c:v>40704</c:v>
                </c:pt>
                <c:pt idx="355">
                  <c:v>40707</c:v>
                </c:pt>
                <c:pt idx="356">
                  <c:v>40708</c:v>
                </c:pt>
                <c:pt idx="357">
                  <c:v>40709</c:v>
                </c:pt>
                <c:pt idx="358">
                  <c:v>40710</c:v>
                </c:pt>
                <c:pt idx="359">
                  <c:v>40711</c:v>
                </c:pt>
                <c:pt idx="360">
                  <c:v>40714</c:v>
                </c:pt>
                <c:pt idx="361">
                  <c:v>40715</c:v>
                </c:pt>
                <c:pt idx="362">
                  <c:v>40716</c:v>
                </c:pt>
                <c:pt idx="363">
                  <c:v>40717</c:v>
                </c:pt>
                <c:pt idx="364">
                  <c:v>40718</c:v>
                </c:pt>
                <c:pt idx="365">
                  <c:v>40721</c:v>
                </c:pt>
                <c:pt idx="366">
                  <c:v>40722</c:v>
                </c:pt>
                <c:pt idx="367">
                  <c:v>40723</c:v>
                </c:pt>
                <c:pt idx="368">
                  <c:v>40724</c:v>
                </c:pt>
                <c:pt idx="369">
                  <c:v>40725</c:v>
                </c:pt>
                <c:pt idx="370">
                  <c:v>40729</c:v>
                </c:pt>
                <c:pt idx="371">
                  <c:v>40730</c:v>
                </c:pt>
                <c:pt idx="372">
                  <c:v>40731</c:v>
                </c:pt>
                <c:pt idx="373">
                  <c:v>40732</c:v>
                </c:pt>
                <c:pt idx="374">
                  <c:v>40735</c:v>
                </c:pt>
                <c:pt idx="375">
                  <c:v>40736</c:v>
                </c:pt>
                <c:pt idx="376">
                  <c:v>40737</c:v>
                </c:pt>
                <c:pt idx="377">
                  <c:v>40738</c:v>
                </c:pt>
                <c:pt idx="378">
                  <c:v>40739</c:v>
                </c:pt>
                <c:pt idx="379">
                  <c:v>40742</c:v>
                </c:pt>
                <c:pt idx="380">
                  <c:v>40743</c:v>
                </c:pt>
                <c:pt idx="381">
                  <c:v>40744</c:v>
                </c:pt>
                <c:pt idx="382">
                  <c:v>40745</c:v>
                </c:pt>
                <c:pt idx="383">
                  <c:v>40746</c:v>
                </c:pt>
                <c:pt idx="384">
                  <c:v>40749</c:v>
                </c:pt>
                <c:pt idx="385">
                  <c:v>40750</c:v>
                </c:pt>
                <c:pt idx="386">
                  <c:v>40751</c:v>
                </c:pt>
                <c:pt idx="387">
                  <c:v>40752</c:v>
                </c:pt>
                <c:pt idx="388">
                  <c:v>40753</c:v>
                </c:pt>
                <c:pt idx="389">
                  <c:v>40756</c:v>
                </c:pt>
                <c:pt idx="390">
                  <c:v>40757</c:v>
                </c:pt>
                <c:pt idx="391">
                  <c:v>40758</c:v>
                </c:pt>
                <c:pt idx="392">
                  <c:v>40759</c:v>
                </c:pt>
                <c:pt idx="393">
                  <c:v>40760</c:v>
                </c:pt>
                <c:pt idx="394">
                  <c:v>40763</c:v>
                </c:pt>
                <c:pt idx="395">
                  <c:v>40764</c:v>
                </c:pt>
                <c:pt idx="396">
                  <c:v>40765</c:v>
                </c:pt>
                <c:pt idx="397">
                  <c:v>40766</c:v>
                </c:pt>
                <c:pt idx="398">
                  <c:v>40767</c:v>
                </c:pt>
                <c:pt idx="399">
                  <c:v>40770</c:v>
                </c:pt>
                <c:pt idx="400">
                  <c:v>40771</c:v>
                </c:pt>
                <c:pt idx="401">
                  <c:v>40772</c:v>
                </c:pt>
                <c:pt idx="402">
                  <c:v>40773</c:v>
                </c:pt>
                <c:pt idx="403">
                  <c:v>40774</c:v>
                </c:pt>
                <c:pt idx="404">
                  <c:v>40777</c:v>
                </c:pt>
                <c:pt idx="405">
                  <c:v>40778</c:v>
                </c:pt>
                <c:pt idx="406">
                  <c:v>40779</c:v>
                </c:pt>
                <c:pt idx="407">
                  <c:v>40780</c:v>
                </c:pt>
                <c:pt idx="408">
                  <c:v>40781</c:v>
                </c:pt>
                <c:pt idx="409">
                  <c:v>40784</c:v>
                </c:pt>
                <c:pt idx="410">
                  <c:v>40785</c:v>
                </c:pt>
                <c:pt idx="411">
                  <c:v>40786</c:v>
                </c:pt>
                <c:pt idx="412">
                  <c:v>40787</c:v>
                </c:pt>
                <c:pt idx="413">
                  <c:v>40788</c:v>
                </c:pt>
                <c:pt idx="414">
                  <c:v>40792</c:v>
                </c:pt>
                <c:pt idx="415">
                  <c:v>40793</c:v>
                </c:pt>
                <c:pt idx="416">
                  <c:v>40794</c:v>
                </c:pt>
                <c:pt idx="417">
                  <c:v>40795</c:v>
                </c:pt>
                <c:pt idx="418">
                  <c:v>40798</c:v>
                </c:pt>
                <c:pt idx="419">
                  <c:v>40799</c:v>
                </c:pt>
                <c:pt idx="420">
                  <c:v>40800</c:v>
                </c:pt>
                <c:pt idx="421">
                  <c:v>40801</c:v>
                </c:pt>
                <c:pt idx="422">
                  <c:v>40802</c:v>
                </c:pt>
                <c:pt idx="423">
                  <c:v>40805</c:v>
                </c:pt>
                <c:pt idx="424">
                  <c:v>40806</c:v>
                </c:pt>
                <c:pt idx="425">
                  <c:v>40807</c:v>
                </c:pt>
                <c:pt idx="426">
                  <c:v>40808</c:v>
                </c:pt>
                <c:pt idx="427">
                  <c:v>40809</c:v>
                </c:pt>
                <c:pt idx="428">
                  <c:v>40812</c:v>
                </c:pt>
                <c:pt idx="429">
                  <c:v>40813</c:v>
                </c:pt>
                <c:pt idx="430">
                  <c:v>40814</c:v>
                </c:pt>
                <c:pt idx="431">
                  <c:v>40815</c:v>
                </c:pt>
                <c:pt idx="432">
                  <c:v>40816</c:v>
                </c:pt>
                <c:pt idx="433">
                  <c:v>40819</c:v>
                </c:pt>
                <c:pt idx="434">
                  <c:v>40820</c:v>
                </c:pt>
                <c:pt idx="435">
                  <c:v>40821</c:v>
                </c:pt>
                <c:pt idx="436">
                  <c:v>40822</c:v>
                </c:pt>
                <c:pt idx="437">
                  <c:v>40823</c:v>
                </c:pt>
                <c:pt idx="438">
                  <c:v>40827</c:v>
                </c:pt>
                <c:pt idx="439">
                  <c:v>40828</c:v>
                </c:pt>
                <c:pt idx="440">
                  <c:v>40829</c:v>
                </c:pt>
                <c:pt idx="441">
                  <c:v>40830</c:v>
                </c:pt>
                <c:pt idx="442">
                  <c:v>40833</c:v>
                </c:pt>
                <c:pt idx="443">
                  <c:v>40834</c:v>
                </c:pt>
                <c:pt idx="444">
                  <c:v>40835</c:v>
                </c:pt>
                <c:pt idx="445">
                  <c:v>40836</c:v>
                </c:pt>
                <c:pt idx="446">
                  <c:v>40837</c:v>
                </c:pt>
                <c:pt idx="447">
                  <c:v>40840</c:v>
                </c:pt>
                <c:pt idx="448">
                  <c:v>40841</c:v>
                </c:pt>
                <c:pt idx="449">
                  <c:v>40842</c:v>
                </c:pt>
                <c:pt idx="450">
                  <c:v>40843</c:v>
                </c:pt>
                <c:pt idx="451">
                  <c:v>40844</c:v>
                </c:pt>
                <c:pt idx="452">
                  <c:v>40847</c:v>
                </c:pt>
                <c:pt idx="453">
                  <c:v>40848</c:v>
                </c:pt>
                <c:pt idx="454">
                  <c:v>40849</c:v>
                </c:pt>
                <c:pt idx="455">
                  <c:v>40850</c:v>
                </c:pt>
                <c:pt idx="456">
                  <c:v>40851</c:v>
                </c:pt>
                <c:pt idx="457">
                  <c:v>40854</c:v>
                </c:pt>
                <c:pt idx="458">
                  <c:v>40855</c:v>
                </c:pt>
                <c:pt idx="459">
                  <c:v>40856</c:v>
                </c:pt>
                <c:pt idx="460">
                  <c:v>40857</c:v>
                </c:pt>
                <c:pt idx="461">
                  <c:v>40861</c:v>
                </c:pt>
                <c:pt idx="462">
                  <c:v>40862</c:v>
                </c:pt>
                <c:pt idx="463">
                  <c:v>40863</c:v>
                </c:pt>
                <c:pt idx="464">
                  <c:v>40864</c:v>
                </c:pt>
                <c:pt idx="465">
                  <c:v>40865</c:v>
                </c:pt>
                <c:pt idx="466">
                  <c:v>40868</c:v>
                </c:pt>
                <c:pt idx="467">
                  <c:v>40869</c:v>
                </c:pt>
                <c:pt idx="468">
                  <c:v>40870</c:v>
                </c:pt>
                <c:pt idx="469">
                  <c:v>40872</c:v>
                </c:pt>
                <c:pt idx="470">
                  <c:v>40876</c:v>
                </c:pt>
                <c:pt idx="471">
                  <c:v>40877</c:v>
                </c:pt>
                <c:pt idx="472">
                  <c:v>40879</c:v>
                </c:pt>
                <c:pt idx="473">
                  <c:v>40883</c:v>
                </c:pt>
                <c:pt idx="474">
                  <c:v>40884</c:v>
                </c:pt>
                <c:pt idx="475">
                  <c:v>40885</c:v>
                </c:pt>
                <c:pt idx="476">
                  <c:v>40889</c:v>
                </c:pt>
                <c:pt idx="477">
                  <c:v>40890</c:v>
                </c:pt>
                <c:pt idx="478">
                  <c:v>40891</c:v>
                </c:pt>
                <c:pt idx="479">
                  <c:v>40892</c:v>
                </c:pt>
                <c:pt idx="480">
                  <c:v>40893</c:v>
                </c:pt>
                <c:pt idx="481">
                  <c:v>40896</c:v>
                </c:pt>
                <c:pt idx="482">
                  <c:v>40897</c:v>
                </c:pt>
                <c:pt idx="483">
                  <c:v>40898</c:v>
                </c:pt>
                <c:pt idx="484">
                  <c:v>40899</c:v>
                </c:pt>
                <c:pt idx="485">
                  <c:v>40900</c:v>
                </c:pt>
                <c:pt idx="486">
                  <c:v>40904</c:v>
                </c:pt>
                <c:pt idx="487">
                  <c:v>40905</c:v>
                </c:pt>
                <c:pt idx="488">
                  <c:v>40906</c:v>
                </c:pt>
                <c:pt idx="489">
                  <c:v>40907</c:v>
                </c:pt>
                <c:pt idx="490">
                  <c:v>40911</c:v>
                </c:pt>
                <c:pt idx="491">
                  <c:v>40912</c:v>
                </c:pt>
                <c:pt idx="492">
                  <c:v>40913</c:v>
                </c:pt>
                <c:pt idx="493">
                  <c:v>40914</c:v>
                </c:pt>
                <c:pt idx="494">
                  <c:v>40917</c:v>
                </c:pt>
                <c:pt idx="495">
                  <c:v>40918</c:v>
                </c:pt>
                <c:pt idx="496">
                  <c:v>40919</c:v>
                </c:pt>
                <c:pt idx="497">
                  <c:v>40920</c:v>
                </c:pt>
                <c:pt idx="498">
                  <c:v>40921</c:v>
                </c:pt>
                <c:pt idx="499">
                  <c:v>40925</c:v>
                </c:pt>
                <c:pt idx="500">
                  <c:v>40926</c:v>
                </c:pt>
                <c:pt idx="501">
                  <c:v>40927</c:v>
                </c:pt>
                <c:pt idx="502">
                  <c:v>40928</c:v>
                </c:pt>
                <c:pt idx="503">
                  <c:v>40931</c:v>
                </c:pt>
                <c:pt idx="504">
                  <c:v>40932</c:v>
                </c:pt>
                <c:pt idx="505">
                  <c:v>40933</c:v>
                </c:pt>
                <c:pt idx="506">
                  <c:v>40934</c:v>
                </c:pt>
                <c:pt idx="507">
                  <c:v>40935</c:v>
                </c:pt>
                <c:pt idx="508">
                  <c:v>40938</c:v>
                </c:pt>
                <c:pt idx="509">
                  <c:v>40939</c:v>
                </c:pt>
                <c:pt idx="510">
                  <c:v>40940</c:v>
                </c:pt>
                <c:pt idx="511">
                  <c:v>40941</c:v>
                </c:pt>
                <c:pt idx="512">
                  <c:v>40942</c:v>
                </c:pt>
                <c:pt idx="513">
                  <c:v>40945</c:v>
                </c:pt>
                <c:pt idx="514">
                  <c:v>40946</c:v>
                </c:pt>
                <c:pt idx="515">
                  <c:v>40947</c:v>
                </c:pt>
                <c:pt idx="516">
                  <c:v>40948</c:v>
                </c:pt>
                <c:pt idx="517">
                  <c:v>40949</c:v>
                </c:pt>
                <c:pt idx="518">
                  <c:v>40952</c:v>
                </c:pt>
                <c:pt idx="519">
                  <c:v>40953</c:v>
                </c:pt>
                <c:pt idx="520">
                  <c:v>40954</c:v>
                </c:pt>
                <c:pt idx="521">
                  <c:v>40955</c:v>
                </c:pt>
                <c:pt idx="522">
                  <c:v>40956</c:v>
                </c:pt>
                <c:pt idx="523">
                  <c:v>40960</c:v>
                </c:pt>
                <c:pt idx="524">
                  <c:v>40961</c:v>
                </c:pt>
                <c:pt idx="525">
                  <c:v>40962</c:v>
                </c:pt>
                <c:pt idx="526">
                  <c:v>40963</c:v>
                </c:pt>
                <c:pt idx="527">
                  <c:v>40966</c:v>
                </c:pt>
                <c:pt idx="528">
                  <c:v>40967</c:v>
                </c:pt>
                <c:pt idx="529">
                  <c:v>40968</c:v>
                </c:pt>
                <c:pt idx="530">
                  <c:v>40969</c:v>
                </c:pt>
                <c:pt idx="531">
                  <c:v>40970</c:v>
                </c:pt>
                <c:pt idx="532">
                  <c:v>40973</c:v>
                </c:pt>
                <c:pt idx="533">
                  <c:v>40974</c:v>
                </c:pt>
                <c:pt idx="534">
                  <c:v>40975</c:v>
                </c:pt>
                <c:pt idx="535">
                  <c:v>40976</c:v>
                </c:pt>
                <c:pt idx="536">
                  <c:v>40977</c:v>
                </c:pt>
                <c:pt idx="537">
                  <c:v>40980</c:v>
                </c:pt>
                <c:pt idx="538">
                  <c:v>40981</c:v>
                </c:pt>
                <c:pt idx="539">
                  <c:v>40982</c:v>
                </c:pt>
                <c:pt idx="540">
                  <c:v>40983</c:v>
                </c:pt>
                <c:pt idx="541">
                  <c:v>40984</c:v>
                </c:pt>
                <c:pt idx="542">
                  <c:v>40987</c:v>
                </c:pt>
                <c:pt idx="543">
                  <c:v>40988</c:v>
                </c:pt>
                <c:pt idx="544">
                  <c:v>40989</c:v>
                </c:pt>
                <c:pt idx="545">
                  <c:v>40990</c:v>
                </c:pt>
                <c:pt idx="546">
                  <c:v>40991</c:v>
                </c:pt>
                <c:pt idx="547">
                  <c:v>40994</c:v>
                </c:pt>
                <c:pt idx="548">
                  <c:v>40995</c:v>
                </c:pt>
                <c:pt idx="549">
                  <c:v>40996</c:v>
                </c:pt>
                <c:pt idx="550">
                  <c:v>40997</c:v>
                </c:pt>
                <c:pt idx="551">
                  <c:v>40998</c:v>
                </c:pt>
                <c:pt idx="552">
                  <c:v>41001</c:v>
                </c:pt>
                <c:pt idx="553">
                  <c:v>41002</c:v>
                </c:pt>
                <c:pt idx="554">
                  <c:v>41008</c:v>
                </c:pt>
                <c:pt idx="555">
                  <c:v>41009</c:v>
                </c:pt>
                <c:pt idx="556">
                  <c:v>41010</c:v>
                </c:pt>
                <c:pt idx="557">
                  <c:v>41011</c:v>
                </c:pt>
                <c:pt idx="558">
                  <c:v>41012</c:v>
                </c:pt>
                <c:pt idx="559">
                  <c:v>41015</c:v>
                </c:pt>
                <c:pt idx="560">
                  <c:v>41016</c:v>
                </c:pt>
                <c:pt idx="561">
                  <c:v>41017</c:v>
                </c:pt>
                <c:pt idx="562">
                  <c:v>41018</c:v>
                </c:pt>
                <c:pt idx="563">
                  <c:v>41019</c:v>
                </c:pt>
                <c:pt idx="564">
                  <c:v>41022</c:v>
                </c:pt>
                <c:pt idx="565">
                  <c:v>41023</c:v>
                </c:pt>
                <c:pt idx="566">
                  <c:v>41024</c:v>
                </c:pt>
                <c:pt idx="567">
                  <c:v>41025</c:v>
                </c:pt>
                <c:pt idx="568">
                  <c:v>41026</c:v>
                </c:pt>
                <c:pt idx="569">
                  <c:v>41029</c:v>
                </c:pt>
                <c:pt idx="570">
                  <c:v>41030</c:v>
                </c:pt>
                <c:pt idx="571">
                  <c:v>41031</c:v>
                </c:pt>
                <c:pt idx="572">
                  <c:v>41032</c:v>
                </c:pt>
                <c:pt idx="573">
                  <c:v>41033</c:v>
                </c:pt>
                <c:pt idx="574">
                  <c:v>41036</c:v>
                </c:pt>
                <c:pt idx="575">
                  <c:v>41037</c:v>
                </c:pt>
                <c:pt idx="576">
                  <c:v>41038</c:v>
                </c:pt>
                <c:pt idx="577">
                  <c:v>41039</c:v>
                </c:pt>
                <c:pt idx="578">
                  <c:v>41040</c:v>
                </c:pt>
                <c:pt idx="579">
                  <c:v>41043</c:v>
                </c:pt>
                <c:pt idx="580">
                  <c:v>41044</c:v>
                </c:pt>
                <c:pt idx="581">
                  <c:v>41045</c:v>
                </c:pt>
                <c:pt idx="582">
                  <c:v>41046</c:v>
                </c:pt>
                <c:pt idx="583">
                  <c:v>41047</c:v>
                </c:pt>
                <c:pt idx="584">
                  <c:v>41050</c:v>
                </c:pt>
                <c:pt idx="585">
                  <c:v>41051</c:v>
                </c:pt>
                <c:pt idx="586">
                  <c:v>41052</c:v>
                </c:pt>
                <c:pt idx="587">
                  <c:v>41053</c:v>
                </c:pt>
                <c:pt idx="588">
                  <c:v>41054</c:v>
                </c:pt>
                <c:pt idx="589">
                  <c:v>41058</c:v>
                </c:pt>
                <c:pt idx="590">
                  <c:v>41059</c:v>
                </c:pt>
                <c:pt idx="591">
                  <c:v>41060</c:v>
                </c:pt>
                <c:pt idx="592">
                  <c:v>41061</c:v>
                </c:pt>
                <c:pt idx="593">
                  <c:v>41064</c:v>
                </c:pt>
                <c:pt idx="594">
                  <c:v>41065</c:v>
                </c:pt>
                <c:pt idx="595">
                  <c:v>41066</c:v>
                </c:pt>
                <c:pt idx="596">
                  <c:v>41067</c:v>
                </c:pt>
                <c:pt idx="597">
                  <c:v>41068</c:v>
                </c:pt>
                <c:pt idx="598">
                  <c:v>41071</c:v>
                </c:pt>
                <c:pt idx="599">
                  <c:v>41072</c:v>
                </c:pt>
                <c:pt idx="600">
                  <c:v>41073</c:v>
                </c:pt>
                <c:pt idx="601">
                  <c:v>41074</c:v>
                </c:pt>
                <c:pt idx="602">
                  <c:v>41075</c:v>
                </c:pt>
                <c:pt idx="603">
                  <c:v>41078</c:v>
                </c:pt>
                <c:pt idx="604">
                  <c:v>41079</c:v>
                </c:pt>
                <c:pt idx="605">
                  <c:v>41080</c:v>
                </c:pt>
                <c:pt idx="606">
                  <c:v>41081</c:v>
                </c:pt>
                <c:pt idx="607">
                  <c:v>41082</c:v>
                </c:pt>
                <c:pt idx="608">
                  <c:v>41085</c:v>
                </c:pt>
                <c:pt idx="609">
                  <c:v>41086</c:v>
                </c:pt>
                <c:pt idx="610">
                  <c:v>41087</c:v>
                </c:pt>
                <c:pt idx="611">
                  <c:v>41088</c:v>
                </c:pt>
                <c:pt idx="612">
                  <c:v>41089</c:v>
                </c:pt>
                <c:pt idx="613">
                  <c:v>41092</c:v>
                </c:pt>
                <c:pt idx="614">
                  <c:v>41093</c:v>
                </c:pt>
                <c:pt idx="615">
                  <c:v>41095</c:v>
                </c:pt>
                <c:pt idx="616">
                  <c:v>41096</c:v>
                </c:pt>
                <c:pt idx="617">
                  <c:v>41099</c:v>
                </c:pt>
                <c:pt idx="618">
                  <c:v>41100</c:v>
                </c:pt>
                <c:pt idx="619">
                  <c:v>41101</c:v>
                </c:pt>
                <c:pt idx="620">
                  <c:v>41102</c:v>
                </c:pt>
                <c:pt idx="621">
                  <c:v>41103</c:v>
                </c:pt>
                <c:pt idx="622">
                  <c:v>41106</c:v>
                </c:pt>
                <c:pt idx="623">
                  <c:v>41107</c:v>
                </c:pt>
                <c:pt idx="624">
                  <c:v>41108</c:v>
                </c:pt>
                <c:pt idx="625">
                  <c:v>41109</c:v>
                </c:pt>
                <c:pt idx="626">
                  <c:v>41110</c:v>
                </c:pt>
                <c:pt idx="627">
                  <c:v>41113</c:v>
                </c:pt>
                <c:pt idx="628">
                  <c:v>41114</c:v>
                </c:pt>
                <c:pt idx="629">
                  <c:v>41115</c:v>
                </c:pt>
                <c:pt idx="630">
                  <c:v>41116</c:v>
                </c:pt>
                <c:pt idx="631">
                  <c:v>41117</c:v>
                </c:pt>
                <c:pt idx="632">
                  <c:v>41120</c:v>
                </c:pt>
                <c:pt idx="633">
                  <c:v>41121</c:v>
                </c:pt>
                <c:pt idx="634">
                  <c:v>41122</c:v>
                </c:pt>
                <c:pt idx="635">
                  <c:v>41123</c:v>
                </c:pt>
                <c:pt idx="636">
                  <c:v>41124</c:v>
                </c:pt>
                <c:pt idx="637">
                  <c:v>41127</c:v>
                </c:pt>
                <c:pt idx="638">
                  <c:v>41128</c:v>
                </c:pt>
                <c:pt idx="639">
                  <c:v>41129</c:v>
                </c:pt>
                <c:pt idx="640">
                  <c:v>41130</c:v>
                </c:pt>
                <c:pt idx="641">
                  <c:v>41131</c:v>
                </c:pt>
                <c:pt idx="642">
                  <c:v>41134</c:v>
                </c:pt>
                <c:pt idx="643">
                  <c:v>41135</c:v>
                </c:pt>
                <c:pt idx="644">
                  <c:v>41136</c:v>
                </c:pt>
                <c:pt idx="645">
                  <c:v>41137</c:v>
                </c:pt>
                <c:pt idx="646">
                  <c:v>41138</c:v>
                </c:pt>
                <c:pt idx="647">
                  <c:v>41141</c:v>
                </c:pt>
                <c:pt idx="648">
                  <c:v>41142</c:v>
                </c:pt>
                <c:pt idx="649">
                  <c:v>41143</c:v>
                </c:pt>
                <c:pt idx="650">
                  <c:v>41144</c:v>
                </c:pt>
                <c:pt idx="651">
                  <c:v>41145</c:v>
                </c:pt>
                <c:pt idx="652">
                  <c:v>41148</c:v>
                </c:pt>
                <c:pt idx="653">
                  <c:v>41149</c:v>
                </c:pt>
                <c:pt idx="654">
                  <c:v>41150</c:v>
                </c:pt>
                <c:pt idx="655">
                  <c:v>41151</c:v>
                </c:pt>
                <c:pt idx="656">
                  <c:v>41152</c:v>
                </c:pt>
                <c:pt idx="657">
                  <c:v>41156</c:v>
                </c:pt>
                <c:pt idx="658">
                  <c:v>41157</c:v>
                </c:pt>
                <c:pt idx="659">
                  <c:v>41158</c:v>
                </c:pt>
                <c:pt idx="660">
                  <c:v>41159</c:v>
                </c:pt>
                <c:pt idx="661">
                  <c:v>41162</c:v>
                </c:pt>
                <c:pt idx="662">
                  <c:v>41163</c:v>
                </c:pt>
                <c:pt idx="663">
                  <c:v>41164</c:v>
                </c:pt>
                <c:pt idx="664">
                  <c:v>41165</c:v>
                </c:pt>
                <c:pt idx="665">
                  <c:v>41166</c:v>
                </c:pt>
                <c:pt idx="666">
                  <c:v>41169</c:v>
                </c:pt>
                <c:pt idx="667">
                  <c:v>41170</c:v>
                </c:pt>
                <c:pt idx="668">
                  <c:v>41171</c:v>
                </c:pt>
                <c:pt idx="669">
                  <c:v>41172</c:v>
                </c:pt>
                <c:pt idx="670">
                  <c:v>41173</c:v>
                </c:pt>
                <c:pt idx="671">
                  <c:v>41176</c:v>
                </c:pt>
                <c:pt idx="672">
                  <c:v>41177</c:v>
                </c:pt>
                <c:pt idx="673">
                  <c:v>41178</c:v>
                </c:pt>
                <c:pt idx="674">
                  <c:v>41179</c:v>
                </c:pt>
                <c:pt idx="675">
                  <c:v>41180</c:v>
                </c:pt>
                <c:pt idx="676">
                  <c:v>41183</c:v>
                </c:pt>
                <c:pt idx="677">
                  <c:v>41184</c:v>
                </c:pt>
                <c:pt idx="678">
                  <c:v>41185</c:v>
                </c:pt>
                <c:pt idx="679">
                  <c:v>41186</c:v>
                </c:pt>
                <c:pt idx="680">
                  <c:v>41187</c:v>
                </c:pt>
                <c:pt idx="681">
                  <c:v>41191</c:v>
                </c:pt>
                <c:pt idx="682">
                  <c:v>41192</c:v>
                </c:pt>
                <c:pt idx="683">
                  <c:v>41193</c:v>
                </c:pt>
                <c:pt idx="684">
                  <c:v>41194</c:v>
                </c:pt>
                <c:pt idx="685">
                  <c:v>41197</c:v>
                </c:pt>
                <c:pt idx="686">
                  <c:v>41198</c:v>
                </c:pt>
                <c:pt idx="687">
                  <c:v>41199</c:v>
                </c:pt>
                <c:pt idx="688">
                  <c:v>41200</c:v>
                </c:pt>
                <c:pt idx="689">
                  <c:v>41201</c:v>
                </c:pt>
                <c:pt idx="690">
                  <c:v>41204</c:v>
                </c:pt>
                <c:pt idx="691">
                  <c:v>41205</c:v>
                </c:pt>
                <c:pt idx="692">
                  <c:v>41206</c:v>
                </c:pt>
                <c:pt idx="693">
                  <c:v>41207</c:v>
                </c:pt>
                <c:pt idx="694">
                  <c:v>41213</c:v>
                </c:pt>
                <c:pt idx="695">
                  <c:v>41214</c:v>
                </c:pt>
                <c:pt idx="696">
                  <c:v>41215</c:v>
                </c:pt>
                <c:pt idx="697">
                  <c:v>41218</c:v>
                </c:pt>
                <c:pt idx="698">
                  <c:v>41219</c:v>
                </c:pt>
                <c:pt idx="699">
                  <c:v>41220</c:v>
                </c:pt>
                <c:pt idx="700">
                  <c:v>41221</c:v>
                </c:pt>
                <c:pt idx="701">
                  <c:v>41222</c:v>
                </c:pt>
                <c:pt idx="702">
                  <c:v>41226</c:v>
                </c:pt>
                <c:pt idx="703">
                  <c:v>41227</c:v>
                </c:pt>
                <c:pt idx="704">
                  <c:v>41228</c:v>
                </c:pt>
                <c:pt idx="705">
                  <c:v>41229</c:v>
                </c:pt>
                <c:pt idx="706">
                  <c:v>41232</c:v>
                </c:pt>
                <c:pt idx="707">
                  <c:v>41233</c:v>
                </c:pt>
                <c:pt idx="708">
                  <c:v>41234</c:v>
                </c:pt>
                <c:pt idx="709">
                  <c:v>41236</c:v>
                </c:pt>
                <c:pt idx="710">
                  <c:v>41239</c:v>
                </c:pt>
                <c:pt idx="711">
                  <c:v>41240</c:v>
                </c:pt>
                <c:pt idx="712">
                  <c:v>41241</c:v>
                </c:pt>
                <c:pt idx="713">
                  <c:v>41242</c:v>
                </c:pt>
                <c:pt idx="714">
                  <c:v>41243</c:v>
                </c:pt>
                <c:pt idx="715">
                  <c:v>41246</c:v>
                </c:pt>
                <c:pt idx="716">
                  <c:v>41247</c:v>
                </c:pt>
                <c:pt idx="717">
                  <c:v>41248</c:v>
                </c:pt>
                <c:pt idx="718">
                  <c:v>41249</c:v>
                </c:pt>
                <c:pt idx="719">
                  <c:v>41250</c:v>
                </c:pt>
                <c:pt idx="720">
                  <c:v>41253</c:v>
                </c:pt>
                <c:pt idx="721">
                  <c:v>41254</c:v>
                </c:pt>
                <c:pt idx="722">
                  <c:v>41255</c:v>
                </c:pt>
                <c:pt idx="723">
                  <c:v>41256</c:v>
                </c:pt>
                <c:pt idx="724">
                  <c:v>41257</c:v>
                </c:pt>
                <c:pt idx="725">
                  <c:v>41260</c:v>
                </c:pt>
                <c:pt idx="726">
                  <c:v>41261</c:v>
                </c:pt>
                <c:pt idx="727">
                  <c:v>41262</c:v>
                </c:pt>
                <c:pt idx="728">
                  <c:v>41263</c:v>
                </c:pt>
                <c:pt idx="729">
                  <c:v>41264</c:v>
                </c:pt>
                <c:pt idx="730">
                  <c:v>41267</c:v>
                </c:pt>
                <c:pt idx="731">
                  <c:v>41269</c:v>
                </c:pt>
                <c:pt idx="732">
                  <c:v>41270</c:v>
                </c:pt>
                <c:pt idx="733">
                  <c:v>41271</c:v>
                </c:pt>
                <c:pt idx="734">
                  <c:v>41274</c:v>
                </c:pt>
                <c:pt idx="735">
                  <c:v>41276</c:v>
                </c:pt>
                <c:pt idx="736">
                  <c:v>41277</c:v>
                </c:pt>
                <c:pt idx="737">
                  <c:v>41278</c:v>
                </c:pt>
                <c:pt idx="738">
                  <c:v>41281</c:v>
                </c:pt>
                <c:pt idx="739">
                  <c:v>41282</c:v>
                </c:pt>
                <c:pt idx="740">
                  <c:v>41283</c:v>
                </c:pt>
                <c:pt idx="741">
                  <c:v>41284</c:v>
                </c:pt>
                <c:pt idx="742">
                  <c:v>41285</c:v>
                </c:pt>
                <c:pt idx="743">
                  <c:v>41288</c:v>
                </c:pt>
                <c:pt idx="744">
                  <c:v>41289</c:v>
                </c:pt>
                <c:pt idx="745">
                  <c:v>41290</c:v>
                </c:pt>
                <c:pt idx="746">
                  <c:v>41291</c:v>
                </c:pt>
                <c:pt idx="747">
                  <c:v>41292</c:v>
                </c:pt>
                <c:pt idx="748">
                  <c:v>41296</c:v>
                </c:pt>
                <c:pt idx="749">
                  <c:v>41297</c:v>
                </c:pt>
                <c:pt idx="750">
                  <c:v>41298</c:v>
                </c:pt>
                <c:pt idx="751">
                  <c:v>41299</c:v>
                </c:pt>
                <c:pt idx="752">
                  <c:v>41302</c:v>
                </c:pt>
                <c:pt idx="753">
                  <c:v>41303</c:v>
                </c:pt>
                <c:pt idx="754">
                  <c:v>41304</c:v>
                </c:pt>
                <c:pt idx="755">
                  <c:v>41305</c:v>
                </c:pt>
                <c:pt idx="756">
                  <c:v>41306</c:v>
                </c:pt>
                <c:pt idx="757">
                  <c:v>41309</c:v>
                </c:pt>
                <c:pt idx="758">
                  <c:v>41310</c:v>
                </c:pt>
                <c:pt idx="759">
                  <c:v>41311</c:v>
                </c:pt>
                <c:pt idx="760">
                  <c:v>41312</c:v>
                </c:pt>
                <c:pt idx="761">
                  <c:v>41313</c:v>
                </c:pt>
                <c:pt idx="762">
                  <c:v>41316</c:v>
                </c:pt>
                <c:pt idx="763">
                  <c:v>41317</c:v>
                </c:pt>
                <c:pt idx="764">
                  <c:v>41318</c:v>
                </c:pt>
                <c:pt idx="765">
                  <c:v>41319</c:v>
                </c:pt>
                <c:pt idx="766">
                  <c:v>41320</c:v>
                </c:pt>
                <c:pt idx="767">
                  <c:v>41324</c:v>
                </c:pt>
                <c:pt idx="768">
                  <c:v>41325</c:v>
                </c:pt>
                <c:pt idx="769">
                  <c:v>41326</c:v>
                </c:pt>
                <c:pt idx="770">
                  <c:v>41327</c:v>
                </c:pt>
                <c:pt idx="771">
                  <c:v>41330</c:v>
                </c:pt>
                <c:pt idx="772">
                  <c:v>41331</c:v>
                </c:pt>
                <c:pt idx="773">
                  <c:v>41332</c:v>
                </c:pt>
                <c:pt idx="774">
                  <c:v>41333</c:v>
                </c:pt>
                <c:pt idx="775">
                  <c:v>41334</c:v>
                </c:pt>
                <c:pt idx="776">
                  <c:v>41337</c:v>
                </c:pt>
                <c:pt idx="777">
                  <c:v>41338</c:v>
                </c:pt>
                <c:pt idx="778">
                  <c:v>41339</c:v>
                </c:pt>
                <c:pt idx="779">
                  <c:v>41340</c:v>
                </c:pt>
                <c:pt idx="780">
                  <c:v>41341</c:v>
                </c:pt>
                <c:pt idx="781">
                  <c:v>41344</c:v>
                </c:pt>
                <c:pt idx="782">
                  <c:v>41345</c:v>
                </c:pt>
                <c:pt idx="783">
                  <c:v>41346</c:v>
                </c:pt>
                <c:pt idx="784">
                  <c:v>41347</c:v>
                </c:pt>
                <c:pt idx="785">
                  <c:v>41348</c:v>
                </c:pt>
                <c:pt idx="786">
                  <c:v>41351</c:v>
                </c:pt>
                <c:pt idx="787">
                  <c:v>41352</c:v>
                </c:pt>
                <c:pt idx="788">
                  <c:v>41353</c:v>
                </c:pt>
                <c:pt idx="789">
                  <c:v>41354</c:v>
                </c:pt>
                <c:pt idx="790">
                  <c:v>41355</c:v>
                </c:pt>
                <c:pt idx="791">
                  <c:v>41358</c:v>
                </c:pt>
                <c:pt idx="792">
                  <c:v>41359</c:v>
                </c:pt>
                <c:pt idx="793">
                  <c:v>41365</c:v>
                </c:pt>
                <c:pt idx="794">
                  <c:v>41366</c:v>
                </c:pt>
                <c:pt idx="795">
                  <c:v>41367</c:v>
                </c:pt>
                <c:pt idx="796">
                  <c:v>41368</c:v>
                </c:pt>
                <c:pt idx="797">
                  <c:v>41369</c:v>
                </c:pt>
                <c:pt idx="798">
                  <c:v>41372</c:v>
                </c:pt>
                <c:pt idx="799">
                  <c:v>41373</c:v>
                </c:pt>
                <c:pt idx="800">
                  <c:v>41374</c:v>
                </c:pt>
                <c:pt idx="801">
                  <c:v>41375</c:v>
                </c:pt>
                <c:pt idx="802">
                  <c:v>41376</c:v>
                </c:pt>
                <c:pt idx="803">
                  <c:v>41379</c:v>
                </c:pt>
                <c:pt idx="804">
                  <c:v>41380</c:v>
                </c:pt>
                <c:pt idx="805">
                  <c:v>41381</c:v>
                </c:pt>
                <c:pt idx="806">
                  <c:v>41382</c:v>
                </c:pt>
                <c:pt idx="807">
                  <c:v>41383</c:v>
                </c:pt>
                <c:pt idx="808">
                  <c:v>41386</c:v>
                </c:pt>
                <c:pt idx="809">
                  <c:v>41387</c:v>
                </c:pt>
                <c:pt idx="810">
                  <c:v>41388</c:v>
                </c:pt>
                <c:pt idx="811">
                  <c:v>41389</c:v>
                </c:pt>
                <c:pt idx="812">
                  <c:v>41390</c:v>
                </c:pt>
                <c:pt idx="813">
                  <c:v>41393</c:v>
                </c:pt>
                <c:pt idx="814">
                  <c:v>41394</c:v>
                </c:pt>
                <c:pt idx="815">
                  <c:v>41395</c:v>
                </c:pt>
                <c:pt idx="816">
                  <c:v>41396</c:v>
                </c:pt>
                <c:pt idx="817">
                  <c:v>41397</c:v>
                </c:pt>
                <c:pt idx="818">
                  <c:v>41400</c:v>
                </c:pt>
                <c:pt idx="819">
                  <c:v>41401</c:v>
                </c:pt>
                <c:pt idx="820">
                  <c:v>41402</c:v>
                </c:pt>
                <c:pt idx="821">
                  <c:v>41403</c:v>
                </c:pt>
                <c:pt idx="822">
                  <c:v>41404</c:v>
                </c:pt>
                <c:pt idx="823">
                  <c:v>41407</c:v>
                </c:pt>
                <c:pt idx="824">
                  <c:v>41408</c:v>
                </c:pt>
                <c:pt idx="825">
                  <c:v>41409</c:v>
                </c:pt>
                <c:pt idx="826">
                  <c:v>41410</c:v>
                </c:pt>
                <c:pt idx="827">
                  <c:v>41411</c:v>
                </c:pt>
                <c:pt idx="828">
                  <c:v>41414</c:v>
                </c:pt>
                <c:pt idx="829">
                  <c:v>41415</c:v>
                </c:pt>
                <c:pt idx="830">
                  <c:v>41416</c:v>
                </c:pt>
                <c:pt idx="831">
                  <c:v>41417</c:v>
                </c:pt>
                <c:pt idx="832">
                  <c:v>41418</c:v>
                </c:pt>
                <c:pt idx="833">
                  <c:v>41422</c:v>
                </c:pt>
                <c:pt idx="834">
                  <c:v>41423</c:v>
                </c:pt>
                <c:pt idx="835">
                  <c:v>41424</c:v>
                </c:pt>
                <c:pt idx="836">
                  <c:v>41425</c:v>
                </c:pt>
                <c:pt idx="837">
                  <c:v>41428</c:v>
                </c:pt>
                <c:pt idx="838">
                  <c:v>41429</c:v>
                </c:pt>
                <c:pt idx="839">
                  <c:v>41430</c:v>
                </c:pt>
                <c:pt idx="840">
                  <c:v>41431</c:v>
                </c:pt>
                <c:pt idx="841">
                  <c:v>41432</c:v>
                </c:pt>
                <c:pt idx="842">
                  <c:v>41435</c:v>
                </c:pt>
                <c:pt idx="843">
                  <c:v>41436</c:v>
                </c:pt>
                <c:pt idx="844">
                  <c:v>41437</c:v>
                </c:pt>
                <c:pt idx="845">
                  <c:v>41438</c:v>
                </c:pt>
                <c:pt idx="846">
                  <c:v>41439</c:v>
                </c:pt>
                <c:pt idx="847">
                  <c:v>41442</c:v>
                </c:pt>
                <c:pt idx="848">
                  <c:v>41443</c:v>
                </c:pt>
                <c:pt idx="849">
                  <c:v>41444</c:v>
                </c:pt>
                <c:pt idx="850">
                  <c:v>41445</c:v>
                </c:pt>
                <c:pt idx="851">
                  <c:v>41446</c:v>
                </c:pt>
                <c:pt idx="852">
                  <c:v>41449</c:v>
                </c:pt>
                <c:pt idx="853">
                  <c:v>41450</c:v>
                </c:pt>
                <c:pt idx="854">
                  <c:v>41451</c:v>
                </c:pt>
                <c:pt idx="855">
                  <c:v>41452</c:v>
                </c:pt>
                <c:pt idx="856">
                  <c:v>41453</c:v>
                </c:pt>
                <c:pt idx="857">
                  <c:v>41456</c:v>
                </c:pt>
                <c:pt idx="858">
                  <c:v>41457</c:v>
                </c:pt>
                <c:pt idx="859">
                  <c:v>41458</c:v>
                </c:pt>
                <c:pt idx="860">
                  <c:v>41460</c:v>
                </c:pt>
                <c:pt idx="861">
                  <c:v>41463</c:v>
                </c:pt>
                <c:pt idx="862">
                  <c:v>41464</c:v>
                </c:pt>
                <c:pt idx="863">
                  <c:v>41465</c:v>
                </c:pt>
                <c:pt idx="864">
                  <c:v>41466</c:v>
                </c:pt>
                <c:pt idx="865">
                  <c:v>41467</c:v>
                </c:pt>
                <c:pt idx="866">
                  <c:v>41470</c:v>
                </c:pt>
                <c:pt idx="867">
                  <c:v>41471</c:v>
                </c:pt>
                <c:pt idx="868">
                  <c:v>41472</c:v>
                </c:pt>
                <c:pt idx="869">
                  <c:v>41473</c:v>
                </c:pt>
                <c:pt idx="870">
                  <c:v>41474</c:v>
                </c:pt>
                <c:pt idx="871">
                  <c:v>41477</c:v>
                </c:pt>
                <c:pt idx="872">
                  <c:v>41478</c:v>
                </c:pt>
                <c:pt idx="873">
                  <c:v>41479</c:v>
                </c:pt>
                <c:pt idx="874">
                  <c:v>41480</c:v>
                </c:pt>
                <c:pt idx="875">
                  <c:v>41481</c:v>
                </c:pt>
                <c:pt idx="876">
                  <c:v>41484</c:v>
                </c:pt>
                <c:pt idx="877">
                  <c:v>41485</c:v>
                </c:pt>
                <c:pt idx="878">
                  <c:v>41486</c:v>
                </c:pt>
                <c:pt idx="879">
                  <c:v>41487</c:v>
                </c:pt>
                <c:pt idx="880">
                  <c:v>41488</c:v>
                </c:pt>
                <c:pt idx="881">
                  <c:v>41491</c:v>
                </c:pt>
                <c:pt idx="882">
                  <c:v>41492</c:v>
                </c:pt>
                <c:pt idx="883">
                  <c:v>41493</c:v>
                </c:pt>
                <c:pt idx="884">
                  <c:v>41494</c:v>
                </c:pt>
                <c:pt idx="885">
                  <c:v>41495</c:v>
                </c:pt>
                <c:pt idx="886">
                  <c:v>41498</c:v>
                </c:pt>
                <c:pt idx="887">
                  <c:v>41499</c:v>
                </c:pt>
                <c:pt idx="888">
                  <c:v>41500</c:v>
                </c:pt>
                <c:pt idx="889">
                  <c:v>41501</c:v>
                </c:pt>
                <c:pt idx="890">
                  <c:v>41502</c:v>
                </c:pt>
                <c:pt idx="891">
                  <c:v>41505</c:v>
                </c:pt>
                <c:pt idx="892">
                  <c:v>41506</c:v>
                </c:pt>
                <c:pt idx="893">
                  <c:v>41507</c:v>
                </c:pt>
                <c:pt idx="894">
                  <c:v>41508</c:v>
                </c:pt>
                <c:pt idx="895">
                  <c:v>41509</c:v>
                </c:pt>
                <c:pt idx="896">
                  <c:v>41512</c:v>
                </c:pt>
                <c:pt idx="897">
                  <c:v>41513</c:v>
                </c:pt>
                <c:pt idx="898">
                  <c:v>41514</c:v>
                </c:pt>
                <c:pt idx="899">
                  <c:v>41515</c:v>
                </c:pt>
                <c:pt idx="900">
                  <c:v>41516</c:v>
                </c:pt>
                <c:pt idx="901">
                  <c:v>41520</c:v>
                </c:pt>
                <c:pt idx="902">
                  <c:v>41521</c:v>
                </c:pt>
                <c:pt idx="903">
                  <c:v>41522</c:v>
                </c:pt>
                <c:pt idx="904">
                  <c:v>41523</c:v>
                </c:pt>
                <c:pt idx="905">
                  <c:v>41526</c:v>
                </c:pt>
                <c:pt idx="906">
                  <c:v>41527</c:v>
                </c:pt>
                <c:pt idx="907">
                  <c:v>41528</c:v>
                </c:pt>
                <c:pt idx="908">
                  <c:v>41529</c:v>
                </c:pt>
                <c:pt idx="909">
                  <c:v>41530</c:v>
                </c:pt>
                <c:pt idx="910">
                  <c:v>41533</c:v>
                </c:pt>
                <c:pt idx="911">
                  <c:v>41534</c:v>
                </c:pt>
                <c:pt idx="912">
                  <c:v>41535</c:v>
                </c:pt>
                <c:pt idx="913">
                  <c:v>41536</c:v>
                </c:pt>
                <c:pt idx="914">
                  <c:v>41537</c:v>
                </c:pt>
                <c:pt idx="915">
                  <c:v>41540</c:v>
                </c:pt>
                <c:pt idx="916">
                  <c:v>41541</c:v>
                </c:pt>
                <c:pt idx="917">
                  <c:v>41542</c:v>
                </c:pt>
                <c:pt idx="918">
                  <c:v>41543</c:v>
                </c:pt>
                <c:pt idx="919">
                  <c:v>41544</c:v>
                </c:pt>
                <c:pt idx="920">
                  <c:v>41547</c:v>
                </c:pt>
                <c:pt idx="921">
                  <c:v>41548</c:v>
                </c:pt>
                <c:pt idx="922">
                  <c:v>41549</c:v>
                </c:pt>
                <c:pt idx="923">
                  <c:v>41550</c:v>
                </c:pt>
                <c:pt idx="924">
                  <c:v>41551</c:v>
                </c:pt>
                <c:pt idx="925">
                  <c:v>41554</c:v>
                </c:pt>
                <c:pt idx="926">
                  <c:v>41555</c:v>
                </c:pt>
                <c:pt idx="927">
                  <c:v>41556</c:v>
                </c:pt>
                <c:pt idx="928">
                  <c:v>41557</c:v>
                </c:pt>
                <c:pt idx="929">
                  <c:v>41558</c:v>
                </c:pt>
                <c:pt idx="930">
                  <c:v>41562</c:v>
                </c:pt>
                <c:pt idx="931">
                  <c:v>41563</c:v>
                </c:pt>
                <c:pt idx="932">
                  <c:v>41564</c:v>
                </c:pt>
                <c:pt idx="933">
                  <c:v>41565</c:v>
                </c:pt>
                <c:pt idx="934">
                  <c:v>41568</c:v>
                </c:pt>
                <c:pt idx="935">
                  <c:v>41569</c:v>
                </c:pt>
                <c:pt idx="936">
                  <c:v>41570</c:v>
                </c:pt>
                <c:pt idx="937">
                  <c:v>41571</c:v>
                </c:pt>
                <c:pt idx="938">
                  <c:v>41572</c:v>
                </c:pt>
                <c:pt idx="939">
                  <c:v>41575</c:v>
                </c:pt>
                <c:pt idx="940">
                  <c:v>41576</c:v>
                </c:pt>
                <c:pt idx="941">
                  <c:v>41577</c:v>
                </c:pt>
                <c:pt idx="942">
                  <c:v>41578</c:v>
                </c:pt>
                <c:pt idx="943">
                  <c:v>41579</c:v>
                </c:pt>
                <c:pt idx="944">
                  <c:v>41582</c:v>
                </c:pt>
                <c:pt idx="945">
                  <c:v>41583</c:v>
                </c:pt>
                <c:pt idx="946">
                  <c:v>41584</c:v>
                </c:pt>
                <c:pt idx="947">
                  <c:v>41585</c:v>
                </c:pt>
                <c:pt idx="948">
                  <c:v>41586</c:v>
                </c:pt>
                <c:pt idx="949">
                  <c:v>41590</c:v>
                </c:pt>
                <c:pt idx="950">
                  <c:v>41591</c:v>
                </c:pt>
                <c:pt idx="951">
                  <c:v>41592</c:v>
                </c:pt>
                <c:pt idx="952">
                  <c:v>41593</c:v>
                </c:pt>
                <c:pt idx="953">
                  <c:v>41596</c:v>
                </c:pt>
                <c:pt idx="954">
                  <c:v>41597</c:v>
                </c:pt>
                <c:pt idx="955">
                  <c:v>41598</c:v>
                </c:pt>
                <c:pt idx="956">
                  <c:v>41599</c:v>
                </c:pt>
                <c:pt idx="957">
                  <c:v>41600</c:v>
                </c:pt>
                <c:pt idx="958">
                  <c:v>41603</c:v>
                </c:pt>
                <c:pt idx="959">
                  <c:v>41604</c:v>
                </c:pt>
                <c:pt idx="960">
                  <c:v>41605</c:v>
                </c:pt>
                <c:pt idx="961">
                  <c:v>41607</c:v>
                </c:pt>
                <c:pt idx="962">
                  <c:v>41610</c:v>
                </c:pt>
                <c:pt idx="963">
                  <c:v>41611</c:v>
                </c:pt>
                <c:pt idx="964">
                  <c:v>41612</c:v>
                </c:pt>
                <c:pt idx="965">
                  <c:v>41613</c:v>
                </c:pt>
                <c:pt idx="966">
                  <c:v>41614</c:v>
                </c:pt>
                <c:pt idx="967">
                  <c:v>41617</c:v>
                </c:pt>
                <c:pt idx="968">
                  <c:v>41618</c:v>
                </c:pt>
                <c:pt idx="969">
                  <c:v>41619</c:v>
                </c:pt>
                <c:pt idx="970">
                  <c:v>41620</c:v>
                </c:pt>
                <c:pt idx="971">
                  <c:v>41621</c:v>
                </c:pt>
                <c:pt idx="972">
                  <c:v>41624</c:v>
                </c:pt>
                <c:pt idx="973">
                  <c:v>41625</c:v>
                </c:pt>
                <c:pt idx="974">
                  <c:v>41626</c:v>
                </c:pt>
                <c:pt idx="975">
                  <c:v>41627</c:v>
                </c:pt>
                <c:pt idx="976">
                  <c:v>41628</c:v>
                </c:pt>
                <c:pt idx="977">
                  <c:v>41631</c:v>
                </c:pt>
                <c:pt idx="978">
                  <c:v>41632</c:v>
                </c:pt>
                <c:pt idx="979">
                  <c:v>41634</c:v>
                </c:pt>
                <c:pt idx="980">
                  <c:v>41635</c:v>
                </c:pt>
                <c:pt idx="981">
                  <c:v>41638</c:v>
                </c:pt>
                <c:pt idx="982">
                  <c:v>41639</c:v>
                </c:pt>
                <c:pt idx="983">
                  <c:v>41641</c:v>
                </c:pt>
                <c:pt idx="984">
                  <c:v>41642</c:v>
                </c:pt>
                <c:pt idx="985">
                  <c:v>41645</c:v>
                </c:pt>
                <c:pt idx="986">
                  <c:v>41646</c:v>
                </c:pt>
                <c:pt idx="987">
                  <c:v>41647</c:v>
                </c:pt>
                <c:pt idx="988">
                  <c:v>41648</c:v>
                </c:pt>
                <c:pt idx="989">
                  <c:v>41649</c:v>
                </c:pt>
                <c:pt idx="990">
                  <c:v>41652</c:v>
                </c:pt>
                <c:pt idx="991">
                  <c:v>41653</c:v>
                </c:pt>
                <c:pt idx="992">
                  <c:v>41654</c:v>
                </c:pt>
                <c:pt idx="993">
                  <c:v>41655</c:v>
                </c:pt>
                <c:pt idx="994">
                  <c:v>41656</c:v>
                </c:pt>
                <c:pt idx="995">
                  <c:v>41660</c:v>
                </c:pt>
                <c:pt idx="996">
                  <c:v>41661</c:v>
                </c:pt>
                <c:pt idx="997">
                  <c:v>41662</c:v>
                </c:pt>
                <c:pt idx="998">
                  <c:v>41663</c:v>
                </c:pt>
                <c:pt idx="999">
                  <c:v>41666</c:v>
                </c:pt>
                <c:pt idx="1000">
                  <c:v>41667</c:v>
                </c:pt>
                <c:pt idx="1001">
                  <c:v>41668</c:v>
                </c:pt>
                <c:pt idx="1002">
                  <c:v>41669</c:v>
                </c:pt>
                <c:pt idx="1003">
                  <c:v>41670</c:v>
                </c:pt>
                <c:pt idx="1004">
                  <c:v>41673</c:v>
                </c:pt>
                <c:pt idx="1005">
                  <c:v>41674</c:v>
                </c:pt>
                <c:pt idx="1006">
                  <c:v>41675</c:v>
                </c:pt>
                <c:pt idx="1007">
                  <c:v>41676</c:v>
                </c:pt>
                <c:pt idx="1008">
                  <c:v>41677</c:v>
                </c:pt>
                <c:pt idx="1009">
                  <c:v>41680</c:v>
                </c:pt>
                <c:pt idx="1010">
                  <c:v>41681</c:v>
                </c:pt>
                <c:pt idx="1011">
                  <c:v>41682</c:v>
                </c:pt>
                <c:pt idx="1012">
                  <c:v>41683</c:v>
                </c:pt>
                <c:pt idx="1013">
                  <c:v>41684</c:v>
                </c:pt>
                <c:pt idx="1014">
                  <c:v>41688</c:v>
                </c:pt>
                <c:pt idx="1015">
                  <c:v>41689</c:v>
                </c:pt>
                <c:pt idx="1016">
                  <c:v>41690</c:v>
                </c:pt>
                <c:pt idx="1017">
                  <c:v>41691</c:v>
                </c:pt>
                <c:pt idx="1018">
                  <c:v>41694</c:v>
                </c:pt>
                <c:pt idx="1019">
                  <c:v>41695</c:v>
                </c:pt>
                <c:pt idx="1020">
                  <c:v>41696</c:v>
                </c:pt>
                <c:pt idx="1021">
                  <c:v>41697</c:v>
                </c:pt>
                <c:pt idx="1022">
                  <c:v>41698</c:v>
                </c:pt>
                <c:pt idx="1023">
                  <c:v>41701</c:v>
                </c:pt>
                <c:pt idx="1024">
                  <c:v>41702</c:v>
                </c:pt>
                <c:pt idx="1025">
                  <c:v>41703</c:v>
                </c:pt>
                <c:pt idx="1026">
                  <c:v>41704</c:v>
                </c:pt>
                <c:pt idx="1027">
                  <c:v>41705</c:v>
                </c:pt>
                <c:pt idx="1028">
                  <c:v>41708</c:v>
                </c:pt>
                <c:pt idx="1029">
                  <c:v>41709</c:v>
                </c:pt>
                <c:pt idx="1030">
                  <c:v>41710</c:v>
                </c:pt>
                <c:pt idx="1031">
                  <c:v>41711</c:v>
                </c:pt>
                <c:pt idx="1032">
                  <c:v>41712</c:v>
                </c:pt>
                <c:pt idx="1033">
                  <c:v>41715</c:v>
                </c:pt>
                <c:pt idx="1034">
                  <c:v>41716</c:v>
                </c:pt>
                <c:pt idx="1035">
                  <c:v>41717</c:v>
                </c:pt>
                <c:pt idx="1036">
                  <c:v>41718</c:v>
                </c:pt>
                <c:pt idx="1037">
                  <c:v>41719</c:v>
                </c:pt>
                <c:pt idx="1038">
                  <c:v>41722</c:v>
                </c:pt>
                <c:pt idx="1039">
                  <c:v>41723</c:v>
                </c:pt>
                <c:pt idx="1040">
                  <c:v>41724</c:v>
                </c:pt>
                <c:pt idx="1041">
                  <c:v>41725</c:v>
                </c:pt>
                <c:pt idx="1042">
                  <c:v>41726</c:v>
                </c:pt>
                <c:pt idx="1043">
                  <c:v>41729</c:v>
                </c:pt>
                <c:pt idx="1044">
                  <c:v>41730</c:v>
                </c:pt>
                <c:pt idx="1045">
                  <c:v>41731</c:v>
                </c:pt>
                <c:pt idx="1046">
                  <c:v>41732</c:v>
                </c:pt>
                <c:pt idx="1047">
                  <c:v>41733</c:v>
                </c:pt>
                <c:pt idx="1048">
                  <c:v>41736</c:v>
                </c:pt>
                <c:pt idx="1049">
                  <c:v>41737</c:v>
                </c:pt>
                <c:pt idx="1050">
                  <c:v>41738</c:v>
                </c:pt>
                <c:pt idx="1051">
                  <c:v>41739</c:v>
                </c:pt>
                <c:pt idx="1052">
                  <c:v>41740</c:v>
                </c:pt>
                <c:pt idx="1053">
                  <c:v>41743</c:v>
                </c:pt>
                <c:pt idx="1054">
                  <c:v>41744</c:v>
                </c:pt>
                <c:pt idx="1055">
                  <c:v>41750</c:v>
                </c:pt>
                <c:pt idx="1056">
                  <c:v>41751</c:v>
                </c:pt>
                <c:pt idx="1057">
                  <c:v>41752</c:v>
                </c:pt>
                <c:pt idx="1058">
                  <c:v>41753</c:v>
                </c:pt>
                <c:pt idx="1059">
                  <c:v>41754</c:v>
                </c:pt>
                <c:pt idx="1060">
                  <c:v>41757</c:v>
                </c:pt>
                <c:pt idx="1061">
                  <c:v>41758</c:v>
                </c:pt>
                <c:pt idx="1062">
                  <c:v>41759</c:v>
                </c:pt>
                <c:pt idx="1063">
                  <c:v>41760</c:v>
                </c:pt>
                <c:pt idx="1064">
                  <c:v>41761</c:v>
                </c:pt>
                <c:pt idx="1065">
                  <c:v>41764</c:v>
                </c:pt>
                <c:pt idx="1066">
                  <c:v>41765</c:v>
                </c:pt>
                <c:pt idx="1067">
                  <c:v>41766</c:v>
                </c:pt>
                <c:pt idx="1068">
                  <c:v>41767</c:v>
                </c:pt>
                <c:pt idx="1069">
                  <c:v>41768</c:v>
                </c:pt>
                <c:pt idx="1070">
                  <c:v>41771</c:v>
                </c:pt>
                <c:pt idx="1071">
                  <c:v>41772</c:v>
                </c:pt>
                <c:pt idx="1072">
                  <c:v>41773</c:v>
                </c:pt>
                <c:pt idx="1073">
                  <c:v>41774</c:v>
                </c:pt>
                <c:pt idx="1074">
                  <c:v>41775</c:v>
                </c:pt>
                <c:pt idx="1075">
                  <c:v>41778</c:v>
                </c:pt>
                <c:pt idx="1076">
                  <c:v>41779</c:v>
                </c:pt>
                <c:pt idx="1077">
                  <c:v>41780</c:v>
                </c:pt>
                <c:pt idx="1078">
                  <c:v>41781</c:v>
                </c:pt>
                <c:pt idx="1079">
                  <c:v>41782</c:v>
                </c:pt>
                <c:pt idx="1080">
                  <c:v>41786</c:v>
                </c:pt>
                <c:pt idx="1081">
                  <c:v>41787</c:v>
                </c:pt>
                <c:pt idx="1082">
                  <c:v>41788</c:v>
                </c:pt>
                <c:pt idx="1083">
                  <c:v>41789</c:v>
                </c:pt>
                <c:pt idx="1084">
                  <c:v>41792</c:v>
                </c:pt>
                <c:pt idx="1085">
                  <c:v>41793</c:v>
                </c:pt>
                <c:pt idx="1086">
                  <c:v>41794</c:v>
                </c:pt>
                <c:pt idx="1087">
                  <c:v>41795</c:v>
                </c:pt>
                <c:pt idx="1088">
                  <c:v>41796</c:v>
                </c:pt>
                <c:pt idx="1089">
                  <c:v>41799</c:v>
                </c:pt>
                <c:pt idx="1090">
                  <c:v>41800</c:v>
                </c:pt>
                <c:pt idx="1091">
                  <c:v>41801</c:v>
                </c:pt>
                <c:pt idx="1092">
                  <c:v>41802</c:v>
                </c:pt>
                <c:pt idx="1093">
                  <c:v>41803</c:v>
                </c:pt>
                <c:pt idx="1094">
                  <c:v>41806</c:v>
                </c:pt>
                <c:pt idx="1095">
                  <c:v>41807</c:v>
                </c:pt>
                <c:pt idx="1096">
                  <c:v>41808</c:v>
                </c:pt>
                <c:pt idx="1097">
                  <c:v>41809</c:v>
                </c:pt>
                <c:pt idx="1098">
                  <c:v>41810</c:v>
                </c:pt>
                <c:pt idx="1099">
                  <c:v>41813</c:v>
                </c:pt>
                <c:pt idx="1100">
                  <c:v>41814</c:v>
                </c:pt>
                <c:pt idx="1101">
                  <c:v>41815</c:v>
                </c:pt>
                <c:pt idx="1102">
                  <c:v>41816</c:v>
                </c:pt>
                <c:pt idx="1103">
                  <c:v>41817</c:v>
                </c:pt>
                <c:pt idx="1104">
                  <c:v>41820</c:v>
                </c:pt>
                <c:pt idx="1105">
                  <c:v>41821</c:v>
                </c:pt>
                <c:pt idx="1106">
                  <c:v>41822</c:v>
                </c:pt>
                <c:pt idx="1107">
                  <c:v>41823</c:v>
                </c:pt>
                <c:pt idx="1108">
                  <c:v>41827</c:v>
                </c:pt>
                <c:pt idx="1109">
                  <c:v>41828</c:v>
                </c:pt>
                <c:pt idx="1110">
                  <c:v>41829</c:v>
                </c:pt>
                <c:pt idx="1111">
                  <c:v>41830</c:v>
                </c:pt>
                <c:pt idx="1112">
                  <c:v>41831</c:v>
                </c:pt>
                <c:pt idx="1113">
                  <c:v>41834</c:v>
                </c:pt>
                <c:pt idx="1114">
                  <c:v>41835</c:v>
                </c:pt>
                <c:pt idx="1115">
                  <c:v>41836</c:v>
                </c:pt>
                <c:pt idx="1116">
                  <c:v>41837</c:v>
                </c:pt>
                <c:pt idx="1117">
                  <c:v>41838</c:v>
                </c:pt>
                <c:pt idx="1118">
                  <c:v>41841</c:v>
                </c:pt>
                <c:pt idx="1119">
                  <c:v>41842</c:v>
                </c:pt>
                <c:pt idx="1120">
                  <c:v>41843</c:v>
                </c:pt>
                <c:pt idx="1121">
                  <c:v>41844</c:v>
                </c:pt>
                <c:pt idx="1122">
                  <c:v>41845</c:v>
                </c:pt>
                <c:pt idx="1123">
                  <c:v>41848</c:v>
                </c:pt>
                <c:pt idx="1124">
                  <c:v>41849</c:v>
                </c:pt>
                <c:pt idx="1125">
                  <c:v>41850</c:v>
                </c:pt>
                <c:pt idx="1126">
                  <c:v>41851</c:v>
                </c:pt>
                <c:pt idx="1127">
                  <c:v>41852</c:v>
                </c:pt>
                <c:pt idx="1128">
                  <c:v>41855</c:v>
                </c:pt>
                <c:pt idx="1129">
                  <c:v>41856</c:v>
                </c:pt>
                <c:pt idx="1130">
                  <c:v>41857</c:v>
                </c:pt>
                <c:pt idx="1131">
                  <c:v>41858</c:v>
                </c:pt>
                <c:pt idx="1132">
                  <c:v>41859</c:v>
                </c:pt>
                <c:pt idx="1133">
                  <c:v>41862</c:v>
                </c:pt>
                <c:pt idx="1134">
                  <c:v>41863</c:v>
                </c:pt>
                <c:pt idx="1135">
                  <c:v>41864</c:v>
                </c:pt>
                <c:pt idx="1136">
                  <c:v>41865</c:v>
                </c:pt>
                <c:pt idx="1137">
                  <c:v>41866</c:v>
                </c:pt>
                <c:pt idx="1138">
                  <c:v>41869</c:v>
                </c:pt>
                <c:pt idx="1139">
                  <c:v>41870</c:v>
                </c:pt>
                <c:pt idx="1140">
                  <c:v>41871</c:v>
                </c:pt>
                <c:pt idx="1141">
                  <c:v>41872</c:v>
                </c:pt>
                <c:pt idx="1142">
                  <c:v>41873</c:v>
                </c:pt>
                <c:pt idx="1143">
                  <c:v>41876</c:v>
                </c:pt>
                <c:pt idx="1144">
                  <c:v>41877</c:v>
                </c:pt>
                <c:pt idx="1145">
                  <c:v>41878</c:v>
                </c:pt>
                <c:pt idx="1146">
                  <c:v>41879</c:v>
                </c:pt>
                <c:pt idx="1147">
                  <c:v>41880</c:v>
                </c:pt>
                <c:pt idx="1148">
                  <c:v>41884</c:v>
                </c:pt>
                <c:pt idx="1149">
                  <c:v>41885</c:v>
                </c:pt>
                <c:pt idx="1150">
                  <c:v>41886</c:v>
                </c:pt>
                <c:pt idx="1151">
                  <c:v>41887</c:v>
                </c:pt>
                <c:pt idx="1152">
                  <c:v>41890</c:v>
                </c:pt>
                <c:pt idx="1153">
                  <c:v>41891</c:v>
                </c:pt>
                <c:pt idx="1154">
                  <c:v>41892</c:v>
                </c:pt>
                <c:pt idx="1155">
                  <c:v>41893</c:v>
                </c:pt>
                <c:pt idx="1156">
                  <c:v>41894</c:v>
                </c:pt>
                <c:pt idx="1157">
                  <c:v>41897</c:v>
                </c:pt>
                <c:pt idx="1158">
                  <c:v>41898</c:v>
                </c:pt>
                <c:pt idx="1159">
                  <c:v>41899</c:v>
                </c:pt>
                <c:pt idx="1160">
                  <c:v>41900</c:v>
                </c:pt>
                <c:pt idx="1161">
                  <c:v>41901</c:v>
                </c:pt>
                <c:pt idx="1162">
                  <c:v>41904</c:v>
                </c:pt>
                <c:pt idx="1163">
                  <c:v>41905</c:v>
                </c:pt>
                <c:pt idx="1164">
                  <c:v>41906</c:v>
                </c:pt>
                <c:pt idx="1165">
                  <c:v>41907</c:v>
                </c:pt>
                <c:pt idx="1166">
                  <c:v>41908</c:v>
                </c:pt>
                <c:pt idx="1167">
                  <c:v>41911</c:v>
                </c:pt>
                <c:pt idx="1168">
                  <c:v>41912</c:v>
                </c:pt>
                <c:pt idx="1169">
                  <c:v>41913</c:v>
                </c:pt>
                <c:pt idx="1170">
                  <c:v>41914</c:v>
                </c:pt>
                <c:pt idx="1171">
                  <c:v>41915</c:v>
                </c:pt>
                <c:pt idx="1172">
                  <c:v>41918</c:v>
                </c:pt>
                <c:pt idx="1173">
                  <c:v>41919</c:v>
                </c:pt>
                <c:pt idx="1174">
                  <c:v>41920</c:v>
                </c:pt>
                <c:pt idx="1175">
                  <c:v>41921</c:v>
                </c:pt>
                <c:pt idx="1176">
                  <c:v>41922</c:v>
                </c:pt>
                <c:pt idx="1177">
                  <c:v>41926</c:v>
                </c:pt>
                <c:pt idx="1178">
                  <c:v>41927</c:v>
                </c:pt>
                <c:pt idx="1179">
                  <c:v>41928</c:v>
                </c:pt>
                <c:pt idx="1180">
                  <c:v>41929</c:v>
                </c:pt>
                <c:pt idx="1181">
                  <c:v>41932</c:v>
                </c:pt>
                <c:pt idx="1182">
                  <c:v>41933</c:v>
                </c:pt>
                <c:pt idx="1183">
                  <c:v>41934</c:v>
                </c:pt>
                <c:pt idx="1184">
                  <c:v>41935</c:v>
                </c:pt>
                <c:pt idx="1185">
                  <c:v>41936</c:v>
                </c:pt>
                <c:pt idx="1186">
                  <c:v>41939</c:v>
                </c:pt>
                <c:pt idx="1187">
                  <c:v>41940</c:v>
                </c:pt>
                <c:pt idx="1188">
                  <c:v>41941</c:v>
                </c:pt>
                <c:pt idx="1189">
                  <c:v>41942</c:v>
                </c:pt>
                <c:pt idx="1190">
                  <c:v>41943</c:v>
                </c:pt>
                <c:pt idx="1191">
                  <c:v>41946</c:v>
                </c:pt>
                <c:pt idx="1192">
                  <c:v>41947</c:v>
                </c:pt>
                <c:pt idx="1193">
                  <c:v>41948</c:v>
                </c:pt>
                <c:pt idx="1194">
                  <c:v>41949</c:v>
                </c:pt>
                <c:pt idx="1195">
                  <c:v>41950</c:v>
                </c:pt>
                <c:pt idx="1196">
                  <c:v>41953</c:v>
                </c:pt>
                <c:pt idx="1197">
                  <c:v>41955</c:v>
                </c:pt>
                <c:pt idx="1198">
                  <c:v>41956</c:v>
                </c:pt>
                <c:pt idx="1199">
                  <c:v>41957</c:v>
                </c:pt>
                <c:pt idx="1200">
                  <c:v>41960</c:v>
                </c:pt>
                <c:pt idx="1201">
                  <c:v>41961</c:v>
                </c:pt>
                <c:pt idx="1202">
                  <c:v>41962</c:v>
                </c:pt>
                <c:pt idx="1203">
                  <c:v>41963</c:v>
                </c:pt>
                <c:pt idx="1204">
                  <c:v>41964</c:v>
                </c:pt>
                <c:pt idx="1205">
                  <c:v>41967</c:v>
                </c:pt>
                <c:pt idx="1206">
                  <c:v>41968</c:v>
                </c:pt>
                <c:pt idx="1207">
                  <c:v>41969</c:v>
                </c:pt>
                <c:pt idx="1208">
                  <c:v>41971</c:v>
                </c:pt>
                <c:pt idx="1209">
                  <c:v>41974</c:v>
                </c:pt>
                <c:pt idx="1210">
                  <c:v>41975</c:v>
                </c:pt>
                <c:pt idx="1211">
                  <c:v>41976</c:v>
                </c:pt>
                <c:pt idx="1212">
                  <c:v>41977</c:v>
                </c:pt>
                <c:pt idx="1213">
                  <c:v>41978</c:v>
                </c:pt>
                <c:pt idx="1214">
                  <c:v>41981</c:v>
                </c:pt>
                <c:pt idx="1215">
                  <c:v>41982</c:v>
                </c:pt>
                <c:pt idx="1216">
                  <c:v>41983</c:v>
                </c:pt>
                <c:pt idx="1217">
                  <c:v>41984</c:v>
                </c:pt>
                <c:pt idx="1218">
                  <c:v>41985</c:v>
                </c:pt>
                <c:pt idx="1219">
                  <c:v>41988</c:v>
                </c:pt>
                <c:pt idx="1220">
                  <c:v>41989</c:v>
                </c:pt>
                <c:pt idx="1221">
                  <c:v>41990</c:v>
                </c:pt>
                <c:pt idx="1222">
                  <c:v>41991</c:v>
                </c:pt>
                <c:pt idx="1223">
                  <c:v>41992</c:v>
                </c:pt>
                <c:pt idx="1224">
                  <c:v>41995</c:v>
                </c:pt>
                <c:pt idx="1225">
                  <c:v>41996</c:v>
                </c:pt>
                <c:pt idx="1226">
                  <c:v>41997</c:v>
                </c:pt>
                <c:pt idx="1227">
                  <c:v>41999</c:v>
                </c:pt>
                <c:pt idx="1228">
                  <c:v>42002</c:v>
                </c:pt>
                <c:pt idx="1229">
                  <c:v>42003</c:v>
                </c:pt>
                <c:pt idx="1230">
                  <c:v>42004</c:v>
                </c:pt>
                <c:pt idx="1231">
                  <c:v>42006</c:v>
                </c:pt>
                <c:pt idx="1232">
                  <c:v>42009</c:v>
                </c:pt>
                <c:pt idx="1233">
                  <c:v>42010</c:v>
                </c:pt>
                <c:pt idx="1234">
                  <c:v>42011</c:v>
                </c:pt>
                <c:pt idx="1235">
                  <c:v>42012</c:v>
                </c:pt>
                <c:pt idx="1236">
                  <c:v>42013</c:v>
                </c:pt>
                <c:pt idx="1237">
                  <c:v>42017</c:v>
                </c:pt>
                <c:pt idx="1238">
                  <c:v>42018</c:v>
                </c:pt>
                <c:pt idx="1239">
                  <c:v>42019</c:v>
                </c:pt>
                <c:pt idx="1240">
                  <c:v>42020</c:v>
                </c:pt>
                <c:pt idx="1241">
                  <c:v>42024</c:v>
                </c:pt>
                <c:pt idx="1242">
                  <c:v>42025</c:v>
                </c:pt>
                <c:pt idx="1243">
                  <c:v>42026</c:v>
                </c:pt>
                <c:pt idx="1244">
                  <c:v>42027</c:v>
                </c:pt>
                <c:pt idx="1245">
                  <c:v>42030</c:v>
                </c:pt>
                <c:pt idx="1246">
                  <c:v>42031</c:v>
                </c:pt>
                <c:pt idx="1247">
                  <c:v>42032</c:v>
                </c:pt>
                <c:pt idx="1248">
                  <c:v>42033</c:v>
                </c:pt>
                <c:pt idx="1249">
                  <c:v>42034</c:v>
                </c:pt>
                <c:pt idx="1250">
                  <c:v>42037</c:v>
                </c:pt>
                <c:pt idx="1251">
                  <c:v>42038</c:v>
                </c:pt>
                <c:pt idx="1252">
                  <c:v>42039</c:v>
                </c:pt>
                <c:pt idx="1253">
                  <c:v>42040</c:v>
                </c:pt>
                <c:pt idx="1254">
                  <c:v>42041</c:v>
                </c:pt>
                <c:pt idx="1255">
                  <c:v>42044</c:v>
                </c:pt>
                <c:pt idx="1256">
                  <c:v>42045</c:v>
                </c:pt>
                <c:pt idx="1257">
                  <c:v>42046</c:v>
                </c:pt>
                <c:pt idx="1258">
                  <c:v>42047</c:v>
                </c:pt>
                <c:pt idx="1259">
                  <c:v>42048</c:v>
                </c:pt>
                <c:pt idx="1260">
                  <c:v>42052</c:v>
                </c:pt>
                <c:pt idx="1261">
                  <c:v>42053</c:v>
                </c:pt>
                <c:pt idx="1262">
                  <c:v>42054</c:v>
                </c:pt>
                <c:pt idx="1263">
                  <c:v>42055</c:v>
                </c:pt>
                <c:pt idx="1264">
                  <c:v>42058</c:v>
                </c:pt>
                <c:pt idx="1265">
                  <c:v>42059</c:v>
                </c:pt>
                <c:pt idx="1266">
                  <c:v>42060</c:v>
                </c:pt>
                <c:pt idx="1267">
                  <c:v>42061</c:v>
                </c:pt>
                <c:pt idx="1268">
                  <c:v>42062</c:v>
                </c:pt>
                <c:pt idx="1269">
                  <c:v>42065</c:v>
                </c:pt>
                <c:pt idx="1270">
                  <c:v>42066</c:v>
                </c:pt>
                <c:pt idx="1271">
                  <c:v>42067</c:v>
                </c:pt>
                <c:pt idx="1272">
                  <c:v>42068</c:v>
                </c:pt>
                <c:pt idx="1273">
                  <c:v>42069</c:v>
                </c:pt>
                <c:pt idx="1274">
                  <c:v>42072</c:v>
                </c:pt>
                <c:pt idx="1275">
                  <c:v>42073</c:v>
                </c:pt>
                <c:pt idx="1276">
                  <c:v>42074</c:v>
                </c:pt>
                <c:pt idx="1277">
                  <c:v>42075</c:v>
                </c:pt>
                <c:pt idx="1278">
                  <c:v>42076</c:v>
                </c:pt>
                <c:pt idx="1279">
                  <c:v>42079</c:v>
                </c:pt>
                <c:pt idx="1280">
                  <c:v>42080</c:v>
                </c:pt>
                <c:pt idx="1281">
                  <c:v>42081</c:v>
                </c:pt>
                <c:pt idx="1282">
                  <c:v>42082</c:v>
                </c:pt>
                <c:pt idx="1283">
                  <c:v>42083</c:v>
                </c:pt>
                <c:pt idx="1284">
                  <c:v>42086</c:v>
                </c:pt>
                <c:pt idx="1285">
                  <c:v>42087</c:v>
                </c:pt>
                <c:pt idx="1286">
                  <c:v>42088</c:v>
                </c:pt>
                <c:pt idx="1287">
                  <c:v>42089</c:v>
                </c:pt>
                <c:pt idx="1288">
                  <c:v>42090</c:v>
                </c:pt>
                <c:pt idx="1289">
                  <c:v>42093</c:v>
                </c:pt>
                <c:pt idx="1290">
                  <c:v>42094</c:v>
                </c:pt>
                <c:pt idx="1291">
                  <c:v>42095</c:v>
                </c:pt>
                <c:pt idx="1292">
                  <c:v>42096</c:v>
                </c:pt>
                <c:pt idx="1293">
                  <c:v>42100</c:v>
                </c:pt>
                <c:pt idx="1294">
                  <c:v>42101</c:v>
                </c:pt>
                <c:pt idx="1295">
                  <c:v>42102</c:v>
                </c:pt>
                <c:pt idx="1296">
                  <c:v>42103</c:v>
                </c:pt>
                <c:pt idx="1297">
                  <c:v>42104</c:v>
                </c:pt>
                <c:pt idx="1298">
                  <c:v>42107</c:v>
                </c:pt>
                <c:pt idx="1299">
                  <c:v>42108</c:v>
                </c:pt>
                <c:pt idx="1300">
                  <c:v>42109</c:v>
                </c:pt>
                <c:pt idx="1301">
                  <c:v>42110</c:v>
                </c:pt>
                <c:pt idx="1302">
                  <c:v>42111</c:v>
                </c:pt>
                <c:pt idx="1303">
                  <c:v>42114</c:v>
                </c:pt>
                <c:pt idx="1304">
                  <c:v>42115</c:v>
                </c:pt>
                <c:pt idx="1305">
                  <c:v>42116</c:v>
                </c:pt>
                <c:pt idx="1306">
                  <c:v>42117</c:v>
                </c:pt>
                <c:pt idx="1307">
                  <c:v>42118</c:v>
                </c:pt>
                <c:pt idx="1308">
                  <c:v>42121</c:v>
                </c:pt>
                <c:pt idx="1309">
                  <c:v>42122</c:v>
                </c:pt>
                <c:pt idx="1310">
                  <c:v>42123</c:v>
                </c:pt>
                <c:pt idx="1311">
                  <c:v>42124</c:v>
                </c:pt>
                <c:pt idx="1312">
                  <c:v>42125</c:v>
                </c:pt>
                <c:pt idx="1313">
                  <c:v>42128</c:v>
                </c:pt>
                <c:pt idx="1314">
                  <c:v>42129</c:v>
                </c:pt>
                <c:pt idx="1315">
                  <c:v>42130</c:v>
                </c:pt>
                <c:pt idx="1316">
                  <c:v>42131</c:v>
                </c:pt>
                <c:pt idx="1317">
                  <c:v>42132</c:v>
                </c:pt>
                <c:pt idx="1318">
                  <c:v>42135</c:v>
                </c:pt>
                <c:pt idx="1319">
                  <c:v>42136</c:v>
                </c:pt>
                <c:pt idx="1320">
                  <c:v>42137</c:v>
                </c:pt>
                <c:pt idx="1321">
                  <c:v>42138</c:v>
                </c:pt>
                <c:pt idx="1322">
                  <c:v>42139</c:v>
                </c:pt>
                <c:pt idx="1323">
                  <c:v>42142</c:v>
                </c:pt>
                <c:pt idx="1324">
                  <c:v>42143</c:v>
                </c:pt>
                <c:pt idx="1325">
                  <c:v>42144</c:v>
                </c:pt>
                <c:pt idx="1326">
                  <c:v>42145</c:v>
                </c:pt>
                <c:pt idx="1327">
                  <c:v>42146</c:v>
                </c:pt>
                <c:pt idx="1328">
                  <c:v>42150</c:v>
                </c:pt>
                <c:pt idx="1329">
                  <c:v>42151</c:v>
                </c:pt>
                <c:pt idx="1330">
                  <c:v>42152</c:v>
                </c:pt>
                <c:pt idx="1331">
                  <c:v>42153</c:v>
                </c:pt>
                <c:pt idx="1332">
                  <c:v>42156</c:v>
                </c:pt>
                <c:pt idx="1333">
                  <c:v>42157</c:v>
                </c:pt>
                <c:pt idx="1334">
                  <c:v>42158</c:v>
                </c:pt>
                <c:pt idx="1335">
                  <c:v>42159</c:v>
                </c:pt>
                <c:pt idx="1336">
                  <c:v>42160</c:v>
                </c:pt>
                <c:pt idx="1337">
                  <c:v>42163</c:v>
                </c:pt>
                <c:pt idx="1338">
                  <c:v>42164</c:v>
                </c:pt>
                <c:pt idx="1339">
                  <c:v>42165</c:v>
                </c:pt>
                <c:pt idx="1340">
                  <c:v>42166</c:v>
                </c:pt>
                <c:pt idx="1341">
                  <c:v>42167</c:v>
                </c:pt>
                <c:pt idx="1342">
                  <c:v>42170</c:v>
                </c:pt>
                <c:pt idx="1343">
                  <c:v>42171</c:v>
                </c:pt>
                <c:pt idx="1344">
                  <c:v>42172</c:v>
                </c:pt>
                <c:pt idx="1345">
                  <c:v>42173</c:v>
                </c:pt>
                <c:pt idx="1346">
                  <c:v>42174</c:v>
                </c:pt>
                <c:pt idx="1347">
                  <c:v>42177</c:v>
                </c:pt>
                <c:pt idx="1348">
                  <c:v>42178</c:v>
                </c:pt>
                <c:pt idx="1349">
                  <c:v>42179</c:v>
                </c:pt>
                <c:pt idx="1350">
                  <c:v>42180</c:v>
                </c:pt>
                <c:pt idx="1351">
                  <c:v>42181</c:v>
                </c:pt>
                <c:pt idx="1352">
                  <c:v>42184</c:v>
                </c:pt>
                <c:pt idx="1353">
                  <c:v>42185</c:v>
                </c:pt>
                <c:pt idx="1354">
                  <c:v>42191</c:v>
                </c:pt>
                <c:pt idx="1355">
                  <c:v>42192</c:v>
                </c:pt>
                <c:pt idx="1356">
                  <c:v>42193</c:v>
                </c:pt>
                <c:pt idx="1357">
                  <c:v>42194</c:v>
                </c:pt>
                <c:pt idx="1358">
                  <c:v>42195</c:v>
                </c:pt>
                <c:pt idx="1359">
                  <c:v>42198</c:v>
                </c:pt>
                <c:pt idx="1360">
                  <c:v>42199</c:v>
                </c:pt>
                <c:pt idx="1361">
                  <c:v>42200</c:v>
                </c:pt>
                <c:pt idx="1362">
                  <c:v>42201</c:v>
                </c:pt>
                <c:pt idx="1363">
                  <c:v>42202</c:v>
                </c:pt>
                <c:pt idx="1364">
                  <c:v>42205</c:v>
                </c:pt>
                <c:pt idx="1365">
                  <c:v>42206</c:v>
                </c:pt>
                <c:pt idx="1366">
                  <c:v>42207</c:v>
                </c:pt>
                <c:pt idx="1367">
                  <c:v>42208</c:v>
                </c:pt>
                <c:pt idx="1368">
                  <c:v>42209</c:v>
                </c:pt>
                <c:pt idx="1369">
                  <c:v>42212</c:v>
                </c:pt>
                <c:pt idx="1370">
                  <c:v>42213</c:v>
                </c:pt>
                <c:pt idx="1371">
                  <c:v>42214</c:v>
                </c:pt>
                <c:pt idx="1372">
                  <c:v>42215</c:v>
                </c:pt>
                <c:pt idx="1373">
                  <c:v>42216</c:v>
                </c:pt>
                <c:pt idx="1374">
                  <c:v>42219</c:v>
                </c:pt>
                <c:pt idx="1375">
                  <c:v>42220</c:v>
                </c:pt>
                <c:pt idx="1376">
                  <c:v>42221</c:v>
                </c:pt>
                <c:pt idx="1377">
                  <c:v>42222</c:v>
                </c:pt>
                <c:pt idx="1378">
                  <c:v>42223</c:v>
                </c:pt>
                <c:pt idx="1379">
                  <c:v>42226</c:v>
                </c:pt>
                <c:pt idx="1380">
                  <c:v>42227</c:v>
                </c:pt>
                <c:pt idx="1381">
                  <c:v>42228</c:v>
                </c:pt>
                <c:pt idx="1382">
                  <c:v>42229</c:v>
                </c:pt>
                <c:pt idx="1383">
                  <c:v>42230</c:v>
                </c:pt>
                <c:pt idx="1384">
                  <c:v>42233</c:v>
                </c:pt>
                <c:pt idx="1385">
                  <c:v>42234</c:v>
                </c:pt>
                <c:pt idx="1386">
                  <c:v>42235</c:v>
                </c:pt>
                <c:pt idx="1387">
                  <c:v>42236</c:v>
                </c:pt>
                <c:pt idx="1388">
                  <c:v>42237</c:v>
                </c:pt>
                <c:pt idx="1389">
                  <c:v>42240</c:v>
                </c:pt>
                <c:pt idx="1390">
                  <c:v>42241</c:v>
                </c:pt>
                <c:pt idx="1391">
                  <c:v>42242</c:v>
                </c:pt>
                <c:pt idx="1392">
                  <c:v>42243</c:v>
                </c:pt>
                <c:pt idx="1393">
                  <c:v>42244</c:v>
                </c:pt>
                <c:pt idx="1394">
                  <c:v>42247</c:v>
                </c:pt>
                <c:pt idx="1395">
                  <c:v>42248</c:v>
                </c:pt>
                <c:pt idx="1396">
                  <c:v>42249</c:v>
                </c:pt>
                <c:pt idx="1397">
                  <c:v>42250</c:v>
                </c:pt>
                <c:pt idx="1398">
                  <c:v>42251</c:v>
                </c:pt>
                <c:pt idx="1399">
                  <c:v>42255</c:v>
                </c:pt>
                <c:pt idx="1400">
                  <c:v>42256</c:v>
                </c:pt>
                <c:pt idx="1401">
                  <c:v>42257</c:v>
                </c:pt>
                <c:pt idx="1402">
                  <c:v>42258</c:v>
                </c:pt>
                <c:pt idx="1403">
                  <c:v>42261</c:v>
                </c:pt>
                <c:pt idx="1404">
                  <c:v>42262</c:v>
                </c:pt>
                <c:pt idx="1405">
                  <c:v>42263</c:v>
                </c:pt>
                <c:pt idx="1406">
                  <c:v>42264</c:v>
                </c:pt>
                <c:pt idx="1407">
                  <c:v>42265</c:v>
                </c:pt>
                <c:pt idx="1408">
                  <c:v>42268</c:v>
                </c:pt>
                <c:pt idx="1409">
                  <c:v>42269</c:v>
                </c:pt>
                <c:pt idx="1410">
                  <c:v>42270</c:v>
                </c:pt>
                <c:pt idx="1411">
                  <c:v>42271</c:v>
                </c:pt>
                <c:pt idx="1412">
                  <c:v>42272</c:v>
                </c:pt>
                <c:pt idx="1413">
                  <c:v>42275</c:v>
                </c:pt>
                <c:pt idx="1414">
                  <c:v>42276</c:v>
                </c:pt>
                <c:pt idx="1415">
                  <c:v>42277</c:v>
                </c:pt>
                <c:pt idx="1416">
                  <c:v>42278</c:v>
                </c:pt>
                <c:pt idx="1417">
                  <c:v>42279</c:v>
                </c:pt>
                <c:pt idx="1418">
                  <c:v>42282</c:v>
                </c:pt>
                <c:pt idx="1419">
                  <c:v>42283</c:v>
                </c:pt>
                <c:pt idx="1420">
                  <c:v>42284</c:v>
                </c:pt>
                <c:pt idx="1421">
                  <c:v>42285</c:v>
                </c:pt>
                <c:pt idx="1422">
                  <c:v>42286</c:v>
                </c:pt>
                <c:pt idx="1423">
                  <c:v>42290</c:v>
                </c:pt>
                <c:pt idx="1424">
                  <c:v>42291</c:v>
                </c:pt>
                <c:pt idx="1425">
                  <c:v>42292</c:v>
                </c:pt>
                <c:pt idx="1426">
                  <c:v>42293</c:v>
                </c:pt>
                <c:pt idx="1427">
                  <c:v>42296</c:v>
                </c:pt>
                <c:pt idx="1428">
                  <c:v>42297</c:v>
                </c:pt>
                <c:pt idx="1429">
                  <c:v>42298</c:v>
                </c:pt>
                <c:pt idx="1430">
                  <c:v>42299</c:v>
                </c:pt>
                <c:pt idx="1431">
                  <c:v>42300</c:v>
                </c:pt>
                <c:pt idx="1432">
                  <c:v>42303</c:v>
                </c:pt>
                <c:pt idx="1433">
                  <c:v>42304</c:v>
                </c:pt>
                <c:pt idx="1434">
                  <c:v>42305</c:v>
                </c:pt>
                <c:pt idx="1435">
                  <c:v>42306</c:v>
                </c:pt>
                <c:pt idx="1436">
                  <c:v>42307</c:v>
                </c:pt>
                <c:pt idx="1437">
                  <c:v>42310</c:v>
                </c:pt>
                <c:pt idx="1438">
                  <c:v>42311</c:v>
                </c:pt>
                <c:pt idx="1439">
                  <c:v>42312</c:v>
                </c:pt>
                <c:pt idx="1440">
                  <c:v>42313</c:v>
                </c:pt>
                <c:pt idx="1441">
                  <c:v>42314</c:v>
                </c:pt>
                <c:pt idx="1442">
                  <c:v>42317</c:v>
                </c:pt>
                <c:pt idx="1443">
                  <c:v>42318</c:v>
                </c:pt>
                <c:pt idx="1444">
                  <c:v>42320</c:v>
                </c:pt>
                <c:pt idx="1445">
                  <c:v>42321</c:v>
                </c:pt>
                <c:pt idx="1446">
                  <c:v>42324</c:v>
                </c:pt>
                <c:pt idx="1447">
                  <c:v>42325</c:v>
                </c:pt>
                <c:pt idx="1448">
                  <c:v>42326</c:v>
                </c:pt>
                <c:pt idx="1449">
                  <c:v>42327</c:v>
                </c:pt>
                <c:pt idx="1450">
                  <c:v>42328</c:v>
                </c:pt>
                <c:pt idx="1451">
                  <c:v>42331</c:v>
                </c:pt>
                <c:pt idx="1452">
                  <c:v>42332</c:v>
                </c:pt>
                <c:pt idx="1453">
                  <c:v>42333</c:v>
                </c:pt>
                <c:pt idx="1454">
                  <c:v>42335</c:v>
                </c:pt>
                <c:pt idx="1455">
                  <c:v>42338</c:v>
                </c:pt>
                <c:pt idx="1456">
                  <c:v>42339</c:v>
                </c:pt>
                <c:pt idx="1457">
                  <c:v>42340</c:v>
                </c:pt>
                <c:pt idx="1458">
                  <c:v>42341</c:v>
                </c:pt>
                <c:pt idx="1459">
                  <c:v>42342</c:v>
                </c:pt>
                <c:pt idx="1460">
                  <c:v>42345</c:v>
                </c:pt>
                <c:pt idx="1461">
                  <c:v>42346</c:v>
                </c:pt>
                <c:pt idx="1462">
                  <c:v>42347</c:v>
                </c:pt>
                <c:pt idx="1463">
                  <c:v>42348</c:v>
                </c:pt>
                <c:pt idx="1464">
                  <c:v>42349</c:v>
                </c:pt>
                <c:pt idx="1465">
                  <c:v>42352</c:v>
                </c:pt>
                <c:pt idx="1466">
                  <c:v>42353</c:v>
                </c:pt>
                <c:pt idx="1467">
                  <c:v>42354</c:v>
                </c:pt>
                <c:pt idx="1468">
                  <c:v>42355</c:v>
                </c:pt>
                <c:pt idx="1469">
                  <c:v>42356</c:v>
                </c:pt>
                <c:pt idx="1470">
                  <c:v>42359</c:v>
                </c:pt>
                <c:pt idx="1471">
                  <c:v>42360</c:v>
                </c:pt>
                <c:pt idx="1472">
                  <c:v>42361</c:v>
                </c:pt>
                <c:pt idx="1473">
                  <c:v>42362</c:v>
                </c:pt>
                <c:pt idx="1474">
                  <c:v>42366</c:v>
                </c:pt>
                <c:pt idx="1475">
                  <c:v>42367</c:v>
                </c:pt>
                <c:pt idx="1476">
                  <c:v>42368</c:v>
                </c:pt>
                <c:pt idx="1477">
                  <c:v>42369</c:v>
                </c:pt>
                <c:pt idx="1478">
                  <c:v>42373</c:v>
                </c:pt>
                <c:pt idx="1479">
                  <c:v>42374</c:v>
                </c:pt>
                <c:pt idx="1480">
                  <c:v>42375</c:v>
                </c:pt>
                <c:pt idx="1481">
                  <c:v>42376</c:v>
                </c:pt>
                <c:pt idx="1482">
                  <c:v>42377</c:v>
                </c:pt>
                <c:pt idx="1483">
                  <c:v>42380</c:v>
                </c:pt>
                <c:pt idx="1484">
                  <c:v>42381</c:v>
                </c:pt>
                <c:pt idx="1485">
                  <c:v>42382</c:v>
                </c:pt>
                <c:pt idx="1486">
                  <c:v>42383</c:v>
                </c:pt>
                <c:pt idx="1487">
                  <c:v>42384</c:v>
                </c:pt>
                <c:pt idx="1488">
                  <c:v>42388</c:v>
                </c:pt>
                <c:pt idx="1489">
                  <c:v>42389</c:v>
                </c:pt>
                <c:pt idx="1490">
                  <c:v>42390</c:v>
                </c:pt>
                <c:pt idx="1491">
                  <c:v>42391</c:v>
                </c:pt>
                <c:pt idx="1492">
                  <c:v>42394</c:v>
                </c:pt>
                <c:pt idx="1493">
                  <c:v>42395</c:v>
                </c:pt>
                <c:pt idx="1494">
                  <c:v>42396</c:v>
                </c:pt>
                <c:pt idx="1495">
                  <c:v>42397</c:v>
                </c:pt>
                <c:pt idx="1496">
                  <c:v>42398</c:v>
                </c:pt>
                <c:pt idx="1497">
                  <c:v>42401</c:v>
                </c:pt>
                <c:pt idx="1498">
                  <c:v>42402</c:v>
                </c:pt>
                <c:pt idx="1499">
                  <c:v>42403</c:v>
                </c:pt>
                <c:pt idx="1500">
                  <c:v>42404</c:v>
                </c:pt>
                <c:pt idx="1501">
                  <c:v>42405</c:v>
                </c:pt>
                <c:pt idx="1502">
                  <c:v>42408</c:v>
                </c:pt>
                <c:pt idx="1503">
                  <c:v>42409</c:v>
                </c:pt>
                <c:pt idx="1504">
                  <c:v>42410</c:v>
                </c:pt>
                <c:pt idx="1505">
                  <c:v>42411</c:v>
                </c:pt>
                <c:pt idx="1506">
                  <c:v>42412</c:v>
                </c:pt>
                <c:pt idx="1507">
                  <c:v>42416</c:v>
                </c:pt>
                <c:pt idx="1508">
                  <c:v>42417</c:v>
                </c:pt>
                <c:pt idx="1509">
                  <c:v>42418</c:v>
                </c:pt>
                <c:pt idx="1510">
                  <c:v>42419</c:v>
                </c:pt>
                <c:pt idx="1511">
                  <c:v>42422</c:v>
                </c:pt>
                <c:pt idx="1512">
                  <c:v>42423</c:v>
                </c:pt>
                <c:pt idx="1513">
                  <c:v>42424</c:v>
                </c:pt>
                <c:pt idx="1514">
                  <c:v>42425</c:v>
                </c:pt>
                <c:pt idx="1515">
                  <c:v>42426</c:v>
                </c:pt>
                <c:pt idx="1516">
                  <c:v>42429</c:v>
                </c:pt>
                <c:pt idx="1517">
                  <c:v>42430</c:v>
                </c:pt>
                <c:pt idx="1518">
                  <c:v>42431</c:v>
                </c:pt>
                <c:pt idx="1519">
                  <c:v>42432</c:v>
                </c:pt>
                <c:pt idx="1520">
                  <c:v>42433</c:v>
                </c:pt>
                <c:pt idx="1521">
                  <c:v>42436</c:v>
                </c:pt>
                <c:pt idx="1522">
                  <c:v>42437</c:v>
                </c:pt>
                <c:pt idx="1523">
                  <c:v>42438</c:v>
                </c:pt>
                <c:pt idx="1524">
                  <c:v>42439</c:v>
                </c:pt>
                <c:pt idx="1525">
                  <c:v>42440</c:v>
                </c:pt>
                <c:pt idx="1526">
                  <c:v>42443</c:v>
                </c:pt>
                <c:pt idx="1527">
                  <c:v>42444</c:v>
                </c:pt>
                <c:pt idx="1528">
                  <c:v>42445</c:v>
                </c:pt>
                <c:pt idx="1529">
                  <c:v>42446</c:v>
                </c:pt>
                <c:pt idx="1530">
                  <c:v>42447</c:v>
                </c:pt>
                <c:pt idx="1531">
                  <c:v>42450</c:v>
                </c:pt>
                <c:pt idx="1532">
                  <c:v>42451</c:v>
                </c:pt>
                <c:pt idx="1533">
                  <c:v>42457</c:v>
                </c:pt>
                <c:pt idx="1534">
                  <c:v>42458</c:v>
                </c:pt>
                <c:pt idx="1535">
                  <c:v>42459</c:v>
                </c:pt>
                <c:pt idx="1536">
                  <c:v>42460</c:v>
                </c:pt>
                <c:pt idx="1537">
                  <c:v>42461</c:v>
                </c:pt>
                <c:pt idx="1538">
                  <c:v>42464</c:v>
                </c:pt>
                <c:pt idx="1539">
                  <c:v>42465</c:v>
                </c:pt>
                <c:pt idx="1540">
                  <c:v>42466</c:v>
                </c:pt>
                <c:pt idx="1541">
                  <c:v>42467</c:v>
                </c:pt>
                <c:pt idx="1542">
                  <c:v>42468</c:v>
                </c:pt>
                <c:pt idx="1543">
                  <c:v>42471</c:v>
                </c:pt>
                <c:pt idx="1544">
                  <c:v>42472</c:v>
                </c:pt>
                <c:pt idx="1545">
                  <c:v>42473</c:v>
                </c:pt>
                <c:pt idx="1546">
                  <c:v>42474</c:v>
                </c:pt>
                <c:pt idx="1547">
                  <c:v>42475</c:v>
                </c:pt>
                <c:pt idx="1548">
                  <c:v>42478</c:v>
                </c:pt>
                <c:pt idx="1549">
                  <c:v>42479</c:v>
                </c:pt>
                <c:pt idx="1550">
                  <c:v>42480</c:v>
                </c:pt>
                <c:pt idx="1551">
                  <c:v>42481</c:v>
                </c:pt>
                <c:pt idx="1552">
                  <c:v>42482</c:v>
                </c:pt>
                <c:pt idx="1553">
                  <c:v>42485</c:v>
                </c:pt>
                <c:pt idx="1554">
                  <c:v>42486</c:v>
                </c:pt>
                <c:pt idx="1555">
                  <c:v>42487</c:v>
                </c:pt>
                <c:pt idx="1556">
                  <c:v>42488</c:v>
                </c:pt>
                <c:pt idx="1557">
                  <c:v>42489</c:v>
                </c:pt>
                <c:pt idx="1558">
                  <c:v>42492</c:v>
                </c:pt>
                <c:pt idx="1559">
                  <c:v>42493</c:v>
                </c:pt>
                <c:pt idx="1560">
                  <c:v>42494</c:v>
                </c:pt>
                <c:pt idx="1561">
                  <c:v>42495</c:v>
                </c:pt>
                <c:pt idx="1562">
                  <c:v>42496</c:v>
                </c:pt>
                <c:pt idx="1563">
                  <c:v>42499</c:v>
                </c:pt>
                <c:pt idx="1564">
                  <c:v>42500</c:v>
                </c:pt>
                <c:pt idx="1565">
                  <c:v>42501</c:v>
                </c:pt>
                <c:pt idx="1566">
                  <c:v>42502</c:v>
                </c:pt>
                <c:pt idx="1567">
                  <c:v>42503</c:v>
                </c:pt>
                <c:pt idx="1568">
                  <c:v>42506</c:v>
                </c:pt>
                <c:pt idx="1569">
                  <c:v>42507</c:v>
                </c:pt>
                <c:pt idx="1570">
                  <c:v>42508</c:v>
                </c:pt>
                <c:pt idx="1571">
                  <c:v>42509</c:v>
                </c:pt>
                <c:pt idx="1572">
                  <c:v>42510</c:v>
                </c:pt>
                <c:pt idx="1573">
                  <c:v>42513</c:v>
                </c:pt>
                <c:pt idx="1574">
                  <c:v>42514</c:v>
                </c:pt>
                <c:pt idx="1575">
                  <c:v>42515</c:v>
                </c:pt>
                <c:pt idx="1576">
                  <c:v>42516</c:v>
                </c:pt>
                <c:pt idx="1577">
                  <c:v>42517</c:v>
                </c:pt>
                <c:pt idx="1578">
                  <c:v>42521</c:v>
                </c:pt>
                <c:pt idx="1579">
                  <c:v>42522</c:v>
                </c:pt>
                <c:pt idx="1580">
                  <c:v>42523</c:v>
                </c:pt>
                <c:pt idx="1581">
                  <c:v>42524</c:v>
                </c:pt>
                <c:pt idx="1582">
                  <c:v>42527</c:v>
                </c:pt>
                <c:pt idx="1583">
                  <c:v>42528</c:v>
                </c:pt>
                <c:pt idx="1584">
                  <c:v>42529</c:v>
                </c:pt>
                <c:pt idx="1585">
                  <c:v>42530</c:v>
                </c:pt>
                <c:pt idx="1586">
                  <c:v>42531</c:v>
                </c:pt>
                <c:pt idx="1587">
                  <c:v>42534</c:v>
                </c:pt>
                <c:pt idx="1588">
                  <c:v>42535</c:v>
                </c:pt>
                <c:pt idx="1589">
                  <c:v>42536</c:v>
                </c:pt>
                <c:pt idx="1590">
                  <c:v>42537</c:v>
                </c:pt>
                <c:pt idx="1591">
                  <c:v>42538</c:v>
                </c:pt>
                <c:pt idx="1592">
                  <c:v>42541</c:v>
                </c:pt>
                <c:pt idx="1593">
                  <c:v>42542</c:v>
                </c:pt>
                <c:pt idx="1594">
                  <c:v>42543</c:v>
                </c:pt>
                <c:pt idx="1595">
                  <c:v>42544</c:v>
                </c:pt>
                <c:pt idx="1596">
                  <c:v>42545</c:v>
                </c:pt>
                <c:pt idx="1597">
                  <c:v>42548</c:v>
                </c:pt>
                <c:pt idx="1598">
                  <c:v>42549</c:v>
                </c:pt>
                <c:pt idx="1599">
                  <c:v>42550</c:v>
                </c:pt>
                <c:pt idx="1600">
                  <c:v>42551</c:v>
                </c:pt>
                <c:pt idx="1601">
                  <c:v>42552</c:v>
                </c:pt>
                <c:pt idx="1602">
                  <c:v>42556</c:v>
                </c:pt>
                <c:pt idx="1603">
                  <c:v>42557</c:v>
                </c:pt>
                <c:pt idx="1604">
                  <c:v>42558</c:v>
                </c:pt>
                <c:pt idx="1605">
                  <c:v>42559</c:v>
                </c:pt>
                <c:pt idx="1606">
                  <c:v>42562</c:v>
                </c:pt>
                <c:pt idx="1607">
                  <c:v>42563</c:v>
                </c:pt>
                <c:pt idx="1608">
                  <c:v>42564</c:v>
                </c:pt>
                <c:pt idx="1609">
                  <c:v>42565</c:v>
                </c:pt>
                <c:pt idx="1610">
                  <c:v>42566</c:v>
                </c:pt>
                <c:pt idx="1611">
                  <c:v>42569</c:v>
                </c:pt>
                <c:pt idx="1612">
                  <c:v>42570</c:v>
                </c:pt>
                <c:pt idx="1613">
                  <c:v>42571</c:v>
                </c:pt>
                <c:pt idx="1614">
                  <c:v>42572</c:v>
                </c:pt>
                <c:pt idx="1615">
                  <c:v>42573</c:v>
                </c:pt>
                <c:pt idx="1616">
                  <c:v>42576</c:v>
                </c:pt>
                <c:pt idx="1617">
                  <c:v>42577</c:v>
                </c:pt>
                <c:pt idx="1618">
                  <c:v>42578</c:v>
                </c:pt>
                <c:pt idx="1619">
                  <c:v>42579</c:v>
                </c:pt>
                <c:pt idx="1620">
                  <c:v>42580</c:v>
                </c:pt>
                <c:pt idx="1621">
                  <c:v>42583</c:v>
                </c:pt>
                <c:pt idx="1622">
                  <c:v>42584</c:v>
                </c:pt>
                <c:pt idx="1623">
                  <c:v>42585</c:v>
                </c:pt>
                <c:pt idx="1624">
                  <c:v>42586</c:v>
                </c:pt>
                <c:pt idx="1625">
                  <c:v>42587</c:v>
                </c:pt>
                <c:pt idx="1626">
                  <c:v>42590</c:v>
                </c:pt>
                <c:pt idx="1627">
                  <c:v>42591</c:v>
                </c:pt>
                <c:pt idx="1628">
                  <c:v>42592</c:v>
                </c:pt>
                <c:pt idx="1629">
                  <c:v>42593</c:v>
                </c:pt>
                <c:pt idx="1630">
                  <c:v>42594</c:v>
                </c:pt>
                <c:pt idx="1631">
                  <c:v>42597</c:v>
                </c:pt>
                <c:pt idx="1632">
                  <c:v>42598</c:v>
                </c:pt>
                <c:pt idx="1633">
                  <c:v>42599</c:v>
                </c:pt>
                <c:pt idx="1634">
                  <c:v>42600</c:v>
                </c:pt>
                <c:pt idx="1635">
                  <c:v>42601</c:v>
                </c:pt>
                <c:pt idx="1636">
                  <c:v>42604</c:v>
                </c:pt>
                <c:pt idx="1637">
                  <c:v>42605</c:v>
                </c:pt>
                <c:pt idx="1638">
                  <c:v>42606</c:v>
                </c:pt>
                <c:pt idx="1639">
                  <c:v>42607</c:v>
                </c:pt>
                <c:pt idx="1640">
                  <c:v>42608</c:v>
                </c:pt>
                <c:pt idx="1641">
                  <c:v>42611</c:v>
                </c:pt>
                <c:pt idx="1642">
                  <c:v>42612</c:v>
                </c:pt>
                <c:pt idx="1643">
                  <c:v>42613</c:v>
                </c:pt>
                <c:pt idx="1644">
                  <c:v>42614</c:v>
                </c:pt>
                <c:pt idx="1645">
                  <c:v>42615</c:v>
                </c:pt>
                <c:pt idx="1646">
                  <c:v>42619</c:v>
                </c:pt>
                <c:pt idx="1647">
                  <c:v>42620</c:v>
                </c:pt>
                <c:pt idx="1648">
                  <c:v>42621</c:v>
                </c:pt>
                <c:pt idx="1649">
                  <c:v>42622</c:v>
                </c:pt>
                <c:pt idx="1650">
                  <c:v>42625</c:v>
                </c:pt>
                <c:pt idx="1651">
                  <c:v>42626</c:v>
                </c:pt>
                <c:pt idx="1652">
                  <c:v>42627</c:v>
                </c:pt>
                <c:pt idx="1653">
                  <c:v>42628</c:v>
                </c:pt>
                <c:pt idx="1654">
                  <c:v>42629</c:v>
                </c:pt>
                <c:pt idx="1655">
                  <c:v>42632</c:v>
                </c:pt>
                <c:pt idx="1656">
                  <c:v>42633</c:v>
                </c:pt>
                <c:pt idx="1657">
                  <c:v>42634</c:v>
                </c:pt>
                <c:pt idx="1658">
                  <c:v>42635</c:v>
                </c:pt>
                <c:pt idx="1659">
                  <c:v>42636</c:v>
                </c:pt>
                <c:pt idx="1660">
                  <c:v>42639</c:v>
                </c:pt>
                <c:pt idx="1661">
                  <c:v>42640</c:v>
                </c:pt>
                <c:pt idx="1662">
                  <c:v>42641</c:v>
                </c:pt>
                <c:pt idx="1663">
                  <c:v>42642</c:v>
                </c:pt>
                <c:pt idx="1664">
                  <c:v>42643</c:v>
                </c:pt>
                <c:pt idx="1665">
                  <c:v>42646</c:v>
                </c:pt>
                <c:pt idx="1666">
                  <c:v>42647</c:v>
                </c:pt>
                <c:pt idx="1667">
                  <c:v>42648</c:v>
                </c:pt>
                <c:pt idx="1668">
                  <c:v>42649</c:v>
                </c:pt>
                <c:pt idx="1669">
                  <c:v>42650</c:v>
                </c:pt>
                <c:pt idx="1670">
                  <c:v>42654</c:v>
                </c:pt>
                <c:pt idx="1671">
                  <c:v>42655</c:v>
                </c:pt>
                <c:pt idx="1672">
                  <c:v>42656</c:v>
                </c:pt>
                <c:pt idx="1673">
                  <c:v>42657</c:v>
                </c:pt>
                <c:pt idx="1674">
                  <c:v>42660</c:v>
                </c:pt>
                <c:pt idx="1675">
                  <c:v>42661</c:v>
                </c:pt>
                <c:pt idx="1676">
                  <c:v>42662</c:v>
                </c:pt>
                <c:pt idx="1677">
                  <c:v>42663</c:v>
                </c:pt>
                <c:pt idx="1678">
                  <c:v>42664</c:v>
                </c:pt>
                <c:pt idx="1679">
                  <c:v>42667</c:v>
                </c:pt>
                <c:pt idx="1680">
                  <c:v>42668</c:v>
                </c:pt>
                <c:pt idx="1681">
                  <c:v>42669</c:v>
                </c:pt>
                <c:pt idx="1682">
                  <c:v>42670</c:v>
                </c:pt>
                <c:pt idx="1683">
                  <c:v>42671</c:v>
                </c:pt>
                <c:pt idx="1684">
                  <c:v>42674</c:v>
                </c:pt>
                <c:pt idx="1685">
                  <c:v>42675</c:v>
                </c:pt>
                <c:pt idx="1686">
                  <c:v>42676</c:v>
                </c:pt>
                <c:pt idx="1687">
                  <c:v>42677</c:v>
                </c:pt>
                <c:pt idx="1688">
                  <c:v>42678</c:v>
                </c:pt>
                <c:pt idx="1689">
                  <c:v>42681</c:v>
                </c:pt>
                <c:pt idx="1690">
                  <c:v>42682</c:v>
                </c:pt>
                <c:pt idx="1691">
                  <c:v>42683</c:v>
                </c:pt>
                <c:pt idx="1692">
                  <c:v>42684</c:v>
                </c:pt>
                <c:pt idx="1693">
                  <c:v>42688</c:v>
                </c:pt>
                <c:pt idx="1694">
                  <c:v>42689</c:v>
                </c:pt>
                <c:pt idx="1695">
                  <c:v>42690</c:v>
                </c:pt>
                <c:pt idx="1696">
                  <c:v>42691</c:v>
                </c:pt>
                <c:pt idx="1697">
                  <c:v>42692</c:v>
                </c:pt>
                <c:pt idx="1698">
                  <c:v>42695</c:v>
                </c:pt>
                <c:pt idx="1699">
                  <c:v>42696</c:v>
                </c:pt>
                <c:pt idx="1700">
                  <c:v>42697</c:v>
                </c:pt>
                <c:pt idx="1701">
                  <c:v>42699</c:v>
                </c:pt>
                <c:pt idx="1702">
                  <c:v>42702</c:v>
                </c:pt>
                <c:pt idx="1703">
                  <c:v>42703</c:v>
                </c:pt>
                <c:pt idx="1704">
                  <c:v>42704</c:v>
                </c:pt>
                <c:pt idx="1705">
                  <c:v>42705</c:v>
                </c:pt>
                <c:pt idx="1706">
                  <c:v>42706</c:v>
                </c:pt>
                <c:pt idx="1707">
                  <c:v>42709</c:v>
                </c:pt>
                <c:pt idx="1708">
                  <c:v>42710</c:v>
                </c:pt>
                <c:pt idx="1709">
                  <c:v>42711</c:v>
                </c:pt>
                <c:pt idx="1710">
                  <c:v>42712</c:v>
                </c:pt>
                <c:pt idx="1711">
                  <c:v>42713</c:v>
                </c:pt>
                <c:pt idx="1712">
                  <c:v>42716</c:v>
                </c:pt>
                <c:pt idx="1713">
                  <c:v>42717</c:v>
                </c:pt>
                <c:pt idx="1714">
                  <c:v>42718</c:v>
                </c:pt>
                <c:pt idx="1715">
                  <c:v>42719</c:v>
                </c:pt>
                <c:pt idx="1716">
                  <c:v>42720</c:v>
                </c:pt>
                <c:pt idx="1717">
                  <c:v>42723</c:v>
                </c:pt>
                <c:pt idx="1718">
                  <c:v>42724</c:v>
                </c:pt>
                <c:pt idx="1719">
                  <c:v>42725</c:v>
                </c:pt>
                <c:pt idx="1720">
                  <c:v>42726</c:v>
                </c:pt>
                <c:pt idx="1721">
                  <c:v>42727</c:v>
                </c:pt>
                <c:pt idx="1722">
                  <c:v>42731</c:v>
                </c:pt>
                <c:pt idx="1723">
                  <c:v>42732</c:v>
                </c:pt>
                <c:pt idx="1724">
                  <c:v>42733</c:v>
                </c:pt>
                <c:pt idx="1725">
                  <c:v>42734</c:v>
                </c:pt>
                <c:pt idx="1726">
                  <c:v>42738</c:v>
                </c:pt>
                <c:pt idx="1727">
                  <c:v>42739</c:v>
                </c:pt>
                <c:pt idx="1728">
                  <c:v>42740</c:v>
                </c:pt>
                <c:pt idx="1729">
                  <c:v>42741</c:v>
                </c:pt>
                <c:pt idx="1730">
                  <c:v>42744</c:v>
                </c:pt>
                <c:pt idx="1731">
                  <c:v>42745</c:v>
                </c:pt>
                <c:pt idx="1732">
                  <c:v>42746</c:v>
                </c:pt>
                <c:pt idx="1733">
                  <c:v>42747</c:v>
                </c:pt>
                <c:pt idx="1734">
                  <c:v>42748</c:v>
                </c:pt>
                <c:pt idx="1735">
                  <c:v>42752</c:v>
                </c:pt>
                <c:pt idx="1736">
                  <c:v>42753</c:v>
                </c:pt>
                <c:pt idx="1737">
                  <c:v>42754</c:v>
                </c:pt>
                <c:pt idx="1738">
                  <c:v>42755</c:v>
                </c:pt>
                <c:pt idx="1739">
                  <c:v>42758</c:v>
                </c:pt>
                <c:pt idx="1740">
                  <c:v>42759</c:v>
                </c:pt>
                <c:pt idx="1741">
                  <c:v>42760</c:v>
                </c:pt>
                <c:pt idx="1742">
                  <c:v>42761</c:v>
                </c:pt>
                <c:pt idx="1743">
                  <c:v>42762</c:v>
                </c:pt>
                <c:pt idx="1744">
                  <c:v>42765</c:v>
                </c:pt>
                <c:pt idx="1745">
                  <c:v>42766</c:v>
                </c:pt>
                <c:pt idx="1746">
                  <c:v>42767</c:v>
                </c:pt>
                <c:pt idx="1747">
                  <c:v>42768</c:v>
                </c:pt>
                <c:pt idx="1748">
                  <c:v>42769</c:v>
                </c:pt>
                <c:pt idx="1749">
                  <c:v>42772</c:v>
                </c:pt>
                <c:pt idx="1750">
                  <c:v>42773</c:v>
                </c:pt>
                <c:pt idx="1751">
                  <c:v>42774</c:v>
                </c:pt>
                <c:pt idx="1752">
                  <c:v>42775</c:v>
                </c:pt>
                <c:pt idx="1753">
                  <c:v>42776</c:v>
                </c:pt>
                <c:pt idx="1754">
                  <c:v>42779</c:v>
                </c:pt>
                <c:pt idx="1755">
                  <c:v>42780</c:v>
                </c:pt>
                <c:pt idx="1756">
                  <c:v>42781</c:v>
                </c:pt>
                <c:pt idx="1757">
                  <c:v>42782</c:v>
                </c:pt>
                <c:pt idx="1758">
                  <c:v>42783</c:v>
                </c:pt>
                <c:pt idx="1759">
                  <c:v>42787</c:v>
                </c:pt>
                <c:pt idx="1760">
                  <c:v>42788</c:v>
                </c:pt>
                <c:pt idx="1761">
                  <c:v>42789</c:v>
                </c:pt>
                <c:pt idx="1762">
                  <c:v>42790</c:v>
                </c:pt>
                <c:pt idx="1763">
                  <c:v>42793</c:v>
                </c:pt>
                <c:pt idx="1764">
                  <c:v>42794</c:v>
                </c:pt>
                <c:pt idx="1765">
                  <c:v>42795</c:v>
                </c:pt>
                <c:pt idx="1766">
                  <c:v>42796</c:v>
                </c:pt>
                <c:pt idx="1767">
                  <c:v>42797</c:v>
                </c:pt>
                <c:pt idx="1768">
                  <c:v>42800</c:v>
                </c:pt>
                <c:pt idx="1769">
                  <c:v>42801</c:v>
                </c:pt>
                <c:pt idx="1770">
                  <c:v>42802</c:v>
                </c:pt>
                <c:pt idx="1771">
                  <c:v>42803</c:v>
                </c:pt>
                <c:pt idx="1772">
                  <c:v>42804</c:v>
                </c:pt>
                <c:pt idx="1773">
                  <c:v>42807</c:v>
                </c:pt>
                <c:pt idx="1774">
                  <c:v>42808</c:v>
                </c:pt>
                <c:pt idx="1775">
                  <c:v>42809</c:v>
                </c:pt>
                <c:pt idx="1776">
                  <c:v>42810</c:v>
                </c:pt>
                <c:pt idx="1777">
                  <c:v>42811</c:v>
                </c:pt>
                <c:pt idx="1778">
                  <c:v>42814</c:v>
                </c:pt>
                <c:pt idx="1779">
                  <c:v>42815</c:v>
                </c:pt>
                <c:pt idx="1780">
                  <c:v>42816</c:v>
                </c:pt>
                <c:pt idx="1781">
                  <c:v>42817</c:v>
                </c:pt>
                <c:pt idx="1782">
                  <c:v>42818</c:v>
                </c:pt>
                <c:pt idx="1783">
                  <c:v>42821</c:v>
                </c:pt>
                <c:pt idx="1784">
                  <c:v>42822</c:v>
                </c:pt>
                <c:pt idx="1785">
                  <c:v>42823</c:v>
                </c:pt>
                <c:pt idx="1786">
                  <c:v>42824</c:v>
                </c:pt>
                <c:pt idx="1787">
                  <c:v>42825</c:v>
                </c:pt>
                <c:pt idx="1788">
                  <c:v>42828</c:v>
                </c:pt>
                <c:pt idx="1789">
                  <c:v>42829</c:v>
                </c:pt>
                <c:pt idx="1790">
                  <c:v>42830</c:v>
                </c:pt>
                <c:pt idx="1791">
                  <c:v>42831</c:v>
                </c:pt>
                <c:pt idx="1792">
                  <c:v>42832</c:v>
                </c:pt>
                <c:pt idx="1793">
                  <c:v>42835</c:v>
                </c:pt>
                <c:pt idx="1794">
                  <c:v>42836</c:v>
                </c:pt>
                <c:pt idx="1795">
                  <c:v>42842</c:v>
                </c:pt>
                <c:pt idx="1796">
                  <c:v>42843</c:v>
                </c:pt>
                <c:pt idx="1797">
                  <c:v>42844</c:v>
                </c:pt>
                <c:pt idx="1798">
                  <c:v>42845</c:v>
                </c:pt>
                <c:pt idx="1799">
                  <c:v>42846</c:v>
                </c:pt>
                <c:pt idx="1800">
                  <c:v>42849</c:v>
                </c:pt>
                <c:pt idx="1801">
                  <c:v>42850</c:v>
                </c:pt>
                <c:pt idx="1802">
                  <c:v>42851</c:v>
                </c:pt>
                <c:pt idx="1803">
                  <c:v>42852</c:v>
                </c:pt>
                <c:pt idx="1804">
                  <c:v>42853</c:v>
                </c:pt>
                <c:pt idx="1805">
                  <c:v>42856</c:v>
                </c:pt>
                <c:pt idx="1806">
                  <c:v>42857</c:v>
                </c:pt>
                <c:pt idx="1807">
                  <c:v>42858</c:v>
                </c:pt>
                <c:pt idx="1808">
                  <c:v>42859</c:v>
                </c:pt>
                <c:pt idx="1809">
                  <c:v>42860</c:v>
                </c:pt>
                <c:pt idx="1810">
                  <c:v>42863</c:v>
                </c:pt>
                <c:pt idx="1811">
                  <c:v>42864</c:v>
                </c:pt>
                <c:pt idx="1812">
                  <c:v>42865</c:v>
                </c:pt>
                <c:pt idx="1813">
                  <c:v>42866</c:v>
                </c:pt>
                <c:pt idx="1814">
                  <c:v>42867</c:v>
                </c:pt>
                <c:pt idx="1815">
                  <c:v>42870</c:v>
                </c:pt>
                <c:pt idx="1816">
                  <c:v>42871</c:v>
                </c:pt>
                <c:pt idx="1817">
                  <c:v>42872</c:v>
                </c:pt>
                <c:pt idx="1818">
                  <c:v>42873</c:v>
                </c:pt>
                <c:pt idx="1819">
                  <c:v>42874</c:v>
                </c:pt>
                <c:pt idx="1820">
                  <c:v>42877</c:v>
                </c:pt>
                <c:pt idx="1821">
                  <c:v>42878</c:v>
                </c:pt>
                <c:pt idx="1822">
                  <c:v>42879</c:v>
                </c:pt>
                <c:pt idx="1823">
                  <c:v>42880</c:v>
                </c:pt>
                <c:pt idx="1824">
                  <c:v>42881</c:v>
                </c:pt>
                <c:pt idx="1825">
                  <c:v>42885</c:v>
                </c:pt>
                <c:pt idx="1826">
                  <c:v>42886</c:v>
                </c:pt>
                <c:pt idx="1827">
                  <c:v>42887</c:v>
                </c:pt>
                <c:pt idx="1828">
                  <c:v>42888</c:v>
                </c:pt>
                <c:pt idx="1829">
                  <c:v>42891</c:v>
                </c:pt>
                <c:pt idx="1830">
                  <c:v>42892</c:v>
                </c:pt>
                <c:pt idx="1831">
                  <c:v>42893</c:v>
                </c:pt>
                <c:pt idx="1832">
                  <c:v>42894</c:v>
                </c:pt>
                <c:pt idx="1833">
                  <c:v>42895</c:v>
                </c:pt>
                <c:pt idx="1834">
                  <c:v>42898</c:v>
                </c:pt>
                <c:pt idx="1835">
                  <c:v>42899</c:v>
                </c:pt>
                <c:pt idx="1836">
                  <c:v>42900</c:v>
                </c:pt>
                <c:pt idx="1837">
                  <c:v>42901</c:v>
                </c:pt>
                <c:pt idx="1838">
                  <c:v>42902</c:v>
                </c:pt>
                <c:pt idx="1839">
                  <c:v>42905</c:v>
                </c:pt>
                <c:pt idx="1840">
                  <c:v>42906</c:v>
                </c:pt>
                <c:pt idx="1841">
                  <c:v>42907</c:v>
                </c:pt>
                <c:pt idx="1842">
                  <c:v>42908</c:v>
                </c:pt>
                <c:pt idx="1843">
                  <c:v>42909</c:v>
                </c:pt>
                <c:pt idx="1844">
                  <c:v>42912</c:v>
                </c:pt>
                <c:pt idx="1845">
                  <c:v>42913</c:v>
                </c:pt>
                <c:pt idx="1846">
                  <c:v>42914</c:v>
                </c:pt>
                <c:pt idx="1847">
                  <c:v>42915</c:v>
                </c:pt>
                <c:pt idx="1848">
                  <c:v>42916</c:v>
                </c:pt>
                <c:pt idx="1849">
                  <c:v>42919</c:v>
                </c:pt>
                <c:pt idx="1850">
                  <c:v>42921</c:v>
                </c:pt>
                <c:pt idx="1851">
                  <c:v>42922</c:v>
                </c:pt>
                <c:pt idx="1852">
                  <c:v>42923</c:v>
                </c:pt>
                <c:pt idx="1853">
                  <c:v>42926</c:v>
                </c:pt>
                <c:pt idx="1854">
                  <c:v>42927</c:v>
                </c:pt>
                <c:pt idx="1855">
                  <c:v>42928</c:v>
                </c:pt>
                <c:pt idx="1856">
                  <c:v>42929</c:v>
                </c:pt>
                <c:pt idx="1857">
                  <c:v>42930</c:v>
                </c:pt>
                <c:pt idx="1858">
                  <c:v>42933</c:v>
                </c:pt>
                <c:pt idx="1859">
                  <c:v>42934</c:v>
                </c:pt>
                <c:pt idx="1860">
                  <c:v>42935</c:v>
                </c:pt>
                <c:pt idx="1861">
                  <c:v>42936</c:v>
                </c:pt>
                <c:pt idx="1862">
                  <c:v>42937</c:v>
                </c:pt>
                <c:pt idx="1863">
                  <c:v>42940</c:v>
                </c:pt>
                <c:pt idx="1864">
                  <c:v>42941</c:v>
                </c:pt>
                <c:pt idx="1865">
                  <c:v>42942</c:v>
                </c:pt>
                <c:pt idx="1866">
                  <c:v>42943</c:v>
                </c:pt>
                <c:pt idx="1867">
                  <c:v>42944</c:v>
                </c:pt>
                <c:pt idx="1868">
                  <c:v>42947</c:v>
                </c:pt>
                <c:pt idx="1869">
                  <c:v>42948</c:v>
                </c:pt>
                <c:pt idx="1870">
                  <c:v>42949</c:v>
                </c:pt>
                <c:pt idx="1871">
                  <c:v>42950</c:v>
                </c:pt>
                <c:pt idx="1872">
                  <c:v>42951</c:v>
                </c:pt>
                <c:pt idx="1873">
                  <c:v>42954</c:v>
                </c:pt>
                <c:pt idx="1874">
                  <c:v>42955</c:v>
                </c:pt>
                <c:pt idx="1875">
                  <c:v>42956</c:v>
                </c:pt>
                <c:pt idx="1876">
                  <c:v>42957</c:v>
                </c:pt>
                <c:pt idx="1877">
                  <c:v>42958</c:v>
                </c:pt>
                <c:pt idx="1878">
                  <c:v>42961</c:v>
                </c:pt>
                <c:pt idx="1879">
                  <c:v>42962</c:v>
                </c:pt>
                <c:pt idx="1880">
                  <c:v>42963</c:v>
                </c:pt>
                <c:pt idx="1881">
                  <c:v>42964</c:v>
                </c:pt>
                <c:pt idx="1882">
                  <c:v>42965</c:v>
                </c:pt>
                <c:pt idx="1883">
                  <c:v>42968</c:v>
                </c:pt>
                <c:pt idx="1884">
                  <c:v>42969</c:v>
                </c:pt>
                <c:pt idx="1885">
                  <c:v>42970</c:v>
                </c:pt>
                <c:pt idx="1886">
                  <c:v>42971</c:v>
                </c:pt>
                <c:pt idx="1887">
                  <c:v>42972</c:v>
                </c:pt>
                <c:pt idx="1888">
                  <c:v>42975</c:v>
                </c:pt>
                <c:pt idx="1889">
                  <c:v>42976</c:v>
                </c:pt>
                <c:pt idx="1890">
                  <c:v>42977</c:v>
                </c:pt>
                <c:pt idx="1891">
                  <c:v>42978</c:v>
                </c:pt>
                <c:pt idx="1892">
                  <c:v>42979</c:v>
                </c:pt>
                <c:pt idx="1893">
                  <c:v>42983</c:v>
                </c:pt>
                <c:pt idx="1894">
                  <c:v>42984</c:v>
                </c:pt>
                <c:pt idx="1895">
                  <c:v>42985</c:v>
                </c:pt>
                <c:pt idx="1896">
                  <c:v>42986</c:v>
                </c:pt>
                <c:pt idx="1897">
                  <c:v>42989</c:v>
                </c:pt>
                <c:pt idx="1898">
                  <c:v>42990</c:v>
                </c:pt>
                <c:pt idx="1899">
                  <c:v>42991</c:v>
                </c:pt>
                <c:pt idx="1900">
                  <c:v>42992</c:v>
                </c:pt>
                <c:pt idx="1901">
                  <c:v>42993</c:v>
                </c:pt>
                <c:pt idx="1902">
                  <c:v>42996</c:v>
                </c:pt>
                <c:pt idx="1903">
                  <c:v>42997</c:v>
                </c:pt>
                <c:pt idx="1904">
                  <c:v>42998</c:v>
                </c:pt>
                <c:pt idx="1905">
                  <c:v>42999</c:v>
                </c:pt>
                <c:pt idx="1906">
                  <c:v>43000</c:v>
                </c:pt>
                <c:pt idx="1907">
                  <c:v>43003</c:v>
                </c:pt>
                <c:pt idx="1908">
                  <c:v>43004</c:v>
                </c:pt>
                <c:pt idx="1909">
                  <c:v>43005</c:v>
                </c:pt>
                <c:pt idx="1910">
                  <c:v>43006</c:v>
                </c:pt>
                <c:pt idx="1911">
                  <c:v>43007</c:v>
                </c:pt>
                <c:pt idx="1912">
                  <c:v>43010</c:v>
                </c:pt>
                <c:pt idx="1913">
                  <c:v>43011</c:v>
                </c:pt>
                <c:pt idx="1914">
                  <c:v>43012</c:v>
                </c:pt>
                <c:pt idx="1915">
                  <c:v>43013</c:v>
                </c:pt>
                <c:pt idx="1916">
                  <c:v>43014</c:v>
                </c:pt>
                <c:pt idx="1917">
                  <c:v>43018</c:v>
                </c:pt>
                <c:pt idx="1918">
                  <c:v>43019</c:v>
                </c:pt>
                <c:pt idx="1919">
                  <c:v>43020</c:v>
                </c:pt>
                <c:pt idx="1920">
                  <c:v>43021</c:v>
                </c:pt>
                <c:pt idx="1921">
                  <c:v>43024</c:v>
                </c:pt>
                <c:pt idx="1922">
                  <c:v>43025</c:v>
                </c:pt>
                <c:pt idx="1923">
                  <c:v>43026</c:v>
                </c:pt>
                <c:pt idx="1924">
                  <c:v>43027</c:v>
                </c:pt>
                <c:pt idx="1925">
                  <c:v>43028</c:v>
                </c:pt>
                <c:pt idx="1926">
                  <c:v>43031</c:v>
                </c:pt>
                <c:pt idx="1927">
                  <c:v>43032</c:v>
                </c:pt>
                <c:pt idx="1928">
                  <c:v>43033</c:v>
                </c:pt>
                <c:pt idx="1929">
                  <c:v>43034</c:v>
                </c:pt>
                <c:pt idx="1930">
                  <c:v>43035</c:v>
                </c:pt>
                <c:pt idx="1931">
                  <c:v>43038</c:v>
                </c:pt>
                <c:pt idx="1932">
                  <c:v>43039</c:v>
                </c:pt>
                <c:pt idx="1933">
                  <c:v>43040</c:v>
                </c:pt>
                <c:pt idx="1934">
                  <c:v>43041</c:v>
                </c:pt>
                <c:pt idx="1935">
                  <c:v>43042</c:v>
                </c:pt>
                <c:pt idx="1936">
                  <c:v>43045</c:v>
                </c:pt>
                <c:pt idx="1937">
                  <c:v>43046</c:v>
                </c:pt>
                <c:pt idx="1938">
                  <c:v>43047</c:v>
                </c:pt>
                <c:pt idx="1939">
                  <c:v>43048</c:v>
                </c:pt>
                <c:pt idx="1940">
                  <c:v>43049</c:v>
                </c:pt>
                <c:pt idx="1941">
                  <c:v>43052</c:v>
                </c:pt>
                <c:pt idx="1942">
                  <c:v>43053</c:v>
                </c:pt>
                <c:pt idx="1943">
                  <c:v>43054</c:v>
                </c:pt>
                <c:pt idx="1944">
                  <c:v>43055</c:v>
                </c:pt>
                <c:pt idx="1945">
                  <c:v>43056</c:v>
                </c:pt>
                <c:pt idx="1946">
                  <c:v>43059</c:v>
                </c:pt>
                <c:pt idx="1947">
                  <c:v>43060</c:v>
                </c:pt>
                <c:pt idx="1948">
                  <c:v>43061</c:v>
                </c:pt>
                <c:pt idx="1949">
                  <c:v>43063</c:v>
                </c:pt>
                <c:pt idx="1950">
                  <c:v>43066</c:v>
                </c:pt>
                <c:pt idx="1951">
                  <c:v>43067</c:v>
                </c:pt>
                <c:pt idx="1952">
                  <c:v>43068</c:v>
                </c:pt>
                <c:pt idx="1953">
                  <c:v>43069</c:v>
                </c:pt>
                <c:pt idx="1954">
                  <c:v>43070</c:v>
                </c:pt>
                <c:pt idx="1955">
                  <c:v>43073</c:v>
                </c:pt>
                <c:pt idx="1956">
                  <c:v>43074</c:v>
                </c:pt>
                <c:pt idx="1957">
                  <c:v>43075</c:v>
                </c:pt>
                <c:pt idx="1958">
                  <c:v>43076</c:v>
                </c:pt>
                <c:pt idx="1959">
                  <c:v>43077</c:v>
                </c:pt>
                <c:pt idx="1960">
                  <c:v>43080</c:v>
                </c:pt>
                <c:pt idx="1961">
                  <c:v>43081</c:v>
                </c:pt>
                <c:pt idx="1962">
                  <c:v>43082</c:v>
                </c:pt>
                <c:pt idx="1963">
                  <c:v>43083</c:v>
                </c:pt>
                <c:pt idx="1964">
                  <c:v>43084</c:v>
                </c:pt>
                <c:pt idx="1965">
                  <c:v>43087</c:v>
                </c:pt>
                <c:pt idx="1966">
                  <c:v>43088</c:v>
                </c:pt>
                <c:pt idx="1967">
                  <c:v>43089</c:v>
                </c:pt>
                <c:pt idx="1968">
                  <c:v>43090</c:v>
                </c:pt>
                <c:pt idx="1969">
                  <c:v>43091</c:v>
                </c:pt>
                <c:pt idx="1970">
                  <c:v>43095</c:v>
                </c:pt>
                <c:pt idx="1971">
                  <c:v>43096</c:v>
                </c:pt>
                <c:pt idx="1972">
                  <c:v>43097</c:v>
                </c:pt>
                <c:pt idx="1973">
                  <c:v>43098</c:v>
                </c:pt>
                <c:pt idx="1974">
                  <c:v>43102</c:v>
                </c:pt>
                <c:pt idx="1975">
                  <c:v>43103</c:v>
                </c:pt>
                <c:pt idx="1976">
                  <c:v>43104</c:v>
                </c:pt>
                <c:pt idx="1977">
                  <c:v>43105</c:v>
                </c:pt>
                <c:pt idx="1978">
                  <c:v>43108</c:v>
                </c:pt>
                <c:pt idx="1979">
                  <c:v>43109</c:v>
                </c:pt>
                <c:pt idx="1980">
                  <c:v>43110</c:v>
                </c:pt>
                <c:pt idx="1981">
                  <c:v>43111</c:v>
                </c:pt>
                <c:pt idx="1982">
                  <c:v>43112</c:v>
                </c:pt>
                <c:pt idx="1983">
                  <c:v>43116</c:v>
                </c:pt>
                <c:pt idx="1984">
                  <c:v>43117</c:v>
                </c:pt>
                <c:pt idx="1985">
                  <c:v>43118</c:v>
                </c:pt>
                <c:pt idx="1986">
                  <c:v>43119</c:v>
                </c:pt>
                <c:pt idx="1987">
                  <c:v>43122</c:v>
                </c:pt>
                <c:pt idx="1988">
                  <c:v>43123</c:v>
                </c:pt>
                <c:pt idx="1989">
                  <c:v>43124</c:v>
                </c:pt>
                <c:pt idx="1990">
                  <c:v>43125</c:v>
                </c:pt>
                <c:pt idx="1991">
                  <c:v>43126</c:v>
                </c:pt>
                <c:pt idx="1992">
                  <c:v>43129</c:v>
                </c:pt>
                <c:pt idx="1993">
                  <c:v>43130</c:v>
                </c:pt>
                <c:pt idx="1994">
                  <c:v>43131</c:v>
                </c:pt>
                <c:pt idx="1995">
                  <c:v>43132</c:v>
                </c:pt>
                <c:pt idx="1996">
                  <c:v>43133</c:v>
                </c:pt>
                <c:pt idx="1997">
                  <c:v>43136</c:v>
                </c:pt>
                <c:pt idx="1998">
                  <c:v>43137</c:v>
                </c:pt>
                <c:pt idx="1999">
                  <c:v>43138</c:v>
                </c:pt>
                <c:pt idx="2000">
                  <c:v>43139</c:v>
                </c:pt>
                <c:pt idx="2001">
                  <c:v>43140</c:v>
                </c:pt>
                <c:pt idx="2002">
                  <c:v>43143</c:v>
                </c:pt>
                <c:pt idx="2003">
                  <c:v>43144</c:v>
                </c:pt>
                <c:pt idx="2004">
                  <c:v>43145</c:v>
                </c:pt>
                <c:pt idx="2005">
                  <c:v>43146</c:v>
                </c:pt>
                <c:pt idx="2006">
                  <c:v>43147</c:v>
                </c:pt>
                <c:pt idx="2007">
                  <c:v>43151</c:v>
                </c:pt>
                <c:pt idx="2008">
                  <c:v>43152</c:v>
                </c:pt>
                <c:pt idx="2009">
                  <c:v>43153</c:v>
                </c:pt>
                <c:pt idx="2010">
                  <c:v>43154</c:v>
                </c:pt>
                <c:pt idx="2011">
                  <c:v>43157</c:v>
                </c:pt>
                <c:pt idx="2012">
                  <c:v>43158</c:v>
                </c:pt>
                <c:pt idx="2013">
                  <c:v>43159</c:v>
                </c:pt>
                <c:pt idx="2014">
                  <c:v>43160</c:v>
                </c:pt>
                <c:pt idx="2015">
                  <c:v>43161</c:v>
                </c:pt>
                <c:pt idx="2016">
                  <c:v>43164</c:v>
                </c:pt>
                <c:pt idx="2017">
                  <c:v>43165</c:v>
                </c:pt>
                <c:pt idx="2018">
                  <c:v>43166</c:v>
                </c:pt>
                <c:pt idx="2019">
                  <c:v>43167</c:v>
                </c:pt>
                <c:pt idx="2020">
                  <c:v>43168</c:v>
                </c:pt>
                <c:pt idx="2021">
                  <c:v>43171</c:v>
                </c:pt>
                <c:pt idx="2022">
                  <c:v>43172</c:v>
                </c:pt>
                <c:pt idx="2023">
                  <c:v>43173</c:v>
                </c:pt>
                <c:pt idx="2024">
                  <c:v>43174</c:v>
                </c:pt>
                <c:pt idx="2025">
                  <c:v>43175</c:v>
                </c:pt>
                <c:pt idx="2026">
                  <c:v>43178</c:v>
                </c:pt>
                <c:pt idx="2027">
                  <c:v>43179</c:v>
                </c:pt>
                <c:pt idx="2028">
                  <c:v>43180</c:v>
                </c:pt>
                <c:pt idx="2029">
                  <c:v>43181</c:v>
                </c:pt>
                <c:pt idx="2030">
                  <c:v>43182</c:v>
                </c:pt>
                <c:pt idx="2031">
                  <c:v>43185</c:v>
                </c:pt>
                <c:pt idx="2032">
                  <c:v>43186</c:v>
                </c:pt>
                <c:pt idx="2033">
                  <c:v>43192</c:v>
                </c:pt>
                <c:pt idx="2034">
                  <c:v>43193</c:v>
                </c:pt>
                <c:pt idx="2035">
                  <c:v>43194</c:v>
                </c:pt>
                <c:pt idx="2036">
                  <c:v>43195</c:v>
                </c:pt>
                <c:pt idx="2037">
                  <c:v>43196</c:v>
                </c:pt>
                <c:pt idx="2038">
                  <c:v>43199</c:v>
                </c:pt>
                <c:pt idx="2039">
                  <c:v>43200</c:v>
                </c:pt>
                <c:pt idx="2040">
                  <c:v>43201</c:v>
                </c:pt>
                <c:pt idx="2041">
                  <c:v>43202</c:v>
                </c:pt>
                <c:pt idx="2042">
                  <c:v>43203</c:v>
                </c:pt>
                <c:pt idx="2043">
                  <c:v>43206</c:v>
                </c:pt>
                <c:pt idx="2044">
                  <c:v>43207</c:v>
                </c:pt>
                <c:pt idx="2045">
                  <c:v>43208</c:v>
                </c:pt>
                <c:pt idx="2046">
                  <c:v>43209</c:v>
                </c:pt>
                <c:pt idx="2047">
                  <c:v>43210</c:v>
                </c:pt>
                <c:pt idx="2048">
                  <c:v>43213</c:v>
                </c:pt>
                <c:pt idx="2049">
                  <c:v>43214</c:v>
                </c:pt>
                <c:pt idx="2050">
                  <c:v>43215</c:v>
                </c:pt>
                <c:pt idx="2051">
                  <c:v>43216</c:v>
                </c:pt>
                <c:pt idx="2052">
                  <c:v>43217</c:v>
                </c:pt>
                <c:pt idx="2053">
                  <c:v>43220</c:v>
                </c:pt>
                <c:pt idx="2054">
                  <c:v>43221</c:v>
                </c:pt>
                <c:pt idx="2055">
                  <c:v>43222</c:v>
                </c:pt>
                <c:pt idx="2056">
                  <c:v>43223</c:v>
                </c:pt>
                <c:pt idx="2057">
                  <c:v>43224</c:v>
                </c:pt>
                <c:pt idx="2058">
                  <c:v>43227</c:v>
                </c:pt>
                <c:pt idx="2059">
                  <c:v>43228</c:v>
                </c:pt>
                <c:pt idx="2060">
                  <c:v>43229</c:v>
                </c:pt>
                <c:pt idx="2061">
                  <c:v>43230</c:v>
                </c:pt>
                <c:pt idx="2062">
                  <c:v>43231</c:v>
                </c:pt>
                <c:pt idx="2063">
                  <c:v>43234</c:v>
                </c:pt>
                <c:pt idx="2064">
                  <c:v>43235</c:v>
                </c:pt>
                <c:pt idx="2065">
                  <c:v>43236</c:v>
                </c:pt>
                <c:pt idx="2066">
                  <c:v>43237</c:v>
                </c:pt>
                <c:pt idx="2067">
                  <c:v>43238</c:v>
                </c:pt>
                <c:pt idx="2068">
                  <c:v>43241</c:v>
                </c:pt>
                <c:pt idx="2069">
                  <c:v>43242</c:v>
                </c:pt>
                <c:pt idx="2070">
                  <c:v>43243</c:v>
                </c:pt>
                <c:pt idx="2071">
                  <c:v>43244</c:v>
                </c:pt>
                <c:pt idx="2072">
                  <c:v>43245</c:v>
                </c:pt>
                <c:pt idx="2073">
                  <c:v>43249</c:v>
                </c:pt>
                <c:pt idx="2074">
                  <c:v>43250</c:v>
                </c:pt>
                <c:pt idx="2075">
                  <c:v>43251</c:v>
                </c:pt>
                <c:pt idx="2076">
                  <c:v>43252</c:v>
                </c:pt>
                <c:pt idx="2077">
                  <c:v>43255</c:v>
                </c:pt>
                <c:pt idx="2078">
                  <c:v>43256</c:v>
                </c:pt>
                <c:pt idx="2079">
                  <c:v>43257</c:v>
                </c:pt>
                <c:pt idx="2080">
                  <c:v>43258</c:v>
                </c:pt>
                <c:pt idx="2081">
                  <c:v>43259</c:v>
                </c:pt>
                <c:pt idx="2082">
                  <c:v>43262</c:v>
                </c:pt>
                <c:pt idx="2083">
                  <c:v>43263</c:v>
                </c:pt>
                <c:pt idx="2084">
                  <c:v>43264</c:v>
                </c:pt>
                <c:pt idx="2085">
                  <c:v>43265</c:v>
                </c:pt>
                <c:pt idx="2086">
                  <c:v>43266</c:v>
                </c:pt>
                <c:pt idx="2087">
                  <c:v>43269</c:v>
                </c:pt>
                <c:pt idx="2088">
                  <c:v>43270</c:v>
                </c:pt>
                <c:pt idx="2089">
                  <c:v>43271</c:v>
                </c:pt>
                <c:pt idx="2090">
                  <c:v>43272</c:v>
                </c:pt>
                <c:pt idx="2091">
                  <c:v>43273</c:v>
                </c:pt>
                <c:pt idx="2092">
                  <c:v>43276</c:v>
                </c:pt>
                <c:pt idx="2093">
                  <c:v>43277</c:v>
                </c:pt>
                <c:pt idx="2094">
                  <c:v>43278</c:v>
                </c:pt>
                <c:pt idx="2095">
                  <c:v>43279</c:v>
                </c:pt>
                <c:pt idx="2096">
                  <c:v>43280</c:v>
                </c:pt>
                <c:pt idx="2097">
                  <c:v>43283</c:v>
                </c:pt>
                <c:pt idx="2098">
                  <c:v>43284</c:v>
                </c:pt>
                <c:pt idx="2099">
                  <c:v>43286</c:v>
                </c:pt>
                <c:pt idx="2100">
                  <c:v>43287</c:v>
                </c:pt>
                <c:pt idx="2101">
                  <c:v>43290</c:v>
                </c:pt>
                <c:pt idx="2102">
                  <c:v>43291</c:v>
                </c:pt>
                <c:pt idx="2103">
                  <c:v>43292</c:v>
                </c:pt>
                <c:pt idx="2104">
                  <c:v>43293</c:v>
                </c:pt>
                <c:pt idx="2105">
                  <c:v>43294</c:v>
                </c:pt>
                <c:pt idx="2106">
                  <c:v>43297</c:v>
                </c:pt>
                <c:pt idx="2107">
                  <c:v>43298</c:v>
                </c:pt>
                <c:pt idx="2108">
                  <c:v>43299</c:v>
                </c:pt>
                <c:pt idx="2109">
                  <c:v>43300</c:v>
                </c:pt>
                <c:pt idx="2110">
                  <c:v>43301</c:v>
                </c:pt>
                <c:pt idx="2111">
                  <c:v>43304</c:v>
                </c:pt>
                <c:pt idx="2112">
                  <c:v>43305</c:v>
                </c:pt>
                <c:pt idx="2113">
                  <c:v>43306</c:v>
                </c:pt>
                <c:pt idx="2114">
                  <c:v>43307</c:v>
                </c:pt>
                <c:pt idx="2115">
                  <c:v>43308</c:v>
                </c:pt>
                <c:pt idx="2116">
                  <c:v>43311</c:v>
                </c:pt>
                <c:pt idx="2117">
                  <c:v>43312</c:v>
                </c:pt>
                <c:pt idx="2118">
                  <c:v>43313</c:v>
                </c:pt>
                <c:pt idx="2119">
                  <c:v>43314</c:v>
                </c:pt>
                <c:pt idx="2120">
                  <c:v>43315</c:v>
                </c:pt>
                <c:pt idx="2121">
                  <c:v>43318</c:v>
                </c:pt>
                <c:pt idx="2122">
                  <c:v>43319</c:v>
                </c:pt>
                <c:pt idx="2123">
                  <c:v>43320</c:v>
                </c:pt>
                <c:pt idx="2124">
                  <c:v>43321</c:v>
                </c:pt>
                <c:pt idx="2125">
                  <c:v>43322</c:v>
                </c:pt>
                <c:pt idx="2126">
                  <c:v>43325</c:v>
                </c:pt>
                <c:pt idx="2127">
                  <c:v>43326</c:v>
                </c:pt>
                <c:pt idx="2128">
                  <c:v>43327</c:v>
                </c:pt>
                <c:pt idx="2129">
                  <c:v>43328</c:v>
                </c:pt>
                <c:pt idx="2130">
                  <c:v>43329</c:v>
                </c:pt>
                <c:pt idx="2131">
                  <c:v>43332</c:v>
                </c:pt>
                <c:pt idx="2132">
                  <c:v>43333</c:v>
                </c:pt>
                <c:pt idx="2133">
                  <c:v>43334</c:v>
                </c:pt>
                <c:pt idx="2134">
                  <c:v>43335</c:v>
                </c:pt>
                <c:pt idx="2135">
                  <c:v>43336</c:v>
                </c:pt>
                <c:pt idx="2136">
                  <c:v>43339</c:v>
                </c:pt>
                <c:pt idx="2137">
                  <c:v>43340</c:v>
                </c:pt>
                <c:pt idx="2138">
                  <c:v>43341</c:v>
                </c:pt>
                <c:pt idx="2139">
                  <c:v>43342</c:v>
                </c:pt>
                <c:pt idx="2140">
                  <c:v>43343</c:v>
                </c:pt>
                <c:pt idx="2141">
                  <c:v>43347</c:v>
                </c:pt>
                <c:pt idx="2142">
                  <c:v>43348</c:v>
                </c:pt>
                <c:pt idx="2143">
                  <c:v>43349</c:v>
                </c:pt>
                <c:pt idx="2144">
                  <c:v>43350</c:v>
                </c:pt>
                <c:pt idx="2145">
                  <c:v>43353</c:v>
                </c:pt>
                <c:pt idx="2146">
                  <c:v>43355</c:v>
                </c:pt>
                <c:pt idx="2147">
                  <c:v>43357</c:v>
                </c:pt>
                <c:pt idx="2148">
                  <c:v>43360</c:v>
                </c:pt>
                <c:pt idx="2149">
                  <c:v>43361</c:v>
                </c:pt>
                <c:pt idx="2150">
                  <c:v>43362</c:v>
                </c:pt>
                <c:pt idx="2151">
                  <c:v>43363</c:v>
                </c:pt>
                <c:pt idx="2152">
                  <c:v>43364</c:v>
                </c:pt>
                <c:pt idx="2153">
                  <c:v>43367</c:v>
                </c:pt>
                <c:pt idx="2154">
                  <c:v>43368</c:v>
                </c:pt>
                <c:pt idx="2155">
                  <c:v>43369</c:v>
                </c:pt>
                <c:pt idx="2156">
                  <c:v>43370</c:v>
                </c:pt>
                <c:pt idx="2157">
                  <c:v>43371</c:v>
                </c:pt>
                <c:pt idx="2158">
                  <c:v>43374</c:v>
                </c:pt>
                <c:pt idx="2159">
                  <c:v>43375</c:v>
                </c:pt>
                <c:pt idx="2160">
                  <c:v>43376</c:v>
                </c:pt>
                <c:pt idx="2161">
                  <c:v>43377</c:v>
                </c:pt>
                <c:pt idx="2162">
                  <c:v>43378</c:v>
                </c:pt>
                <c:pt idx="2163">
                  <c:v>43382</c:v>
                </c:pt>
                <c:pt idx="2164">
                  <c:v>43383</c:v>
                </c:pt>
                <c:pt idx="2165">
                  <c:v>43384</c:v>
                </c:pt>
                <c:pt idx="2166">
                  <c:v>43385</c:v>
                </c:pt>
                <c:pt idx="2167">
                  <c:v>43388</c:v>
                </c:pt>
                <c:pt idx="2168">
                  <c:v>43389</c:v>
                </c:pt>
                <c:pt idx="2169">
                  <c:v>43390</c:v>
                </c:pt>
                <c:pt idx="2170">
                  <c:v>43391</c:v>
                </c:pt>
                <c:pt idx="2171">
                  <c:v>43392</c:v>
                </c:pt>
                <c:pt idx="2172">
                  <c:v>43395</c:v>
                </c:pt>
                <c:pt idx="2173">
                  <c:v>43396</c:v>
                </c:pt>
                <c:pt idx="2174">
                  <c:v>43397</c:v>
                </c:pt>
                <c:pt idx="2175">
                  <c:v>43398</c:v>
                </c:pt>
                <c:pt idx="2176">
                  <c:v>43399</c:v>
                </c:pt>
                <c:pt idx="2177">
                  <c:v>43402</c:v>
                </c:pt>
                <c:pt idx="2178">
                  <c:v>43403</c:v>
                </c:pt>
                <c:pt idx="2179">
                  <c:v>43404</c:v>
                </c:pt>
                <c:pt idx="2180">
                  <c:v>43405</c:v>
                </c:pt>
                <c:pt idx="2181">
                  <c:v>43406</c:v>
                </c:pt>
                <c:pt idx="2182">
                  <c:v>43409</c:v>
                </c:pt>
                <c:pt idx="2183">
                  <c:v>43410</c:v>
                </c:pt>
                <c:pt idx="2184">
                  <c:v>43411</c:v>
                </c:pt>
                <c:pt idx="2185">
                  <c:v>43412</c:v>
                </c:pt>
                <c:pt idx="2186">
                  <c:v>43413</c:v>
                </c:pt>
                <c:pt idx="2187">
                  <c:v>43417</c:v>
                </c:pt>
                <c:pt idx="2188">
                  <c:v>43418</c:v>
                </c:pt>
                <c:pt idx="2189">
                  <c:v>43419</c:v>
                </c:pt>
                <c:pt idx="2190">
                  <c:v>43420</c:v>
                </c:pt>
                <c:pt idx="2191">
                  <c:v>43423</c:v>
                </c:pt>
                <c:pt idx="2192">
                  <c:v>43424</c:v>
                </c:pt>
                <c:pt idx="2193">
                  <c:v>43425</c:v>
                </c:pt>
                <c:pt idx="2194">
                  <c:v>43427</c:v>
                </c:pt>
                <c:pt idx="2195">
                  <c:v>43430</c:v>
                </c:pt>
                <c:pt idx="2196">
                  <c:v>43431</c:v>
                </c:pt>
                <c:pt idx="2197">
                  <c:v>43432</c:v>
                </c:pt>
                <c:pt idx="2198">
                  <c:v>43433</c:v>
                </c:pt>
                <c:pt idx="2199">
                  <c:v>43434</c:v>
                </c:pt>
                <c:pt idx="2200">
                  <c:v>43440</c:v>
                </c:pt>
                <c:pt idx="2201">
                  <c:v>43441</c:v>
                </c:pt>
                <c:pt idx="2202">
                  <c:v>43444</c:v>
                </c:pt>
                <c:pt idx="2203">
                  <c:v>43445</c:v>
                </c:pt>
                <c:pt idx="2204">
                  <c:v>43446</c:v>
                </c:pt>
                <c:pt idx="2205">
                  <c:v>43447</c:v>
                </c:pt>
                <c:pt idx="2206">
                  <c:v>43448</c:v>
                </c:pt>
                <c:pt idx="2207">
                  <c:v>43451</c:v>
                </c:pt>
                <c:pt idx="2208">
                  <c:v>43452</c:v>
                </c:pt>
                <c:pt idx="2209">
                  <c:v>43453</c:v>
                </c:pt>
                <c:pt idx="2210">
                  <c:v>43454</c:v>
                </c:pt>
                <c:pt idx="2211">
                  <c:v>43455</c:v>
                </c:pt>
                <c:pt idx="2212">
                  <c:v>43458</c:v>
                </c:pt>
                <c:pt idx="2213">
                  <c:v>43460</c:v>
                </c:pt>
                <c:pt idx="2214">
                  <c:v>43461</c:v>
                </c:pt>
                <c:pt idx="2215">
                  <c:v>43462</c:v>
                </c:pt>
                <c:pt idx="2216">
                  <c:v>43465</c:v>
                </c:pt>
                <c:pt idx="2217">
                  <c:v>43467</c:v>
                </c:pt>
                <c:pt idx="2218">
                  <c:v>43468</c:v>
                </c:pt>
                <c:pt idx="2219">
                  <c:v>43469</c:v>
                </c:pt>
                <c:pt idx="2220">
                  <c:v>43472</c:v>
                </c:pt>
                <c:pt idx="2221">
                  <c:v>43473</c:v>
                </c:pt>
                <c:pt idx="2222">
                  <c:v>43474</c:v>
                </c:pt>
                <c:pt idx="2223">
                  <c:v>43475</c:v>
                </c:pt>
                <c:pt idx="2224">
                  <c:v>43476</c:v>
                </c:pt>
                <c:pt idx="2225">
                  <c:v>43479</c:v>
                </c:pt>
                <c:pt idx="2226">
                  <c:v>43480</c:v>
                </c:pt>
                <c:pt idx="2227">
                  <c:v>43481</c:v>
                </c:pt>
                <c:pt idx="2228">
                  <c:v>43482</c:v>
                </c:pt>
                <c:pt idx="2229">
                  <c:v>43483</c:v>
                </c:pt>
                <c:pt idx="2230">
                  <c:v>43487</c:v>
                </c:pt>
                <c:pt idx="2231">
                  <c:v>43488</c:v>
                </c:pt>
                <c:pt idx="2232">
                  <c:v>43489</c:v>
                </c:pt>
                <c:pt idx="2233">
                  <c:v>43490</c:v>
                </c:pt>
                <c:pt idx="2234">
                  <c:v>43493</c:v>
                </c:pt>
                <c:pt idx="2235">
                  <c:v>43494</c:v>
                </c:pt>
                <c:pt idx="2236">
                  <c:v>43495</c:v>
                </c:pt>
                <c:pt idx="2237">
                  <c:v>43496</c:v>
                </c:pt>
                <c:pt idx="2238">
                  <c:v>43497</c:v>
                </c:pt>
                <c:pt idx="2239">
                  <c:v>43500</c:v>
                </c:pt>
                <c:pt idx="2240">
                  <c:v>43501</c:v>
                </c:pt>
                <c:pt idx="2241">
                  <c:v>43502</c:v>
                </c:pt>
                <c:pt idx="2242">
                  <c:v>43503</c:v>
                </c:pt>
                <c:pt idx="2243">
                  <c:v>43504</c:v>
                </c:pt>
                <c:pt idx="2244">
                  <c:v>43507</c:v>
                </c:pt>
                <c:pt idx="2245">
                  <c:v>43508</c:v>
                </c:pt>
                <c:pt idx="2246">
                  <c:v>43509</c:v>
                </c:pt>
                <c:pt idx="2247">
                  <c:v>43510</c:v>
                </c:pt>
                <c:pt idx="2248">
                  <c:v>43511</c:v>
                </c:pt>
                <c:pt idx="2249">
                  <c:v>43515</c:v>
                </c:pt>
                <c:pt idx="2250">
                  <c:v>43516</c:v>
                </c:pt>
                <c:pt idx="2251">
                  <c:v>43517</c:v>
                </c:pt>
                <c:pt idx="2252">
                  <c:v>43518</c:v>
                </c:pt>
                <c:pt idx="2253">
                  <c:v>43521</c:v>
                </c:pt>
                <c:pt idx="2254">
                  <c:v>43522</c:v>
                </c:pt>
                <c:pt idx="2255">
                  <c:v>43523</c:v>
                </c:pt>
                <c:pt idx="2256">
                  <c:v>43524</c:v>
                </c:pt>
                <c:pt idx="2257">
                  <c:v>43525</c:v>
                </c:pt>
                <c:pt idx="2258">
                  <c:v>43528</c:v>
                </c:pt>
                <c:pt idx="2259">
                  <c:v>43529</c:v>
                </c:pt>
                <c:pt idx="2260">
                  <c:v>43530</c:v>
                </c:pt>
                <c:pt idx="2261">
                  <c:v>43531</c:v>
                </c:pt>
                <c:pt idx="2262">
                  <c:v>43532</c:v>
                </c:pt>
                <c:pt idx="2263">
                  <c:v>43535</c:v>
                </c:pt>
                <c:pt idx="2264">
                  <c:v>43536</c:v>
                </c:pt>
                <c:pt idx="2265">
                  <c:v>43537</c:v>
                </c:pt>
                <c:pt idx="2266">
                  <c:v>43538</c:v>
                </c:pt>
                <c:pt idx="2267">
                  <c:v>43539</c:v>
                </c:pt>
                <c:pt idx="2268">
                  <c:v>43542</c:v>
                </c:pt>
                <c:pt idx="2269">
                  <c:v>43543</c:v>
                </c:pt>
                <c:pt idx="2270">
                  <c:v>43544</c:v>
                </c:pt>
                <c:pt idx="2271">
                  <c:v>43545</c:v>
                </c:pt>
                <c:pt idx="2272">
                  <c:v>43546</c:v>
                </c:pt>
                <c:pt idx="2273">
                  <c:v>43549</c:v>
                </c:pt>
                <c:pt idx="2274">
                  <c:v>43550</c:v>
                </c:pt>
                <c:pt idx="2275">
                  <c:v>43551</c:v>
                </c:pt>
                <c:pt idx="2276">
                  <c:v>43552</c:v>
                </c:pt>
                <c:pt idx="2277">
                  <c:v>43553</c:v>
                </c:pt>
                <c:pt idx="2278">
                  <c:v>43556</c:v>
                </c:pt>
                <c:pt idx="2279">
                  <c:v>43557</c:v>
                </c:pt>
                <c:pt idx="2280">
                  <c:v>43558</c:v>
                </c:pt>
                <c:pt idx="2281">
                  <c:v>43559</c:v>
                </c:pt>
                <c:pt idx="2282">
                  <c:v>43560</c:v>
                </c:pt>
                <c:pt idx="2283">
                  <c:v>43563</c:v>
                </c:pt>
                <c:pt idx="2284">
                  <c:v>43564</c:v>
                </c:pt>
                <c:pt idx="2285">
                  <c:v>43565</c:v>
                </c:pt>
                <c:pt idx="2286">
                  <c:v>43566</c:v>
                </c:pt>
                <c:pt idx="2287">
                  <c:v>43567</c:v>
                </c:pt>
                <c:pt idx="2288">
                  <c:v>43570</c:v>
                </c:pt>
                <c:pt idx="2289">
                  <c:v>43571</c:v>
                </c:pt>
                <c:pt idx="2290">
                  <c:v>43577</c:v>
                </c:pt>
                <c:pt idx="2291">
                  <c:v>43578</c:v>
                </c:pt>
                <c:pt idx="2292">
                  <c:v>43579</c:v>
                </c:pt>
                <c:pt idx="2293">
                  <c:v>43580</c:v>
                </c:pt>
                <c:pt idx="2294">
                  <c:v>43581</c:v>
                </c:pt>
                <c:pt idx="2295">
                  <c:v>43584</c:v>
                </c:pt>
                <c:pt idx="2296">
                  <c:v>43585</c:v>
                </c:pt>
                <c:pt idx="2297">
                  <c:v>43586</c:v>
                </c:pt>
                <c:pt idx="2298">
                  <c:v>43587</c:v>
                </c:pt>
                <c:pt idx="2299">
                  <c:v>43588</c:v>
                </c:pt>
                <c:pt idx="2300">
                  <c:v>43591</c:v>
                </c:pt>
                <c:pt idx="2301">
                  <c:v>43592</c:v>
                </c:pt>
                <c:pt idx="2302">
                  <c:v>43593</c:v>
                </c:pt>
                <c:pt idx="2303">
                  <c:v>43594</c:v>
                </c:pt>
                <c:pt idx="2304">
                  <c:v>43595</c:v>
                </c:pt>
                <c:pt idx="2305">
                  <c:v>43598</c:v>
                </c:pt>
                <c:pt idx="2306">
                  <c:v>43599</c:v>
                </c:pt>
                <c:pt idx="2307">
                  <c:v>43600</c:v>
                </c:pt>
                <c:pt idx="2308">
                  <c:v>43601</c:v>
                </c:pt>
                <c:pt idx="2309">
                  <c:v>43602</c:v>
                </c:pt>
                <c:pt idx="2310">
                  <c:v>43605</c:v>
                </c:pt>
                <c:pt idx="2311">
                  <c:v>43606</c:v>
                </c:pt>
                <c:pt idx="2312">
                  <c:v>43607</c:v>
                </c:pt>
                <c:pt idx="2313">
                  <c:v>43608</c:v>
                </c:pt>
                <c:pt idx="2314">
                  <c:v>43609</c:v>
                </c:pt>
                <c:pt idx="2315">
                  <c:v>43613</c:v>
                </c:pt>
                <c:pt idx="2316">
                  <c:v>43614</c:v>
                </c:pt>
                <c:pt idx="2317">
                  <c:v>43615</c:v>
                </c:pt>
                <c:pt idx="2318">
                  <c:v>43616</c:v>
                </c:pt>
                <c:pt idx="2319">
                  <c:v>43619</c:v>
                </c:pt>
                <c:pt idx="2320">
                  <c:v>43620</c:v>
                </c:pt>
                <c:pt idx="2321">
                  <c:v>43621</c:v>
                </c:pt>
                <c:pt idx="2322">
                  <c:v>43622</c:v>
                </c:pt>
                <c:pt idx="2323">
                  <c:v>43623</c:v>
                </c:pt>
                <c:pt idx="2324">
                  <c:v>43626</c:v>
                </c:pt>
                <c:pt idx="2325">
                  <c:v>43627</c:v>
                </c:pt>
                <c:pt idx="2326">
                  <c:v>43628</c:v>
                </c:pt>
                <c:pt idx="2327">
                  <c:v>43629</c:v>
                </c:pt>
                <c:pt idx="2328">
                  <c:v>43630</c:v>
                </c:pt>
                <c:pt idx="2329">
                  <c:v>43633</c:v>
                </c:pt>
                <c:pt idx="2330">
                  <c:v>43634</c:v>
                </c:pt>
                <c:pt idx="2331">
                  <c:v>43635</c:v>
                </c:pt>
                <c:pt idx="2332">
                  <c:v>43636</c:v>
                </c:pt>
                <c:pt idx="2333">
                  <c:v>43637</c:v>
                </c:pt>
                <c:pt idx="2334">
                  <c:v>43640</c:v>
                </c:pt>
                <c:pt idx="2335">
                  <c:v>43641</c:v>
                </c:pt>
                <c:pt idx="2336">
                  <c:v>43642</c:v>
                </c:pt>
                <c:pt idx="2337">
                  <c:v>43643</c:v>
                </c:pt>
                <c:pt idx="2338">
                  <c:v>43644</c:v>
                </c:pt>
                <c:pt idx="2339">
                  <c:v>43647</c:v>
                </c:pt>
                <c:pt idx="2340">
                  <c:v>43648</c:v>
                </c:pt>
                <c:pt idx="2341">
                  <c:v>43649</c:v>
                </c:pt>
                <c:pt idx="2342">
                  <c:v>43651</c:v>
                </c:pt>
                <c:pt idx="2343">
                  <c:v>43654</c:v>
                </c:pt>
                <c:pt idx="2344">
                  <c:v>43655</c:v>
                </c:pt>
                <c:pt idx="2345">
                  <c:v>43656</c:v>
                </c:pt>
                <c:pt idx="2346">
                  <c:v>43657</c:v>
                </c:pt>
                <c:pt idx="2347">
                  <c:v>43658</c:v>
                </c:pt>
                <c:pt idx="2348">
                  <c:v>43661</c:v>
                </c:pt>
                <c:pt idx="2349">
                  <c:v>43662</c:v>
                </c:pt>
                <c:pt idx="2350">
                  <c:v>43663</c:v>
                </c:pt>
                <c:pt idx="2351">
                  <c:v>43664</c:v>
                </c:pt>
                <c:pt idx="2352">
                  <c:v>43665</c:v>
                </c:pt>
                <c:pt idx="2353">
                  <c:v>43668</c:v>
                </c:pt>
                <c:pt idx="2354">
                  <c:v>43669</c:v>
                </c:pt>
                <c:pt idx="2355">
                  <c:v>43670</c:v>
                </c:pt>
                <c:pt idx="2356">
                  <c:v>43671</c:v>
                </c:pt>
                <c:pt idx="2357">
                  <c:v>43672</c:v>
                </c:pt>
                <c:pt idx="2358">
                  <c:v>43675</c:v>
                </c:pt>
                <c:pt idx="2359">
                  <c:v>43676</c:v>
                </c:pt>
                <c:pt idx="2360">
                  <c:v>43677</c:v>
                </c:pt>
                <c:pt idx="2361">
                  <c:v>43678</c:v>
                </c:pt>
                <c:pt idx="2362">
                  <c:v>43679</c:v>
                </c:pt>
                <c:pt idx="2363">
                  <c:v>43682</c:v>
                </c:pt>
                <c:pt idx="2364">
                  <c:v>43683</c:v>
                </c:pt>
                <c:pt idx="2365">
                  <c:v>43684</c:v>
                </c:pt>
                <c:pt idx="2366">
                  <c:v>43685</c:v>
                </c:pt>
                <c:pt idx="2367">
                  <c:v>43686</c:v>
                </c:pt>
                <c:pt idx="2368">
                  <c:v>43689</c:v>
                </c:pt>
                <c:pt idx="2369">
                  <c:v>43690</c:v>
                </c:pt>
                <c:pt idx="2370">
                  <c:v>43691</c:v>
                </c:pt>
                <c:pt idx="2371">
                  <c:v>43692</c:v>
                </c:pt>
                <c:pt idx="2372">
                  <c:v>43693</c:v>
                </c:pt>
                <c:pt idx="2373">
                  <c:v>43696</c:v>
                </c:pt>
                <c:pt idx="2374">
                  <c:v>43697</c:v>
                </c:pt>
                <c:pt idx="2375">
                  <c:v>43698</c:v>
                </c:pt>
                <c:pt idx="2376">
                  <c:v>43699</c:v>
                </c:pt>
                <c:pt idx="2377">
                  <c:v>43700</c:v>
                </c:pt>
                <c:pt idx="2378">
                  <c:v>43703</c:v>
                </c:pt>
                <c:pt idx="2379">
                  <c:v>43704</c:v>
                </c:pt>
                <c:pt idx="2380">
                  <c:v>43705</c:v>
                </c:pt>
                <c:pt idx="2381">
                  <c:v>43706</c:v>
                </c:pt>
                <c:pt idx="2382">
                  <c:v>43707</c:v>
                </c:pt>
                <c:pt idx="2383">
                  <c:v>43711</c:v>
                </c:pt>
                <c:pt idx="2384">
                  <c:v>43712</c:v>
                </c:pt>
                <c:pt idx="2385">
                  <c:v>43713</c:v>
                </c:pt>
                <c:pt idx="2386">
                  <c:v>43714</c:v>
                </c:pt>
                <c:pt idx="2387">
                  <c:v>43717</c:v>
                </c:pt>
                <c:pt idx="2388">
                  <c:v>43718</c:v>
                </c:pt>
                <c:pt idx="2389">
                  <c:v>43719</c:v>
                </c:pt>
                <c:pt idx="2390">
                  <c:v>43720</c:v>
                </c:pt>
                <c:pt idx="2391">
                  <c:v>43721</c:v>
                </c:pt>
                <c:pt idx="2392">
                  <c:v>43724</c:v>
                </c:pt>
                <c:pt idx="2393">
                  <c:v>43725</c:v>
                </c:pt>
                <c:pt idx="2394">
                  <c:v>43726</c:v>
                </c:pt>
                <c:pt idx="2395">
                  <c:v>43727</c:v>
                </c:pt>
                <c:pt idx="2396">
                  <c:v>43728</c:v>
                </c:pt>
                <c:pt idx="2397">
                  <c:v>43731</c:v>
                </c:pt>
                <c:pt idx="2398">
                  <c:v>43732</c:v>
                </c:pt>
                <c:pt idx="2399">
                  <c:v>43733</c:v>
                </c:pt>
                <c:pt idx="2400">
                  <c:v>43734</c:v>
                </c:pt>
                <c:pt idx="2401">
                  <c:v>43735</c:v>
                </c:pt>
                <c:pt idx="2402">
                  <c:v>43738</c:v>
                </c:pt>
                <c:pt idx="2403">
                  <c:v>43739</c:v>
                </c:pt>
                <c:pt idx="2404">
                  <c:v>43740</c:v>
                </c:pt>
                <c:pt idx="2405">
                  <c:v>43741</c:v>
                </c:pt>
                <c:pt idx="2406">
                  <c:v>43742</c:v>
                </c:pt>
                <c:pt idx="2407">
                  <c:v>43745</c:v>
                </c:pt>
                <c:pt idx="2408">
                  <c:v>43746</c:v>
                </c:pt>
                <c:pt idx="2409">
                  <c:v>43747</c:v>
                </c:pt>
                <c:pt idx="2410">
                  <c:v>43748</c:v>
                </c:pt>
                <c:pt idx="2411">
                  <c:v>43749</c:v>
                </c:pt>
                <c:pt idx="2412">
                  <c:v>43753</c:v>
                </c:pt>
                <c:pt idx="2413">
                  <c:v>43754</c:v>
                </c:pt>
                <c:pt idx="2414">
                  <c:v>43755</c:v>
                </c:pt>
                <c:pt idx="2415">
                  <c:v>43756</c:v>
                </c:pt>
                <c:pt idx="2416">
                  <c:v>43759</c:v>
                </c:pt>
                <c:pt idx="2417">
                  <c:v>43760</c:v>
                </c:pt>
                <c:pt idx="2418">
                  <c:v>43761</c:v>
                </c:pt>
                <c:pt idx="2419">
                  <c:v>43762</c:v>
                </c:pt>
                <c:pt idx="2420">
                  <c:v>43763</c:v>
                </c:pt>
                <c:pt idx="2421">
                  <c:v>43766</c:v>
                </c:pt>
                <c:pt idx="2422">
                  <c:v>43767</c:v>
                </c:pt>
                <c:pt idx="2423">
                  <c:v>43768</c:v>
                </c:pt>
                <c:pt idx="2424">
                  <c:v>43769</c:v>
                </c:pt>
                <c:pt idx="2425">
                  <c:v>43770</c:v>
                </c:pt>
                <c:pt idx="2426">
                  <c:v>43773</c:v>
                </c:pt>
                <c:pt idx="2427">
                  <c:v>43774</c:v>
                </c:pt>
                <c:pt idx="2428">
                  <c:v>43775</c:v>
                </c:pt>
                <c:pt idx="2429">
                  <c:v>43776</c:v>
                </c:pt>
                <c:pt idx="2430">
                  <c:v>43777</c:v>
                </c:pt>
                <c:pt idx="2431">
                  <c:v>43781</c:v>
                </c:pt>
                <c:pt idx="2432">
                  <c:v>43782</c:v>
                </c:pt>
                <c:pt idx="2433">
                  <c:v>43783</c:v>
                </c:pt>
                <c:pt idx="2434">
                  <c:v>43784</c:v>
                </c:pt>
                <c:pt idx="2435">
                  <c:v>43787</c:v>
                </c:pt>
                <c:pt idx="2436">
                  <c:v>43788</c:v>
                </c:pt>
                <c:pt idx="2437">
                  <c:v>43789</c:v>
                </c:pt>
                <c:pt idx="2438">
                  <c:v>43790</c:v>
                </c:pt>
                <c:pt idx="2439">
                  <c:v>43791</c:v>
                </c:pt>
                <c:pt idx="2440">
                  <c:v>43794</c:v>
                </c:pt>
                <c:pt idx="2441">
                  <c:v>43795</c:v>
                </c:pt>
                <c:pt idx="2442">
                  <c:v>43796</c:v>
                </c:pt>
                <c:pt idx="2443">
                  <c:v>43798</c:v>
                </c:pt>
                <c:pt idx="2444">
                  <c:v>43801</c:v>
                </c:pt>
                <c:pt idx="2445">
                  <c:v>43802</c:v>
                </c:pt>
                <c:pt idx="2446">
                  <c:v>43803</c:v>
                </c:pt>
                <c:pt idx="2447">
                  <c:v>43804</c:v>
                </c:pt>
                <c:pt idx="2448">
                  <c:v>43805</c:v>
                </c:pt>
                <c:pt idx="2449">
                  <c:v>43808</c:v>
                </c:pt>
                <c:pt idx="2450">
                  <c:v>43809</c:v>
                </c:pt>
                <c:pt idx="2451">
                  <c:v>43810</c:v>
                </c:pt>
                <c:pt idx="2452">
                  <c:v>43811</c:v>
                </c:pt>
                <c:pt idx="2453">
                  <c:v>43812</c:v>
                </c:pt>
                <c:pt idx="2454">
                  <c:v>43815</c:v>
                </c:pt>
                <c:pt idx="2455">
                  <c:v>43816</c:v>
                </c:pt>
                <c:pt idx="2456">
                  <c:v>43817</c:v>
                </c:pt>
                <c:pt idx="2457">
                  <c:v>43818</c:v>
                </c:pt>
                <c:pt idx="2458">
                  <c:v>43819</c:v>
                </c:pt>
                <c:pt idx="2459">
                  <c:v>43822</c:v>
                </c:pt>
                <c:pt idx="2460">
                  <c:v>43823</c:v>
                </c:pt>
                <c:pt idx="2461">
                  <c:v>43825</c:v>
                </c:pt>
                <c:pt idx="2462">
                  <c:v>43826</c:v>
                </c:pt>
                <c:pt idx="2463">
                  <c:v>43829</c:v>
                </c:pt>
                <c:pt idx="2464">
                  <c:v>43830</c:v>
                </c:pt>
                <c:pt idx="2465">
                  <c:v>43832</c:v>
                </c:pt>
                <c:pt idx="2466">
                  <c:v>43833</c:v>
                </c:pt>
                <c:pt idx="2467">
                  <c:v>43836</c:v>
                </c:pt>
                <c:pt idx="2468">
                  <c:v>43837</c:v>
                </c:pt>
                <c:pt idx="2469">
                  <c:v>43838</c:v>
                </c:pt>
                <c:pt idx="2470">
                  <c:v>43839</c:v>
                </c:pt>
                <c:pt idx="2471">
                  <c:v>43840</c:v>
                </c:pt>
                <c:pt idx="2472">
                  <c:v>43843</c:v>
                </c:pt>
                <c:pt idx="2473">
                  <c:v>43844</c:v>
                </c:pt>
                <c:pt idx="2474">
                  <c:v>43845</c:v>
                </c:pt>
                <c:pt idx="2475">
                  <c:v>43846</c:v>
                </c:pt>
                <c:pt idx="2476">
                  <c:v>43847</c:v>
                </c:pt>
                <c:pt idx="2477">
                  <c:v>43851</c:v>
                </c:pt>
                <c:pt idx="2478">
                  <c:v>43852</c:v>
                </c:pt>
                <c:pt idx="2479">
                  <c:v>43853</c:v>
                </c:pt>
                <c:pt idx="2480">
                  <c:v>43854</c:v>
                </c:pt>
                <c:pt idx="2481">
                  <c:v>43857</c:v>
                </c:pt>
                <c:pt idx="2482">
                  <c:v>43858</c:v>
                </c:pt>
                <c:pt idx="2483">
                  <c:v>43859</c:v>
                </c:pt>
                <c:pt idx="2484">
                  <c:v>43860</c:v>
                </c:pt>
                <c:pt idx="2485">
                  <c:v>43861</c:v>
                </c:pt>
                <c:pt idx="2486">
                  <c:v>43864</c:v>
                </c:pt>
                <c:pt idx="2487">
                  <c:v>43865</c:v>
                </c:pt>
                <c:pt idx="2488">
                  <c:v>43866</c:v>
                </c:pt>
                <c:pt idx="2489">
                  <c:v>43867</c:v>
                </c:pt>
                <c:pt idx="2490">
                  <c:v>43868</c:v>
                </c:pt>
                <c:pt idx="2491">
                  <c:v>43871</c:v>
                </c:pt>
                <c:pt idx="2492">
                  <c:v>43872</c:v>
                </c:pt>
                <c:pt idx="2493">
                  <c:v>43873</c:v>
                </c:pt>
                <c:pt idx="2494">
                  <c:v>43874</c:v>
                </c:pt>
                <c:pt idx="2495">
                  <c:v>43875</c:v>
                </c:pt>
                <c:pt idx="2496">
                  <c:v>43879</c:v>
                </c:pt>
                <c:pt idx="2497">
                  <c:v>43880</c:v>
                </c:pt>
                <c:pt idx="2498">
                  <c:v>43881</c:v>
                </c:pt>
                <c:pt idx="2499">
                  <c:v>43882</c:v>
                </c:pt>
                <c:pt idx="2500">
                  <c:v>43885</c:v>
                </c:pt>
                <c:pt idx="2501">
                  <c:v>43886</c:v>
                </c:pt>
                <c:pt idx="2502">
                  <c:v>43887</c:v>
                </c:pt>
                <c:pt idx="2503">
                  <c:v>43888</c:v>
                </c:pt>
                <c:pt idx="2504">
                  <c:v>43889</c:v>
                </c:pt>
                <c:pt idx="2505">
                  <c:v>43892</c:v>
                </c:pt>
                <c:pt idx="2506">
                  <c:v>43893</c:v>
                </c:pt>
                <c:pt idx="2507">
                  <c:v>43894</c:v>
                </c:pt>
                <c:pt idx="2508">
                  <c:v>43895</c:v>
                </c:pt>
                <c:pt idx="2509">
                  <c:v>43896</c:v>
                </c:pt>
                <c:pt idx="2510">
                  <c:v>43899</c:v>
                </c:pt>
                <c:pt idx="2511">
                  <c:v>43900</c:v>
                </c:pt>
                <c:pt idx="2512">
                  <c:v>43901</c:v>
                </c:pt>
                <c:pt idx="2513">
                  <c:v>43902</c:v>
                </c:pt>
                <c:pt idx="2514">
                  <c:v>43903</c:v>
                </c:pt>
                <c:pt idx="2515">
                  <c:v>43906</c:v>
                </c:pt>
                <c:pt idx="2516">
                  <c:v>43907</c:v>
                </c:pt>
                <c:pt idx="2517">
                  <c:v>43908</c:v>
                </c:pt>
                <c:pt idx="2518">
                  <c:v>43909</c:v>
                </c:pt>
                <c:pt idx="2519">
                  <c:v>43910</c:v>
                </c:pt>
                <c:pt idx="2520">
                  <c:v>43913</c:v>
                </c:pt>
                <c:pt idx="2521">
                  <c:v>43914</c:v>
                </c:pt>
                <c:pt idx="2522">
                  <c:v>43915</c:v>
                </c:pt>
                <c:pt idx="2523">
                  <c:v>43916</c:v>
                </c:pt>
                <c:pt idx="2524">
                  <c:v>43917</c:v>
                </c:pt>
                <c:pt idx="2525">
                  <c:v>43920</c:v>
                </c:pt>
                <c:pt idx="2526">
                  <c:v>43921</c:v>
                </c:pt>
                <c:pt idx="2527">
                  <c:v>43922</c:v>
                </c:pt>
                <c:pt idx="2528">
                  <c:v>43923</c:v>
                </c:pt>
                <c:pt idx="2529">
                  <c:v>43924</c:v>
                </c:pt>
                <c:pt idx="2530">
                  <c:v>43927</c:v>
                </c:pt>
                <c:pt idx="2531">
                  <c:v>43928</c:v>
                </c:pt>
                <c:pt idx="2532">
                  <c:v>43934</c:v>
                </c:pt>
                <c:pt idx="2533">
                  <c:v>43935</c:v>
                </c:pt>
                <c:pt idx="2534">
                  <c:v>43936</c:v>
                </c:pt>
                <c:pt idx="2535">
                  <c:v>43937</c:v>
                </c:pt>
                <c:pt idx="2536">
                  <c:v>43938</c:v>
                </c:pt>
                <c:pt idx="2537">
                  <c:v>43941</c:v>
                </c:pt>
                <c:pt idx="2538">
                  <c:v>43942</c:v>
                </c:pt>
                <c:pt idx="2539">
                  <c:v>43943</c:v>
                </c:pt>
                <c:pt idx="2540">
                  <c:v>43944</c:v>
                </c:pt>
                <c:pt idx="2541">
                  <c:v>43945</c:v>
                </c:pt>
                <c:pt idx="2542">
                  <c:v>43948</c:v>
                </c:pt>
                <c:pt idx="2543">
                  <c:v>43949</c:v>
                </c:pt>
                <c:pt idx="2544">
                  <c:v>43950</c:v>
                </c:pt>
                <c:pt idx="2545">
                  <c:v>43951</c:v>
                </c:pt>
                <c:pt idx="2546">
                  <c:v>43952</c:v>
                </c:pt>
                <c:pt idx="2547">
                  <c:v>43955</c:v>
                </c:pt>
                <c:pt idx="2548">
                  <c:v>43956</c:v>
                </c:pt>
                <c:pt idx="2549">
                  <c:v>43957</c:v>
                </c:pt>
                <c:pt idx="2550">
                  <c:v>43958</c:v>
                </c:pt>
                <c:pt idx="2551">
                  <c:v>43959</c:v>
                </c:pt>
                <c:pt idx="2552">
                  <c:v>43962</c:v>
                </c:pt>
                <c:pt idx="2553">
                  <c:v>43963</c:v>
                </c:pt>
                <c:pt idx="2554">
                  <c:v>43964</c:v>
                </c:pt>
                <c:pt idx="2555">
                  <c:v>43965</c:v>
                </c:pt>
                <c:pt idx="2556">
                  <c:v>43966</c:v>
                </c:pt>
                <c:pt idx="2557">
                  <c:v>43969</c:v>
                </c:pt>
                <c:pt idx="2558">
                  <c:v>43970</c:v>
                </c:pt>
                <c:pt idx="2559">
                  <c:v>43971</c:v>
                </c:pt>
                <c:pt idx="2560">
                  <c:v>43972</c:v>
                </c:pt>
                <c:pt idx="2561">
                  <c:v>43973</c:v>
                </c:pt>
                <c:pt idx="2562">
                  <c:v>43977</c:v>
                </c:pt>
                <c:pt idx="2563">
                  <c:v>43978</c:v>
                </c:pt>
                <c:pt idx="2564">
                  <c:v>43979</c:v>
                </c:pt>
                <c:pt idx="2565">
                  <c:v>43980</c:v>
                </c:pt>
                <c:pt idx="2566">
                  <c:v>43983</c:v>
                </c:pt>
                <c:pt idx="2567">
                  <c:v>43984</c:v>
                </c:pt>
                <c:pt idx="2568">
                  <c:v>43985</c:v>
                </c:pt>
                <c:pt idx="2569">
                  <c:v>43986</c:v>
                </c:pt>
                <c:pt idx="2570">
                  <c:v>43987</c:v>
                </c:pt>
                <c:pt idx="2571">
                  <c:v>43990</c:v>
                </c:pt>
                <c:pt idx="2572">
                  <c:v>43991</c:v>
                </c:pt>
                <c:pt idx="2573">
                  <c:v>43992</c:v>
                </c:pt>
                <c:pt idx="2574">
                  <c:v>43993</c:v>
                </c:pt>
                <c:pt idx="2575">
                  <c:v>43994</c:v>
                </c:pt>
                <c:pt idx="2576">
                  <c:v>43997</c:v>
                </c:pt>
                <c:pt idx="2577">
                  <c:v>43998</c:v>
                </c:pt>
                <c:pt idx="2578">
                  <c:v>43999</c:v>
                </c:pt>
                <c:pt idx="2579">
                  <c:v>44000</c:v>
                </c:pt>
                <c:pt idx="2580">
                  <c:v>44001</c:v>
                </c:pt>
                <c:pt idx="2581">
                  <c:v>44004</c:v>
                </c:pt>
                <c:pt idx="2582">
                  <c:v>44005</c:v>
                </c:pt>
                <c:pt idx="2583">
                  <c:v>44006</c:v>
                </c:pt>
                <c:pt idx="2584">
                  <c:v>44007</c:v>
                </c:pt>
                <c:pt idx="2585">
                  <c:v>44008</c:v>
                </c:pt>
                <c:pt idx="2586">
                  <c:v>44011</c:v>
                </c:pt>
                <c:pt idx="2587">
                  <c:v>44012</c:v>
                </c:pt>
                <c:pt idx="2588">
                  <c:v>44018</c:v>
                </c:pt>
                <c:pt idx="2589">
                  <c:v>44019</c:v>
                </c:pt>
                <c:pt idx="2590">
                  <c:v>44020</c:v>
                </c:pt>
                <c:pt idx="2591">
                  <c:v>44021</c:v>
                </c:pt>
                <c:pt idx="2592">
                  <c:v>44022</c:v>
                </c:pt>
                <c:pt idx="2593">
                  <c:v>44025</c:v>
                </c:pt>
                <c:pt idx="2594">
                  <c:v>44026</c:v>
                </c:pt>
                <c:pt idx="2595">
                  <c:v>44027</c:v>
                </c:pt>
                <c:pt idx="2596">
                  <c:v>44028</c:v>
                </c:pt>
                <c:pt idx="2597">
                  <c:v>44029</c:v>
                </c:pt>
                <c:pt idx="2598">
                  <c:v>44032</c:v>
                </c:pt>
                <c:pt idx="2599">
                  <c:v>44033</c:v>
                </c:pt>
                <c:pt idx="2600">
                  <c:v>44034</c:v>
                </c:pt>
                <c:pt idx="2601">
                  <c:v>44035</c:v>
                </c:pt>
                <c:pt idx="2602">
                  <c:v>44036</c:v>
                </c:pt>
                <c:pt idx="2603">
                  <c:v>44039</c:v>
                </c:pt>
                <c:pt idx="2604">
                  <c:v>44040</c:v>
                </c:pt>
                <c:pt idx="2605">
                  <c:v>44041</c:v>
                </c:pt>
                <c:pt idx="2606">
                  <c:v>44042</c:v>
                </c:pt>
                <c:pt idx="2607">
                  <c:v>44043</c:v>
                </c:pt>
                <c:pt idx="2608">
                  <c:v>44046</c:v>
                </c:pt>
                <c:pt idx="2609">
                  <c:v>44047</c:v>
                </c:pt>
                <c:pt idx="2610">
                  <c:v>44048</c:v>
                </c:pt>
                <c:pt idx="2611">
                  <c:v>44049</c:v>
                </c:pt>
                <c:pt idx="2612">
                  <c:v>44050</c:v>
                </c:pt>
                <c:pt idx="2613">
                  <c:v>44053</c:v>
                </c:pt>
                <c:pt idx="2614">
                  <c:v>44054</c:v>
                </c:pt>
                <c:pt idx="2615">
                  <c:v>44055</c:v>
                </c:pt>
                <c:pt idx="2616">
                  <c:v>44056</c:v>
                </c:pt>
                <c:pt idx="2617">
                  <c:v>44057</c:v>
                </c:pt>
                <c:pt idx="2618">
                  <c:v>44060</c:v>
                </c:pt>
                <c:pt idx="2619">
                  <c:v>44061</c:v>
                </c:pt>
                <c:pt idx="2620">
                  <c:v>44062</c:v>
                </c:pt>
                <c:pt idx="2621">
                  <c:v>44063</c:v>
                </c:pt>
                <c:pt idx="2622">
                  <c:v>44064</c:v>
                </c:pt>
                <c:pt idx="2623">
                  <c:v>44067</c:v>
                </c:pt>
                <c:pt idx="2624">
                  <c:v>44068</c:v>
                </c:pt>
                <c:pt idx="2625">
                  <c:v>44069</c:v>
                </c:pt>
                <c:pt idx="2626">
                  <c:v>44070</c:v>
                </c:pt>
                <c:pt idx="2627">
                  <c:v>44071</c:v>
                </c:pt>
                <c:pt idx="2628">
                  <c:v>44074</c:v>
                </c:pt>
                <c:pt idx="2629">
                  <c:v>44075</c:v>
                </c:pt>
                <c:pt idx="2630">
                  <c:v>44076</c:v>
                </c:pt>
                <c:pt idx="2631">
                  <c:v>44077</c:v>
                </c:pt>
                <c:pt idx="2632">
                  <c:v>44078</c:v>
                </c:pt>
                <c:pt idx="2633">
                  <c:v>44082</c:v>
                </c:pt>
                <c:pt idx="2634">
                  <c:v>44083</c:v>
                </c:pt>
                <c:pt idx="2635">
                  <c:v>44084</c:v>
                </c:pt>
                <c:pt idx="2636">
                  <c:v>44085</c:v>
                </c:pt>
                <c:pt idx="2637">
                  <c:v>44088</c:v>
                </c:pt>
                <c:pt idx="2638">
                  <c:v>44089</c:v>
                </c:pt>
                <c:pt idx="2639">
                  <c:v>44090</c:v>
                </c:pt>
                <c:pt idx="2640">
                  <c:v>44091</c:v>
                </c:pt>
                <c:pt idx="2641">
                  <c:v>44092</c:v>
                </c:pt>
                <c:pt idx="2642">
                  <c:v>44095</c:v>
                </c:pt>
                <c:pt idx="2643">
                  <c:v>44096</c:v>
                </c:pt>
                <c:pt idx="2644">
                  <c:v>44097</c:v>
                </c:pt>
                <c:pt idx="2645">
                  <c:v>44098</c:v>
                </c:pt>
                <c:pt idx="2646">
                  <c:v>44099</c:v>
                </c:pt>
                <c:pt idx="2647">
                  <c:v>44102</c:v>
                </c:pt>
                <c:pt idx="2648">
                  <c:v>44103</c:v>
                </c:pt>
                <c:pt idx="2649">
                  <c:v>44104</c:v>
                </c:pt>
                <c:pt idx="2650">
                  <c:v>44105</c:v>
                </c:pt>
                <c:pt idx="2651">
                  <c:v>44106</c:v>
                </c:pt>
                <c:pt idx="2652">
                  <c:v>44109</c:v>
                </c:pt>
                <c:pt idx="2653">
                  <c:v>44110</c:v>
                </c:pt>
                <c:pt idx="2654">
                  <c:v>44111</c:v>
                </c:pt>
                <c:pt idx="2655">
                  <c:v>44112</c:v>
                </c:pt>
                <c:pt idx="2656">
                  <c:v>44113</c:v>
                </c:pt>
                <c:pt idx="2657">
                  <c:v>44117</c:v>
                </c:pt>
                <c:pt idx="2658">
                  <c:v>44118</c:v>
                </c:pt>
                <c:pt idx="2659">
                  <c:v>44119</c:v>
                </c:pt>
                <c:pt idx="2660">
                  <c:v>44120</c:v>
                </c:pt>
                <c:pt idx="2661">
                  <c:v>44123</c:v>
                </c:pt>
                <c:pt idx="2662">
                  <c:v>44124</c:v>
                </c:pt>
                <c:pt idx="2663">
                  <c:v>44125</c:v>
                </c:pt>
                <c:pt idx="2664">
                  <c:v>44126</c:v>
                </c:pt>
                <c:pt idx="2665">
                  <c:v>44127</c:v>
                </c:pt>
                <c:pt idx="2666">
                  <c:v>44130</c:v>
                </c:pt>
                <c:pt idx="2667">
                  <c:v>44131</c:v>
                </c:pt>
                <c:pt idx="2668">
                  <c:v>44132</c:v>
                </c:pt>
                <c:pt idx="2669">
                  <c:v>44133</c:v>
                </c:pt>
                <c:pt idx="2670">
                  <c:v>44134</c:v>
                </c:pt>
                <c:pt idx="2671">
                  <c:v>44137</c:v>
                </c:pt>
                <c:pt idx="2672">
                  <c:v>44138</c:v>
                </c:pt>
                <c:pt idx="2673">
                  <c:v>44139</c:v>
                </c:pt>
                <c:pt idx="2674">
                  <c:v>44140</c:v>
                </c:pt>
                <c:pt idx="2675">
                  <c:v>44141</c:v>
                </c:pt>
                <c:pt idx="2676">
                  <c:v>44144</c:v>
                </c:pt>
                <c:pt idx="2677">
                  <c:v>44145</c:v>
                </c:pt>
                <c:pt idx="2678">
                  <c:v>44147</c:v>
                </c:pt>
                <c:pt idx="2679">
                  <c:v>44148</c:v>
                </c:pt>
                <c:pt idx="2680">
                  <c:v>44151</c:v>
                </c:pt>
                <c:pt idx="2681">
                  <c:v>44152</c:v>
                </c:pt>
                <c:pt idx="2682">
                  <c:v>44153</c:v>
                </c:pt>
                <c:pt idx="2683">
                  <c:v>44154</c:v>
                </c:pt>
                <c:pt idx="2684">
                  <c:v>44155</c:v>
                </c:pt>
                <c:pt idx="2685">
                  <c:v>44158</c:v>
                </c:pt>
                <c:pt idx="2686">
                  <c:v>44159</c:v>
                </c:pt>
                <c:pt idx="2687">
                  <c:v>44160</c:v>
                </c:pt>
                <c:pt idx="2688">
                  <c:v>44162</c:v>
                </c:pt>
                <c:pt idx="2689">
                  <c:v>44165</c:v>
                </c:pt>
                <c:pt idx="2690">
                  <c:v>44166</c:v>
                </c:pt>
                <c:pt idx="2691">
                  <c:v>44167</c:v>
                </c:pt>
                <c:pt idx="2692">
                  <c:v>44168</c:v>
                </c:pt>
                <c:pt idx="2693">
                  <c:v>44169</c:v>
                </c:pt>
                <c:pt idx="2694">
                  <c:v>44172</c:v>
                </c:pt>
                <c:pt idx="2695">
                  <c:v>44173</c:v>
                </c:pt>
                <c:pt idx="2696">
                  <c:v>44174</c:v>
                </c:pt>
                <c:pt idx="2697">
                  <c:v>44175</c:v>
                </c:pt>
                <c:pt idx="2698">
                  <c:v>44176</c:v>
                </c:pt>
                <c:pt idx="2699">
                  <c:v>44179</c:v>
                </c:pt>
                <c:pt idx="2700">
                  <c:v>44180</c:v>
                </c:pt>
                <c:pt idx="2701">
                  <c:v>44181</c:v>
                </c:pt>
                <c:pt idx="2702">
                  <c:v>44182</c:v>
                </c:pt>
                <c:pt idx="2703">
                  <c:v>44183</c:v>
                </c:pt>
                <c:pt idx="2704">
                  <c:v>44186</c:v>
                </c:pt>
                <c:pt idx="2705">
                  <c:v>44187</c:v>
                </c:pt>
                <c:pt idx="2706">
                  <c:v>44188</c:v>
                </c:pt>
                <c:pt idx="2707">
                  <c:v>44189</c:v>
                </c:pt>
                <c:pt idx="2708">
                  <c:v>44193</c:v>
                </c:pt>
                <c:pt idx="2709">
                  <c:v>44194</c:v>
                </c:pt>
                <c:pt idx="2710">
                  <c:v>44195</c:v>
                </c:pt>
                <c:pt idx="2711">
                  <c:v>44196</c:v>
                </c:pt>
                <c:pt idx="2712">
                  <c:v>44200</c:v>
                </c:pt>
                <c:pt idx="2713">
                  <c:v>44201</c:v>
                </c:pt>
                <c:pt idx="2714">
                  <c:v>44202</c:v>
                </c:pt>
                <c:pt idx="2715">
                  <c:v>44203</c:v>
                </c:pt>
                <c:pt idx="2716">
                  <c:v>44204</c:v>
                </c:pt>
                <c:pt idx="2717">
                  <c:v>44207</c:v>
                </c:pt>
                <c:pt idx="2718">
                  <c:v>44208</c:v>
                </c:pt>
                <c:pt idx="2719">
                  <c:v>44209</c:v>
                </c:pt>
                <c:pt idx="2720">
                  <c:v>44210</c:v>
                </c:pt>
                <c:pt idx="2721">
                  <c:v>44211</c:v>
                </c:pt>
                <c:pt idx="2722">
                  <c:v>44215</c:v>
                </c:pt>
                <c:pt idx="2723">
                  <c:v>44216</c:v>
                </c:pt>
                <c:pt idx="2724">
                  <c:v>44217</c:v>
                </c:pt>
                <c:pt idx="2725">
                  <c:v>44218</c:v>
                </c:pt>
                <c:pt idx="2726">
                  <c:v>44221</c:v>
                </c:pt>
                <c:pt idx="2727">
                  <c:v>44222</c:v>
                </c:pt>
                <c:pt idx="2728">
                  <c:v>44223</c:v>
                </c:pt>
                <c:pt idx="2729">
                  <c:v>44224</c:v>
                </c:pt>
                <c:pt idx="2730">
                  <c:v>44225</c:v>
                </c:pt>
                <c:pt idx="2731">
                  <c:v>44228</c:v>
                </c:pt>
                <c:pt idx="2732">
                  <c:v>44229</c:v>
                </c:pt>
                <c:pt idx="2733">
                  <c:v>44230</c:v>
                </c:pt>
                <c:pt idx="2734">
                  <c:v>44231</c:v>
                </c:pt>
                <c:pt idx="2735">
                  <c:v>44232</c:v>
                </c:pt>
                <c:pt idx="2736">
                  <c:v>44235</c:v>
                </c:pt>
                <c:pt idx="2737">
                  <c:v>44236</c:v>
                </c:pt>
                <c:pt idx="2738">
                  <c:v>44237</c:v>
                </c:pt>
                <c:pt idx="2739">
                  <c:v>44238</c:v>
                </c:pt>
                <c:pt idx="2740">
                  <c:v>44239</c:v>
                </c:pt>
                <c:pt idx="2741">
                  <c:v>44243</c:v>
                </c:pt>
                <c:pt idx="2742">
                  <c:v>44244</c:v>
                </c:pt>
                <c:pt idx="2743">
                  <c:v>44245</c:v>
                </c:pt>
                <c:pt idx="2744">
                  <c:v>44246</c:v>
                </c:pt>
                <c:pt idx="2745">
                  <c:v>44249</c:v>
                </c:pt>
                <c:pt idx="2746">
                  <c:v>44250</c:v>
                </c:pt>
                <c:pt idx="2747">
                  <c:v>44251</c:v>
                </c:pt>
                <c:pt idx="2748">
                  <c:v>44252</c:v>
                </c:pt>
                <c:pt idx="2749">
                  <c:v>44253</c:v>
                </c:pt>
                <c:pt idx="2750">
                  <c:v>44256</c:v>
                </c:pt>
                <c:pt idx="2751">
                  <c:v>44257</c:v>
                </c:pt>
                <c:pt idx="2752">
                  <c:v>44258</c:v>
                </c:pt>
                <c:pt idx="2753">
                  <c:v>44259</c:v>
                </c:pt>
                <c:pt idx="2754">
                  <c:v>44260</c:v>
                </c:pt>
                <c:pt idx="2755">
                  <c:v>44263</c:v>
                </c:pt>
                <c:pt idx="2756">
                  <c:v>44264</c:v>
                </c:pt>
                <c:pt idx="2757">
                  <c:v>44265</c:v>
                </c:pt>
                <c:pt idx="2758">
                  <c:v>44266</c:v>
                </c:pt>
                <c:pt idx="2759">
                  <c:v>44267</c:v>
                </c:pt>
                <c:pt idx="2760">
                  <c:v>44270</c:v>
                </c:pt>
                <c:pt idx="2761">
                  <c:v>44271</c:v>
                </c:pt>
                <c:pt idx="2762">
                  <c:v>44272</c:v>
                </c:pt>
                <c:pt idx="2763">
                  <c:v>44273</c:v>
                </c:pt>
                <c:pt idx="2764">
                  <c:v>44274</c:v>
                </c:pt>
                <c:pt idx="2765">
                  <c:v>44277</c:v>
                </c:pt>
                <c:pt idx="2766">
                  <c:v>44278</c:v>
                </c:pt>
                <c:pt idx="2767">
                  <c:v>44279</c:v>
                </c:pt>
                <c:pt idx="2768">
                  <c:v>44280</c:v>
                </c:pt>
                <c:pt idx="2769">
                  <c:v>44281</c:v>
                </c:pt>
                <c:pt idx="2770">
                  <c:v>44284</c:v>
                </c:pt>
                <c:pt idx="2771">
                  <c:v>44285</c:v>
                </c:pt>
                <c:pt idx="2772">
                  <c:v>44286</c:v>
                </c:pt>
                <c:pt idx="2773">
                  <c:v>44287</c:v>
                </c:pt>
                <c:pt idx="2774">
                  <c:v>44288</c:v>
                </c:pt>
                <c:pt idx="2775">
                  <c:v>44291</c:v>
                </c:pt>
                <c:pt idx="2776">
                  <c:v>44292</c:v>
                </c:pt>
                <c:pt idx="2777">
                  <c:v>44293</c:v>
                </c:pt>
                <c:pt idx="2778">
                  <c:v>44294</c:v>
                </c:pt>
                <c:pt idx="2779">
                  <c:v>44295</c:v>
                </c:pt>
                <c:pt idx="2780">
                  <c:v>44298</c:v>
                </c:pt>
                <c:pt idx="2781">
                  <c:v>44299</c:v>
                </c:pt>
                <c:pt idx="2782">
                  <c:v>44300</c:v>
                </c:pt>
                <c:pt idx="2783">
                  <c:v>44301</c:v>
                </c:pt>
                <c:pt idx="2784">
                  <c:v>44302</c:v>
                </c:pt>
                <c:pt idx="2785">
                  <c:v>44305</c:v>
                </c:pt>
                <c:pt idx="2786">
                  <c:v>44306</c:v>
                </c:pt>
                <c:pt idx="2787">
                  <c:v>44307</c:v>
                </c:pt>
                <c:pt idx="2788">
                  <c:v>44308</c:v>
                </c:pt>
                <c:pt idx="2789">
                  <c:v>44309</c:v>
                </c:pt>
                <c:pt idx="2790">
                  <c:v>44312</c:v>
                </c:pt>
                <c:pt idx="2791">
                  <c:v>44313</c:v>
                </c:pt>
                <c:pt idx="2792">
                  <c:v>44314</c:v>
                </c:pt>
                <c:pt idx="2793">
                  <c:v>44315</c:v>
                </c:pt>
                <c:pt idx="2794">
                  <c:v>44316</c:v>
                </c:pt>
                <c:pt idx="2795">
                  <c:v>44319</c:v>
                </c:pt>
                <c:pt idx="2796">
                  <c:v>44320</c:v>
                </c:pt>
                <c:pt idx="2797">
                  <c:v>44321</c:v>
                </c:pt>
                <c:pt idx="2798">
                  <c:v>44322</c:v>
                </c:pt>
                <c:pt idx="2799">
                  <c:v>44323</c:v>
                </c:pt>
                <c:pt idx="2800">
                  <c:v>44326</c:v>
                </c:pt>
                <c:pt idx="2801">
                  <c:v>44327</c:v>
                </c:pt>
                <c:pt idx="2802">
                  <c:v>44328</c:v>
                </c:pt>
                <c:pt idx="2803">
                  <c:v>44329</c:v>
                </c:pt>
                <c:pt idx="2804">
                  <c:v>44330</c:v>
                </c:pt>
                <c:pt idx="2805">
                  <c:v>44333</c:v>
                </c:pt>
                <c:pt idx="2806">
                  <c:v>44334</c:v>
                </c:pt>
                <c:pt idx="2807">
                  <c:v>44335</c:v>
                </c:pt>
                <c:pt idx="2808">
                  <c:v>44336</c:v>
                </c:pt>
                <c:pt idx="2809">
                  <c:v>44337</c:v>
                </c:pt>
                <c:pt idx="2810">
                  <c:v>44340</c:v>
                </c:pt>
                <c:pt idx="2811">
                  <c:v>44341</c:v>
                </c:pt>
                <c:pt idx="2812">
                  <c:v>44342</c:v>
                </c:pt>
                <c:pt idx="2813">
                  <c:v>44343</c:v>
                </c:pt>
                <c:pt idx="2814">
                  <c:v>44344</c:v>
                </c:pt>
                <c:pt idx="2815">
                  <c:v>44348</c:v>
                </c:pt>
                <c:pt idx="2816">
                  <c:v>44349</c:v>
                </c:pt>
                <c:pt idx="2817">
                  <c:v>44350</c:v>
                </c:pt>
                <c:pt idx="2818">
                  <c:v>44351</c:v>
                </c:pt>
                <c:pt idx="2819">
                  <c:v>44354</c:v>
                </c:pt>
                <c:pt idx="2820">
                  <c:v>44355</c:v>
                </c:pt>
                <c:pt idx="2821">
                  <c:v>44356</c:v>
                </c:pt>
                <c:pt idx="2822">
                  <c:v>44357</c:v>
                </c:pt>
                <c:pt idx="2823">
                  <c:v>44358</c:v>
                </c:pt>
                <c:pt idx="2824">
                  <c:v>44361</c:v>
                </c:pt>
                <c:pt idx="2825">
                  <c:v>44362</c:v>
                </c:pt>
                <c:pt idx="2826">
                  <c:v>44363</c:v>
                </c:pt>
                <c:pt idx="2827">
                  <c:v>44364</c:v>
                </c:pt>
                <c:pt idx="2828">
                  <c:v>44365</c:v>
                </c:pt>
                <c:pt idx="2829">
                  <c:v>44368</c:v>
                </c:pt>
                <c:pt idx="2830">
                  <c:v>44369</c:v>
                </c:pt>
                <c:pt idx="2831">
                  <c:v>44370</c:v>
                </c:pt>
                <c:pt idx="2832">
                  <c:v>44371</c:v>
                </c:pt>
                <c:pt idx="2833">
                  <c:v>44372</c:v>
                </c:pt>
                <c:pt idx="2834">
                  <c:v>44375</c:v>
                </c:pt>
                <c:pt idx="2835">
                  <c:v>44376</c:v>
                </c:pt>
                <c:pt idx="2836">
                  <c:v>44377</c:v>
                </c:pt>
                <c:pt idx="2837">
                  <c:v>44378</c:v>
                </c:pt>
                <c:pt idx="2838">
                  <c:v>44379</c:v>
                </c:pt>
                <c:pt idx="2839">
                  <c:v>44383</c:v>
                </c:pt>
                <c:pt idx="2840">
                  <c:v>44384</c:v>
                </c:pt>
                <c:pt idx="2841">
                  <c:v>44385</c:v>
                </c:pt>
                <c:pt idx="2842">
                  <c:v>44386</c:v>
                </c:pt>
                <c:pt idx="2843">
                  <c:v>44389</c:v>
                </c:pt>
                <c:pt idx="2844">
                  <c:v>44390</c:v>
                </c:pt>
                <c:pt idx="2845">
                  <c:v>44391</c:v>
                </c:pt>
                <c:pt idx="2846">
                  <c:v>44392</c:v>
                </c:pt>
                <c:pt idx="2847">
                  <c:v>44393</c:v>
                </c:pt>
                <c:pt idx="2848">
                  <c:v>44396</c:v>
                </c:pt>
                <c:pt idx="2849">
                  <c:v>44397</c:v>
                </c:pt>
                <c:pt idx="2850">
                  <c:v>44398</c:v>
                </c:pt>
                <c:pt idx="2851">
                  <c:v>44399</c:v>
                </c:pt>
                <c:pt idx="2852">
                  <c:v>44400</c:v>
                </c:pt>
                <c:pt idx="2853">
                  <c:v>44403</c:v>
                </c:pt>
                <c:pt idx="2854">
                  <c:v>44404</c:v>
                </c:pt>
                <c:pt idx="2855">
                  <c:v>44405</c:v>
                </c:pt>
                <c:pt idx="2856">
                  <c:v>44406</c:v>
                </c:pt>
                <c:pt idx="2857">
                  <c:v>44407</c:v>
                </c:pt>
                <c:pt idx="2858">
                  <c:v>44410</c:v>
                </c:pt>
                <c:pt idx="2859">
                  <c:v>44411</c:v>
                </c:pt>
                <c:pt idx="2860">
                  <c:v>44412</c:v>
                </c:pt>
                <c:pt idx="2861">
                  <c:v>44413</c:v>
                </c:pt>
                <c:pt idx="2862">
                  <c:v>44414</c:v>
                </c:pt>
                <c:pt idx="2863">
                  <c:v>44417</c:v>
                </c:pt>
                <c:pt idx="2864">
                  <c:v>44418</c:v>
                </c:pt>
                <c:pt idx="2865">
                  <c:v>44419</c:v>
                </c:pt>
                <c:pt idx="2866">
                  <c:v>44420</c:v>
                </c:pt>
                <c:pt idx="2867">
                  <c:v>44421</c:v>
                </c:pt>
                <c:pt idx="2868">
                  <c:v>44424</c:v>
                </c:pt>
                <c:pt idx="2869">
                  <c:v>44425</c:v>
                </c:pt>
                <c:pt idx="2870">
                  <c:v>44426</c:v>
                </c:pt>
                <c:pt idx="2871">
                  <c:v>44427</c:v>
                </c:pt>
                <c:pt idx="2872">
                  <c:v>44428</c:v>
                </c:pt>
                <c:pt idx="2873">
                  <c:v>44431</c:v>
                </c:pt>
                <c:pt idx="2874">
                  <c:v>44432</c:v>
                </c:pt>
                <c:pt idx="2875">
                  <c:v>44433</c:v>
                </c:pt>
                <c:pt idx="2876">
                  <c:v>44434</c:v>
                </c:pt>
                <c:pt idx="2877">
                  <c:v>44435</c:v>
                </c:pt>
                <c:pt idx="2878">
                  <c:v>44438</c:v>
                </c:pt>
                <c:pt idx="2879">
                  <c:v>44439</c:v>
                </c:pt>
                <c:pt idx="2880">
                  <c:v>44440</c:v>
                </c:pt>
                <c:pt idx="2881">
                  <c:v>44441</c:v>
                </c:pt>
                <c:pt idx="2882">
                  <c:v>44442</c:v>
                </c:pt>
                <c:pt idx="2883">
                  <c:v>44446</c:v>
                </c:pt>
                <c:pt idx="2884">
                  <c:v>44447</c:v>
                </c:pt>
                <c:pt idx="2885">
                  <c:v>44448</c:v>
                </c:pt>
                <c:pt idx="2886">
                  <c:v>44449</c:v>
                </c:pt>
                <c:pt idx="2887">
                  <c:v>44452</c:v>
                </c:pt>
                <c:pt idx="2888">
                  <c:v>44453</c:v>
                </c:pt>
                <c:pt idx="2889">
                  <c:v>44454</c:v>
                </c:pt>
                <c:pt idx="2890">
                  <c:v>44455</c:v>
                </c:pt>
                <c:pt idx="2891">
                  <c:v>44456</c:v>
                </c:pt>
                <c:pt idx="2892">
                  <c:v>44459</c:v>
                </c:pt>
                <c:pt idx="2893">
                  <c:v>44460</c:v>
                </c:pt>
                <c:pt idx="2894">
                  <c:v>44461</c:v>
                </c:pt>
                <c:pt idx="2895">
                  <c:v>44462</c:v>
                </c:pt>
                <c:pt idx="2896">
                  <c:v>44463</c:v>
                </c:pt>
                <c:pt idx="2897">
                  <c:v>44466</c:v>
                </c:pt>
                <c:pt idx="2898">
                  <c:v>44467</c:v>
                </c:pt>
                <c:pt idx="2899">
                  <c:v>44468</c:v>
                </c:pt>
                <c:pt idx="2900">
                  <c:v>44469</c:v>
                </c:pt>
                <c:pt idx="2901">
                  <c:v>44470</c:v>
                </c:pt>
                <c:pt idx="2902">
                  <c:v>44473</c:v>
                </c:pt>
                <c:pt idx="2903">
                  <c:v>44474</c:v>
                </c:pt>
                <c:pt idx="2904">
                  <c:v>44475</c:v>
                </c:pt>
                <c:pt idx="2905">
                  <c:v>44476</c:v>
                </c:pt>
                <c:pt idx="2906">
                  <c:v>44477</c:v>
                </c:pt>
                <c:pt idx="2907">
                  <c:v>44481</c:v>
                </c:pt>
                <c:pt idx="2908">
                  <c:v>44482</c:v>
                </c:pt>
                <c:pt idx="2909">
                  <c:v>44483</c:v>
                </c:pt>
                <c:pt idx="2910">
                  <c:v>44484</c:v>
                </c:pt>
                <c:pt idx="2911">
                  <c:v>44487</c:v>
                </c:pt>
                <c:pt idx="2912">
                  <c:v>44488</c:v>
                </c:pt>
                <c:pt idx="2913">
                  <c:v>44489</c:v>
                </c:pt>
                <c:pt idx="2914">
                  <c:v>44490</c:v>
                </c:pt>
                <c:pt idx="2915">
                  <c:v>44491</c:v>
                </c:pt>
                <c:pt idx="2916">
                  <c:v>44494</c:v>
                </c:pt>
                <c:pt idx="2917">
                  <c:v>44495</c:v>
                </c:pt>
                <c:pt idx="2918">
                  <c:v>44496</c:v>
                </c:pt>
                <c:pt idx="2919">
                  <c:v>44497</c:v>
                </c:pt>
                <c:pt idx="2920">
                  <c:v>44498</c:v>
                </c:pt>
                <c:pt idx="2921">
                  <c:v>44501</c:v>
                </c:pt>
                <c:pt idx="2922">
                  <c:v>44502</c:v>
                </c:pt>
                <c:pt idx="2923">
                  <c:v>44503</c:v>
                </c:pt>
                <c:pt idx="2924">
                  <c:v>44504</c:v>
                </c:pt>
                <c:pt idx="2925">
                  <c:v>44505</c:v>
                </c:pt>
                <c:pt idx="2926">
                  <c:v>44508</c:v>
                </c:pt>
                <c:pt idx="2927">
                  <c:v>44509</c:v>
                </c:pt>
                <c:pt idx="2928">
                  <c:v>44510</c:v>
                </c:pt>
                <c:pt idx="2929">
                  <c:v>44512</c:v>
                </c:pt>
                <c:pt idx="2930">
                  <c:v>44515</c:v>
                </c:pt>
                <c:pt idx="2931">
                  <c:v>44516</c:v>
                </c:pt>
                <c:pt idx="2932">
                  <c:v>44517</c:v>
                </c:pt>
                <c:pt idx="2933">
                  <c:v>44518</c:v>
                </c:pt>
                <c:pt idx="2934">
                  <c:v>44519</c:v>
                </c:pt>
                <c:pt idx="2935">
                  <c:v>44522</c:v>
                </c:pt>
                <c:pt idx="2936">
                  <c:v>44523</c:v>
                </c:pt>
                <c:pt idx="2937">
                  <c:v>44524</c:v>
                </c:pt>
                <c:pt idx="2938">
                  <c:v>44526</c:v>
                </c:pt>
                <c:pt idx="2939">
                  <c:v>44529</c:v>
                </c:pt>
                <c:pt idx="2940">
                  <c:v>44530</c:v>
                </c:pt>
                <c:pt idx="2941">
                  <c:v>44531</c:v>
                </c:pt>
                <c:pt idx="2942">
                  <c:v>44532</c:v>
                </c:pt>
                <c:pt idx="2943">
                  <c:v>44533</c:v>
                </c:pt>
                <c:pt idx="2944">
                  <c:v>44536</c:v>
                </c:pt>
                <c:pt idx="2945">
                  <c:v>44537</c:v>
                </c:pt>
                <c:pt idx="2946">
                  <c:v>44538</c:v>
                </c:pt>
                <c:pt idx="2947">
                  <c:v>44539</c:v>
                </c:pt>
                <c:pt idx="2948">
                  <c:v>44540</c:v>
                </c:pt>
                <c:pt idx="2949">
                  <c:v>44543</c:v>
                </c:pt>
                <c:pt idx="2950">
                  <c:v>44544</c:v>
                </c:pt>
                <c:pt idx="2951">
                  <c:v>44545</c:v>
                </c:pt>
                <c:pt idx="2952">
                  <c:v>44546</c:v>
                </c:pt>
                <c:pt idx="2953">
                  <c:v>44547</c:v>
                </c:pt>
                <c:pt idx="2954">
                  <c:v>44550</c:v>
                </c:pt>
                <c:pt idx="2955">
                  <c:v>44551</c:v>
                </c:pt>
                <c:pt idx="2956">
                  <c:v>44552</c:v>
                </c:pt>
                <c:pt idx="2957">
                  <c:v>44553</c:v>
                </c:pt>
                <c:pt idx="2958">
                  <c:v>44557</c:v>
                </c:pt>
                <c:pt idx="2959">
                  <c:v>44558</c:v>
                </c:pt>
                <c:pt idx="2960">
                  <c:v>44559</c:v>
                </c:pt>
                <c:pt idx="2961">
                  <c:v>44560</c:v>
                </c:pt>
                <c:pt idx="2962">
                  <c:v>44561</c:v>
                </c:pt>
                <c:pt idx="2963">
                  <c:v>44564</c:v>
                </c:pt>
                <c:pt idx="2964">
                  <c:v>44565</c:v>
                </c:pt>
                <c:pt idx="2965">
                  <c:v>44566</c:v>
                </c:pt>
                <c:pt idx="2966">
                  <c:v>44567</c:v>
                </c:pt>
                <c:pt idx="2967">
                  <c:v>44568</c:v>
                </c:pt>
                <c:pt idx="2968">
                  <c:v>44571</c:v>
                </c:pt>
                <c:pt idx="2969">
                  <c:v>44572</c:v>
                </c:pt>
                <c:pt idx="2970">
                  <c:v>44573</c:v>
                </c:pt>
                <c:pt idx="2971">
                  <c:v>44574</c:v>
                </c:pt>
                <c:pt idx="2972">
                  <c:v>44575</c:v>
                </c:pt>
                <c:pt idx="2973">
                  <c:v>44579</c:v>
                </c:pt>
                <c:pt idx="2974">
                  <c:v>44580</c:v>
                </c:pt>
                <c:pt idx="2975">
                  <c:v>44581</c:v>
                </c:pt>
                <c:pt idx="2976">
                  <c:v>44582</c:v>
                </c:pt>
                <c:pt idx="2977">
                  <c:v>44585</c:v>
                </c:pt>
                <c:pt idx="2978">
                  <c:v>44586</c:v>
                </c:pt>
                <c:pt idx="2979">
                  <c:v>44587</c:v>
                </c:pt>
                <c:pt idx="2980">
                  <c:v>44588</c:v>
                </c:pt>
                <c:pt idx="2981">
                  <c:v>44589</c:v>
                </c:pt>
                <c:pt idx="2982">
                  <c:v>44592</c:v>
                </c:pt>
                <c:pt idx="2983">
                  <c:v>44593</c:v>
                </c:pt>
                <c:pt idx="2984">
                  <c:v>44594</c:v>
                </c:pt>
                <c:pt idx="2985">
                  <c:v>44595</c:v>
                </c:pt>
                <c:pt idx="2986">
                  <c:v>44596</c:v>
                </c:pt>
                <c:pt idx="2987">
                  <c:v>44599</c:v>
                </c:pt>
                <c:pt idx="2988">
                  <c:v>44600</c:v>
                </c:pt>
                <c:pt idx="2989">
                  <c:v>44601</c:v>
                </c:pt>
                <c:pt idx="2990">
                  <c:v>44602</c:v>
                </c:pt>
                <c:pt idx="2991">
                  <c:v>44603</c:v>
                </c:pt>
                <c:pt idx="2992">
                  <c:v>44606</c:v>
                </c:pt>
                <c:pt idx="2993">
                  <c:v>44607</c:v>
                </c:pt>
                <c:pt idx="2994">
                  <c:v>44608</c:v>
                </c:pt>
                <c:pt idx="2995">
                  <c:v>44609</c:v>
                </c:pt>
                <c:pt idx="2996">
                  <c:v>44610</c:v>
                </c:pt>
                <c:pt idx="2997">
                  <c:v>44614</c:v>
                </c:pt>
                <c:pt idx="2998">
                  <c:v>44615</c:v>
                </c:pt>
                <c:pt idx="2999">
                  <c:v>44616</c:v>
                </c:pt>
                <c:pt idx="3000">
                  <c:v>44617</c:v>
                </c:pt>
                <c:pt idx="3001">
                  <c:v>44620</c:v>
                </c:pt>
                <c:pt idx="3002">
                  <c:v>44621</c:v>
                </c:pt>
                <c:pt idx="3003">
                  <c:v>44622</c:v>
                </c:pt>
                <c:pt idx="3004">
                  <c:v>44623</c:v>
                </c:pt>
                <c:pt idx="3005">
                  <c:v>44624</c:v>
                </c:pt>
                <c:pt idx="3006">
                  <c:v>44627</c:v>
                </c:pt>
                <c:pt idx="3007">
                  <c:v>44628</c:v>
                </c:pt>
                <c:pt idx="3008">
                  <c:v>44629</c:v>
                </c:pt>
                <c:pt idx="3009">
                  <c:v>44630</c:v>
                </c:pt>
                <c:pt idx="3010">
                  <c:v>44631</c:v>
                </c:pt>
                <c:pt idx="3011">
                  <c:v>44634</c:v>
                </c:pt>
                <c:pt idx="3012">
                  <c:v>44635</c:v>
                </c:pt>
                <c:pt idx="3013">
                  <c:v>44636</c:v>
                </c:pt>
                <c:pt idx="3014">
                  <c:v>44637</c:v>
                </c:pt>
                <c:pt idx="3015">
                  <c:v>44638</c:v>
                </c:pt>
                <c:pt idx="3016">
                  <c:v>44641</c:v>
                </c:pt>
                <c:pt idx="3017">
                  <c:v>44642</c:v>
                </c:pt>
                <c:pt idx="3018">
                  <c:v>44643</c:v>
                </c:pt>
                <c:pt idx="3019">
                  <c:v>44644</c:v>
                </c:pt>
                <c:pt idx="3020">
                  <c:v>44645</c:v>
                </c:pt>
                <c:pt idx="3021">
                  <c:v>44648</c:v>
                </c:pt>
                <c:pt idx="3022">
                  <c:v>44649</c:v>
                </c:pt>
                <c:pt idx="3023">
                  <c:v>44650</c:v>
                </c:pt>
                <c:pt idx="3024">
                  <c:v>44651</c:v>
                </c:pt>
                <c:pt idx="3025">
                  <c:v>44652</c:v>
                </c:pt>
                <c:pt idx="3026">
                  <c:v>44655</c:v>
                </c:pt>
                <c:pt idx="3027">
                  <c:v>44656</c:v>
                </c:pt>
                <c:pt idx="3028">
                  <c:v>44657</c:v>
                </c:pt>
                <c:pt idx="3029">
                  <c:v>44658</c:v>
                </c:pt>
                <c:pt idx="3030">
                  <c:v>44659</c:v>
                </c:pt>
                <c:pt idx="3031">
                  <c:v>44662</c:v>
                </c:pt>
                <c:pt idx="3032">
                  <c:v>44663</c:v>
                </c:pt>
                <c:pt idx="3033">
                  <c:v>44664</c:v>
                </c:pt>
                <c:pt idx="3034">
                  <c:v>44665</c:v>
                </c:pt>
                <c:pt idx="3035">
                  <c:v>44669</c:v>
                </c:pt>
                <c:pt idx="3036">
                  <c:v>44670</c:v>
                </c:pt>
                <c:pt idx="3037">
                  <c:v>44671</c:v>
                </c:pt>
                <c:pt idx="3038">
                  <c:v>44672</c:v>
                </c:pt>
                <c:pt idx="3039">
                  <c:v>44673</c:v>
                </c:pt>
                <c:pt idx="3040">
                  <c:v>44676</c:v>
                </c:pt>
                <c:pt idx="3041">
                  <c:v>44677</c:v>
                </c:pt>
                <c:pt idx="3042">
                  <c:v>44678</c:v>
                </c:pt>
                <c:pt idx="3043">
                  <c:v>44679</c:v>
                </c:pt>
                <c:pt idx="3044">
                  <c:v>44680</c:v>
                </c:pt>
                <c:pt idx="3045">
                  <c:v>44683</c:v>
                </c:pt>
                <c:pt idx="3046">
                  <c:v>44684</c:v>
                </c:pt>
                <c:pt idx="3047">
                  <c:v>44685</c:v>
                </c:pt>
                <c:pt idx="3048">
                  <c:v>44686</c:v>
                </c:pt>
                <c:pt idx="3049">
                  <c:v>44687</c:v>
                </c:pt>
                <c:pt idx="3050">
                  <c:v>44690</c:v>
                </c:pt>
                <c:pt idx="3051">
                  <c:v>44691</c:v>
                </c:pt>
                <c:pt idx="3052">
                  <c:v>44692</c:v>
                </c:pt>
                <c:pt idx="3053">
                  <c:v>44693</c:v>
                </c:pt>
                <c:pt idx="3054">
                  <c:v>44694</c:v>
                </c:pt>
                <c:pt idx="3055">
                  <c:v>44697</c:v>
                </c:pt>
                <c:pt idx="3056">
                  <c:v>44698</c:v>
                </c:pt>
                <c:pt idx="3057">
                  <c:v>44699</c:v>
                </c:pt>
                <c:pt idx="3058">
                  <c:v>44700</c:v>
                </c:pt>
                <c:pt idx="3059">
                  <c:v>44701</c:v>
                </c:pt>
                <c:pt idx="3060">
                  <c:v>44704</c:v>
                </c:pt>
                <c:pt idx="3061">
                  <c:v>44705</c:v>
                </c:pt>
                <c:pt idx="3062">
                  <c:v>44706</c:v>
                </c:pt>
                <c:pt idx="3063">
                  <c:v>44707</c:v>
                </c:pt>
                <c:pt idx="3064">
                  <c:v>44708</c:v>
                </c:pt>
                <c:pt idx="3065">
                  <c:v>44712</c:v>
                </c:pt>
                <c:pt idx="3066">
                  <c:v>44713</c:v>
                </c:pt>
                <c:pt idx="3067">
                  <c:v>44714</c:v>
                </c:pt>
                <c:pt idx="3068">
                  <c:v>44715</c:v>
                </c:pt>
                <c:pt idx="3069">
                  <c:v>44718</c:v>
                </c:pt>
                <c:pt idx="3070">
                  <c:v>44719</c:v>
                </c:pt>
                <c:pt idx="3071">
                  <c:v>44720</c:v>
                </c:pt>
                <c:pt idx="3072">
                  <c:v>44721</c:v>
                </c:pt>
                <c:pt idx="3073">
                  <c:v>44722</c:v>
                </c:pt>
                <c:pt idx="3074">
                  <c:v>44725</c:v>
                </c:pt>
                <c:pt idx="3075">
                  <c:v>44726</c:v>
                </c:pt>
                <c:pt idx="3076">
                  <c:v>44727</c:v>
                </c:pt>
                <c:pt idx="3077">
                  <c:v>44728</c:v>
                </c:pt>
                <c:pt idx="3078">
                  <c:v>44729</c:v>
                </c:pt>
                <c:pt idx="3079">
                  <c:v>44733</c:v>
                </c:pt>
                <c:pt idx="3080">
                  <c:v>44734</c:v>
                </c:pt>
                <c:pt idx="3081">
                  <c:v>44735</c:v>
                </c:pt>
                <c:pt idx="3082">
                  <c:v>44736</c:v>
                </c:pt>
                <c:pt idx="3083">
                  <c:v>44739</c:v>
                </c:pt>
                <c:pt idx="3084">
                  <c:v>44740</c:v>
                </c:pt>
                <c:pt idx="3085">
                  <c:v>44741</c:v>
                </c:pt>
                <c:pt idx="3086">
                  <c:v>44742</c:v>
                </c:pt>
                <c:pt idx="3087">
                  <c:v>44743</c:v>
                </c:pt>
                <c:pt idx="3088">
                  <c:v>44747</c:v>
                </c:pt>
                <c:pt idx="3089">
                  <c:v>44748</c:v>
                </c:pt>
                <c:pt idx="3090">
                  <c:v>44749</c:v>
                </c:pt>
                <c:pt idx="3091">
                  <c:v>44750</c:v>
                </c:pt>
                <c:pt idx="3092">
                  <c:v>44753</c:v>
                </c:pt>
                <c:pt idx="3093">
                  <c:v>44754</c:v>
                </c:pt>
                <c:pt idx="3094">
                  <c:v>44755</c:v>
                </c:pt>
                <c:pt idx="3095">
                  <c:v>44756</c:v>
                </c:pt>
                <c:pt idx="3096">
                  <c:v>44757</c:v>
                </c:pt>
                <c:pt idx="3097">
                  <c:v>44760</c:v>
                </c:pt>
                <c:pt idx="3098">
                  <c:v>44761</c:v>
                </c:pt>
                <c:pt idx="3099">
                  <c:v>44762</c:v>
                </c:pt>
                <c:pt idx="3100">
                  <c:v>44763</c:v>
                </c:pt>
                <c:pt idx="3101">
                  <c:v>44764</c:v>
                </c:pt>
                <c:pt idx="3102">
                  <c:v>44767</c:v>
                </c:pt>
                <c:pt idx="3103">
                  <c:v>44768</c:v>
                </c:pt>
                <c:pt idx="3104">
                  <c:v>44769</c:v>
                </c:pt>
                <c:pt idx="3105">
                  <c:v>44770</c:v>
                </c:pt>
                <c:pt idx="3106">
                  <c:v>44771</c:v>
                </c:pt>
                <c:pt idx="3107">
                  <c:v>44774</c:v>
                </c:pt>
                <c:pt idx="3108">
                  <c:v>44775</c:v>
                </c:pt>
                <c:pt idx="3109">
                  <c:v>44776</c:v>
                </c:pt>
                <c:pt idx="3110">
                  <c:v>44777</c:v>
                </c:pt>
                <c:pt idx="3111">
                  <c:v>44778</c:v>
                </c:pt>
                <c:pt idx="3112">
                  <c:v>44781</c:v>
                </c:pt>
                <c:pt idx="3113">
                  <c:v>44782</c:v>
                </c:pt>
                <c:pt idx="3114">
                  <c:v>44783</c:v>
                </c:pt>
                <c:pt idx="3115">
                  <c:v>44784</c:v>
                </c:pt>
                <c:pt idx="3116">
                  <c:v>44785</c:v>
                </c:pt>
                <c:pt idx="3117">
                  <c:v>44788</c:v>
                </c:pt>
                <c:pt idx="3118">
                  <c:v>44789</c:v>
                </c:pt>
                <c:pt idx="3119">
                  <c:v>44790</c:v>
                </c:pt>
                <c:pt idx="3120">
                  <c:v>44791</c:v>
                </c:pt>
                <c:pt idx="3121">
                  <c:v>44792</c:v>
                </c:pt>
                <c:pt idx="3122">
                  <c:v>44795</c:v>
                </c:pt>
                <c:pt idx="3123">
                  <c:v>44796</c:v>
                </c:pt>
                <c:pt idx="3124">
                  <c:v>44797</c:v>
                </c:pt>
                <c:pt idx="3125">
                  <c:v>44798</c:v>
                </c:pt>
                <c:pt idx="3126">
                  <c:v>44799</c:v>
                </c:pt>
                <c:pt idx="3127">
                  <c:v>44802</c:v>
                </c:pt>
                <c:pt idx="3128">
                  <c:v>44803</c:v>
                </c:pt>
                <c:pt idx="3129">
                  <c:v>44804</c:v>
                </c:pt>
                <c:pt idx="3130">
                  <c:v>44805</c:v>
                </c:pt>
                <c:pt idx="3131">
                  <c:v>44806</c:v>
                </c:pt>
                <c:pt idx="3132">
                  <c:v>44810</c:v>
                </c:pt>
                <c:pt idx="3133">
                  <c:v>44811</c:v>
                </c:pt>
                <c:pt idx="3134">
                  <c:v>44812</c:v>
                </c:pt>
                <c:pt idx="3135">
                  <c:v>44813</c:v>
                </c:pt>
                <c:pt idx="3136">
                  <c:v>44816</c:v>
                </c:pt>
                <c:pt idx="3137">
                  <c:v>44817</c:v>
                </c:pt>
                <c:pt idx="3138">
                  <c:v>44818</c:v>
                </c:pt>
                <c:pt idx="3139">
                  <c:v>44819</c:v>
                </c:pt>
                <c:pt idx="3140">
                  <c:v>44820</c:v>
                </c:pt>
                <c:pt idx="3141">
                  <c:v>44823</c:v>
                </c:pt>
                <c:pt idx="3142">
                  <c:v>44824</c:v>
                </c:pt>
                <c:pt idx="3143">
                  <c:v>44825</c:v>
                </c:pt>
                <c:pt idx="3144">
                  <c:v>44826</c:v>
                </c:pt>
                <c:pt idx="3145">
                  <c:v>44827</c:v>
                </c:pt>
                <c:pt idx="3146">
                  <c:v>44830</c:v>
                </c:pt>
                <c:pt idx="3147">
                  <c:v>44831</c:v>
                </c:pt>
                <c:pt idx="3148">
                  <c:v>44832</c:v>
                </c:pt>
                <c:pt idx="3149">
                  <c:v>44833</c:v>
                </c:pt>
                <c:pt idx="3150">
                  <c:v>44834</c:v>
                </c:pt>
                <c:pt idx="3151">
                  <c:v>44837</c:v>
                </c:pt>
                <c:pt idx="3152">
                  <c:v>44838</c:v>
                </c:pt>
                <c:pt idx="3153">
                  <c:v>44839</c:v>
                </c:pt>
                <c:pt idx="3154">
                  <c:v>44840</c:v>
                </c:pt>
                <c:pt idx="3155">
                  <c:v>44841</c:v>
                </c:pt>
                <c:pt idx="3156">
                  <c:v>44845</c:v>
                </c:pt>
                <c:pt idx="3157">
                  <c:v>44846</c:v>
                </c:pt>
                <c:pt idx="3158">
                  <c:v>44847</c:v>
                </c:pt>
                <c:pt idx="3159">
                  <c:v>44848</c:v>
                </c:pt>
                <c:pt idx="3160">
                  <c:v>44851</c:v>
                </c:pt>
                <c:pt idx="3161">
                  <c:v>44852</c:v>
                </c:pt>
                <c:pt idx="3162">
                  <c:v>44853</c:v>
                </c:pt>
                <c:pt idx="3163">
                  <c:v>44854</c:v>
                </c:pt>
                <c:pt idx="3164">
                  <c:v>44855</c:v>
                </c:pt>
                <c:pt idx="3165">
                  <c:v>44858</c:v>
                </c:pt>
                <c:pt idx="3166">
                  <c:v>44859</c:v>
                </c:pt>
                <c:pt idx="3167">
                  <c:v>44860</c:v>
                </c:pt>
                <c:pt idx="3168">
                  <c:v>44861</c:v>
                </c:pt>
                <c:pt idx="3169">
                  <c:v>44862</c:v>
                </c:pt>
                <c:pt idx="3170">
                  <c:v>44865</c:v>
                </c:pt>
                <c:pt idx="3171">
                  <c:v>44866</c:v>
                </c:pt>
                <c:pt idx="3172">
                  <c:v>44867</c:v>
                </c:pt>
                <c:pt idx="3173">
                  <c:v>44868</c:v>
                </c:pt>
                <c:pt idx="3174">
                  <c:v>44869</c:v>
                </c:pt>
                <c:pt idx="3175">
                  <c:v>44872</c:v>
                </c:pt>
                <c:pt idx="3176">
                  <c:v>44873</c:v>
                </c:pt>
                <c:pt idx="3177">
                  <c:v>44874</c:v>
                </c:pt>
                <c:pt idx="3178">
                  <c:v>44875</c:v>
                </c:pt>
                <c:pt idx="3179">
                  <c:v>44879</c:v>
                </c:pt>
                <c:pt idx="3180">
                  <c:v>44880</c:v>
                </c:pt>
                <c:pt idx="3181">
                  <c:v>44881</c:v>
                </c:pt>
                <c:pt idx="3182">
                  <c:v>44882</c:v>
                </c:pt>
                <c:pt idx="3183">
                  <c:v>44883</c:v>
                </c:pt>
                <c:pt idx="3184">
                  <c:v>44886</c:v>
                </c:pt>
                <c:pt idx="3185">
                  <c:v>44887</c:v>
                </c:pt>
                <c:pt idx="3186">
                  <c:v>44888</c:v>
                </c:pt>
                <c:pt idx="3187">
                  <c:v>44890</c:v>
                </c:pt>
                <c:pt idx="3188">
                  <c:v>44893</c:v>
                </c:pt>
                <c:pt idx="3189">
                  <c:v>44894</c:v>
                </c:pt>
                <c:pt idx="3190">
                  <c:v>44895</c:v>
                </c:pt>
                <c:pt idx="3191">
                  <c:v>44896</c:v>
                </c:pt>
                <c:pt idx="3192">
                  <c:v>44897</c:v>
                </c:pt>
                <c:pt idx="3193">
                  <c:v>44900</c:v>
                </c:pt>
                <c:pt idx="3194">
                  <c:v>44901</c:v>
                </c:pt>
                <c:pt idx="3195">
                  <c:v>44902</c:v>
                </c:pt>
                <c:pt idx="3196">
                  <c:v>44903</c:v>
                </c:pt>
                <c:pt idx="3197">
                  <c:v>44904</c:v>
                </c:pt>
                <c:pt idx="3198">
                  <c:v>44907</c:v>
                </c:pt>
                <c:pt idx="3199">
                  <c:v>44908</c:v>
                </c:pt>
                <c:pt idx="3200">
                  <c:v>44909</c:v>
                </c:pt>
                <c:pt idx="3201">
                  <c:v>44910</c:v>
                </c:pt>
                <c:pt idx="3202">
                  <c:v>44911</c:v>
                </c:pt>
                <c:pt idx="3203">
                  <c:v>44914</c:v>
                </c:pt>
                <c:pt idx="3204">
                  <c:v>44915</c:v>
                </c:pt>
                <c:pt idx="3205">
                  <c:v>44916</c:v>
                </c:pt>
                <c:pt idx="3206">
                  <c:v>44917</c:v>
                </c:pt>
                <c:pt idx="3207">
                  <c:v>44918</c:v>
                </c:pt>
                <c:pt idx="3208">
                  <c:v>44922</c:v>
                </c:pt>
                <c:pt idx="3209">
                  <c:v>44923</c:v>
                </c:pt>
                <c:pt idx="3210">
                  <c:v>44924</c:v>
                </c:pt>
                <c:pt idx="3211">
                  <c:v>44925</c:v>
                </c:pt>
                <c:pt idx="3212">
                  <c:v>44929</c:v>
                </c:pt>
                <c:pt idx="3213">
                  <c:v>44930</c:v>
                </c:pt>
                <c:pt idx="3214">
                  <c:v>44931</c:v>
                </c:pt>
                <c:pt idx="3215">
                  <c:v>44932</c:v>
                </c:pt>
                <c:pt idx="3216">
                  <c:v>44935</c:v>
                </c:pt>
                <c:pt idx="3217">
                  <c:v>44936</c:v>
                </c:pt>
                <c:pt idx="3218">
                  <c:v>44937</c:v>
                </c:pt>
                <c:pt idx="3219">
                  <c:v>44938</c:v>
                </c:pt>
                <c:pt idx="3220">
                  <c:v>44939</c:v>
                </c:pt>
                <c:pt idx="3221">
                  <c:v>44943</c:v>
                </c:pt>
                <c:pt idx="3222">
                  <c:v>44944</c:v>
                </c:pt>
                <c:pt idx="3223">
                  <c:v>44945</c:v>
                </c:pt>
                <c:pt idx="3224">
                  <c:v>44946</c:v>
                </c:pt>
                <c:pt idx="3225">
                  <c:v>44949</c:v>
                </c:pt>
                <c:pt idx="3226">
                  <c:v>44950</c:v>
                </c:pt>
                <c:pt idx="3227">
                  <c:v>44951</c:v>
                </c:pt>
                <c:pt idx="3228">
                  <c:v>44952</c:v>
                </c:pt>
                <c:pt idx="3229">
                  <c:v>44953</c:v>
                </c:pt>
                <c:pt idx="3230">
                  <c:v>44956</c:v>
                </c:pt>
                <c:pt idx="3231">
                  <c:v>44957</c:v>
                </c:pt>
                <c:pt idx="3232">
                  <c:v>44958</c:v>
                </c:pt>
                <c:pt idx="3233">
                  <c:v>44959</c:v>
                </c:pt>
                <c:pt idx="3234">
                  <c:v>44960</c:v>
                </c:pt>
                <c:pt idx="3235">
                  <c:v>44963</c:v>
                </c:pt>
                <c:pt idx="3236">
                  <c:v>44964</c:v>
                </c:pt>
                <c:pt idx="3237">
                  <c:v>44965</c:v>
                </c:pt>
                <c:pt idx="3238">
                  <c:v>44966</c:v>
                </c:pt>
                <c:pt idx="3239">
                  <c:v>44967</c:v>
                </c:pt>
                <c:pt idx="3240">
                  <c:v>44970</c:v>
                </c:pt>
                <c:pt idx="3241">
                  <c:v>44971</c:v>
                </c:pt>
                <c:pt idx="3242">
                  <c:v>44972</c:v>
                </c:pt>
                <c:pt idx="3243">
                  <c:v>44973</c:v>
                </c:pt>
                <c:pt idx="3244">
                  <c:v>44974</c:v>
                </c:pt>
                <c:pt idx="3245">
                  <c:v>44978</c:v>
                </c:pt>
                <c:pt idx="3246">
                  <c:v>44979</c:v>
                </c:pt>
                <c:pt idx="3247">
                  <c:v>44980</c:v>
                </c:pt>
                <c:pt idx="3248">
                  <c:v>44981</c:v>
                </c:pt>
                <c:pt idx="3249">
                  <c:v>44984</c:v>
                </c:pt>
                <c:pt idx="3250">
                  <c:v>44985</c:v>
                </c:pt>
                <c:pt idx="3251">
                  <c:v>44986</c:v>
                </c:pt>
                <c:pt idx="3252">
                  <c:v>44987</c:v>
                </c:pt>
                <c:pt idx="3253">
                  <c:v>44988</c:v>
                </c:pt>
                <c:pt idx="3254">
                  <c:v>44991</c:v>
                </c:pt>
                <c:pt idx="3255">
                  <c:v>44992</c:v>
                </c:pt>
                <c:pt idx="3256">
                  <c:v>44993</c:v>
                </c:pt>
                <c:pt idx="3257">
                  <c:v>44994</c:v>
                </c:pt>
                <c:pt idx="3258">
                  <c:v>44995</c:v>
                </c:pt>
                <c:pt idx="3259">
                  <c:v>44998</c:v>
                </c:pt>
                <c:pt idx="3260">
                  <c:v>44999</c:v>
                </c:pt>
                <c:pt idx="3261">
                  <c:v>45000</c:v>
                </c:pt>
                <c:pt idx="3262">
                  <c:v>45001</c:v>
                </c:pt>
                <c:pt idx="3263">
                  <c:v>45002</c:v>
                </c:pt>
                <c:pt idx="3264">
                  <c:v>45005</c:v>
                </c:pt>
                <c:pt idx="3265">
                  <c:v>45006</c:v>
                </c:pt>
                <c:pt idx="3266">
                  <c:v>45007</c:v>
                </c:pt>
                <c:pt idx="3267">
                  <c:v>45008</c:v>
                </c:pt>
                <c:pt idx="3268">
                  <c:v>45009</c:v>
                </c:pt>
                <c:pt idx="3269">
                  <c:v>45012</c:v>
                </c:pt>
                <c:pt idx="3270">
                  <c:v>45013</c:v>
                </c:pt>
                <c:pt idx="3271">
                  <c:v>45014</c:v>
                </c:pt>
                <c:pt idx="3272">
                  <c:v>45015</c:v>
                </c:pt>
                <c:pt idx="3273">
                  <c:v>45016</c:v>
                </c:pt>
                <c:pt idx="3274">
                  <c:v>45019</c:v>
                </c:pt>
                <c:pt idx="3275">
                  <c:v>45020</c:v>
                </c:pt>
                <c:pt idx="3276">
                  <c:v>45021</c:v>
                </c:pt>
                <c:pt idx="3277">
                  <c:v>45022</c:v>
                </c:pt>
                <c:pt idx="3278">
                  <c:v>45023</c:v>
                </c:pt>
                <c:pt idx="3279">
                  <c:v>45026</c:v>
                </c:pt>
                <c:pt idx="3280">
                  <c:v>45027</c:v>
                </c:pt>
                <c:pt idx="3281">
                  <c:v>45028</c:v>
                </c:pt>
                <c:pt idx="3282">
                  <c:v>45029</c:v>
                </c:pt>
                <c:pt idx="3283">
                  <c:v>45030</c:v>
                </c:pt>
                <c:pt idx="3284">
                  <c:v>45033</c:v>
                </c:pt>
                <c:pt idx="3285">
                  <c:v>45034</c:v>
                </c:pt>
                <c:pt idx="3286">
                  <c:v>45035</c:v>
                </c:pt>
                <c:pt idx="3287">
                  <c:v>45036</c:v>
                </c:pt>
                <c:pt idx="3288">
                  <c:v>45037</c:v>
                </c:pt>
                <c:pt idx="3289">
                  <c:v>45040</c:v>
                </c:pt>
                <c:pt idx="3290">
                  <c:v>45041</c:v>
                </c:pt>
                <c:pt idx="3291">
                  <c:v>45042</c:v>
                </c:pt>
                <c:pt idx="3292">
                  <c:v>45043</c:v>
                </c:pt>
                <c:pt idx="3293">
                  <c:v>45044</c:v>
                </c:pt>
                <c:pt idx="3294">
                  <c:v>45047</c:v>
                </c:pt>
                <c:pt idx="3295">
                  <c:v>45048</c:v>
                </c:pt>
                <c:pt idx="3296">
                  <c:v>45049</c:v>
                </c:pt>
                <c:pt idx="3297">
                  <c:v>45050</c:v>
                </c:pt>
                <c:pt idx="3298">
                  <c:v>45051</c:v>
                </c:pt>
                <c:pt idx="3299">
                  <c:v>45054</c:v>
                </c:pt>
                <c:pt idx="3300">
                  <c:v>45055</c:v>
                </c:pt>
                <c:pt idx="3301">
                  <c:v>45056</c:v>
                </c:pt>
                <c:pt idx="3302">
                  <c:v>45057</c:v>
                </c:pt>
                <c:pt idx="3303">
                  <c:v>45058</c:v>
                </c:pt>
                <c:pt idx="3304">
                  <c:v>45061</c:v>
                </c:pt>
                <c:pt idx="3305">
                  <c:v>45062</c:v>
                </c:pt>
                <c:pt idx="3306">
                  <c:v>45063</c:v>
                </c:pt>
                <c:pt idx="3307">
                  <c:v>45064</c:v>
                </c:pt>
                <c:pt idx="3308">
                  <c:v>45065</c:v>
                </c:pt>
                <c:pt idx="3309">
                  <c:v>45068</c:v>
                </c:pt>
                <c:pt idx="3310">
                  <c:v>45069</c:v>
                </c:pt>
                <c:pt idx="3311">
                  <c:v>45070</c:v>
                </c:pt>
                <c:pt idx="3312">
                  <c:v>45071</c:v>
                </c:pt>
                <c:pt idx="3313">
                  <c:v>45072</c:v>
                </c:pt>
                <c:pt idx="3314">
                  <c:v>45076</c:v>
                </c:pt>
                <c:pt idx="3315">
                  <c:v>45077</c:v>
                </c:pt>
                <c:pt idx="3316">
                  <c:v>45078</c:v>
                </c:pt>
                <c:pt idx="3317">
                  <c:v>45079</c:v>
                </c:pt>
                <c:pt idx="3318">
                  <c:v>45082</c:v>
                </c:pt>
                <c:pt idx="3319">
                  <c:v>45083</c:v>
                </c:pt>
                <c:pt idx="3320">
                  <c:v>45084</c:v>
                </c:pt>
                <c:pt idx="3321">
                  <c:v>45085</c:v>
                </c:pt>
                <c:pt idx="3322">
                  <c:v>45086</c:v>
                </c:pt>
                <c:pt idx="3323">
                  <c:v>45089</c:v>
                </c:pt>
                <c:pt idx="3324">
                  <c:v>45090</c:v>
                </c:pt>
                <c:pt idx="3325">
                  <c:v>45091</c:v>
                </c:pt>
                <c:pt idx="3326">
                  <c:v>45092</c:v>
                </c:pt>
                <c:pt idx="3327">
                  <c:v>45093</c:v>
                </c:pt>
                <c:pt idx="3328">
                  <c:v>45097</c:v>
                </c:pt>
                <c:pt idx="3329">
                  <c:v>45098</c:v>
                </c:pt>
                <c:pt idx="3330">
                  <c:v>45099</c:v>
                </c:pt>
                <c:pt idx="3331">
                  <c:v>45100</c:v>
                </c:pt>
                <c:pt idx="3332">
                  <c:v>45103</c:v>
                </c:pt>
                <c:pt idx="3333">
                  <c:v>45104</c:v>
                </c:pt>
                <c:pt idx="3334">
                  <c:v>45105</c:v>
                </c:pt>
                <c:pt idx="3335">
                  <c:v>45106</c:v>
                </c:pt>
                <c:pt idx="3336">
                  <c:v>45107</c:v>
                </c:pt>
                <c:pt idx="3337">
                  <c:v>45110</c:v>
                </c:pt>
                <c:pt idx="3338">
                  <c:v>45112</c:v>
                </c:pt>
                <c:pt idx="3339">
                  <c:v>45113</c:v>
                </c:pt>
                <c:pt idx="3340">
                  <c:v>45114</c:v>
                </c:pt>
                <c:pt idx="3341">
                  <c:v>45117</c:v>
                </c:pt>
                <c:pt idx="3342">
                  <c:v>45118</c:v>
                </c:pt>
                <c:pt idx="3343">
                  <c:v>45119</c:v>
                </c:pt>
                <c:pt idx="3344">
                  <c:v>45120</c:v>
                </c:pt>
                <c:pt idx="3345">
                  <c:v>45121</c:v>
                </c:pt>
                <c:pt idx="3346">
                  <c:v>45124</c:v>
                </c:pt>
                <c:pt idx="3347">
                  <c:v>45125</c:v>
                </c:pt>
                <c:pt idx="3348">
                  <c:v>45126</c:v>
                </c:pt>
                <c:pt idx="3349">
                  <c:v>45127</c:v>
                </c:pt>
                <c:pt idx="3350">
                  <c:v>45128</c:v>
                </c:pt>
                <c:pt idx="3351">
                  <c:v>45131</c:v>
                </c:pt>
                <c:pt idx="3352">
                  <c:v>45132</c:v>
                </c:pt>
                <c:pt idx="3353">
                  <c:v>45133</c:v>
                </c:pt>
                <c:pt idx="3354">
                  <c:v>45134</c:v>
                </c:pt>
                <c:pt idx="3355">
                  <c:v>45135</c:v>
                </c:pt>
                <c:pt idx="3356">
                  <c:v>45138</c:v>
                </c:pt>
                <c:pt idx="3357">
                  <c:v>45139</c:v>
                </c:pt>
                <c:pt idx="3358">
                  <c:v>45140</c:v>
                </c:pt>
                <c:pt idx="3359">
                  <c:v>45141</c:v>
                </c:pt>
                <c:pt idx="3360">
                  <c:v>45142</c:v>
                </c:pt>
                <c:pt idx="3361">
                  <c:v>45145</c:v>
                </c:pt>
                <c:pt idx="3362">
                  <c:v>45146</c:v>
                </c:pt>
                <c:pt idx="3363">
                  <c:v>45147</c:v>
                </c:pt>
                <c:pt idx="3364">
                  <c:v>45148</c:v>
                </c:pt>
                <c:pt idx="3365">
                  <c:v>45149</c:v>
                </c:pt>
                <c:pt idx="3366">
                  <c:v>45152</c:v>
                </c:pt>
                <c:pt idx="3367">
                  <c:v>45153</c:v>
                </c:pt>
                <c:pt idx="3368">
                  <c:v>45154</c:v>
                </c:pt>
                <c:pt idx="3369">
                  <c:v>45155</c:v>
                </c:pt>
                <c:pt idx="3370">
                  <c:v>45156</c:v>
                </c:pt>
                <c:pt idx="3371">
                  <c:v>45159</c:v>
                </c:pt>
                <c:pt idx="3372">
                  <c:v>45160</c:v>
                </c:pt>
                <c:pt idx="3373">
                  <c:v>45161</c:v>
                </c:pt>
                <c:pt idx="3374">
                  <c:v>45162</c:v>
                </c:pt>
                <c:pt idx="3375">
                  <c:v>45163</c:v>
                </c:pt>
                <c:pt idx="3376">
                  <c:v>45166</c:v>
                </c:pt>
                <c:pt idx="3377">
                  <c:v>45167</c:v>
                </c:pt>
                <c:pt idx="3378">
                  <c:v>45168</c:v>
                </c:pt>
                <c:pt idx="3379">
                  <c:v>45169</c:v>
                </c:pt>
                <c:pt idx="3380">
                  <c:v>45170</c:v>
                </c:pt>
                <c:pt idx="3381">
                  <c:v>45174</c:v>
                </c:pt>
                <c:pt idx="3382">
                  <c:v>45175</c:v>
                </c:pt>
                <c:pt idx="3383">
                  <c:v>45176</c:v>
                </c:pt>
                <c:pt idx="3384">
                  <c:v>45177</c:v>
                </c:pt>
                <c:pt idx="3385">
                  <c:v>45180</c:v>
                </c:pt>
                <c:pt idx="3386">
                  <c:v>45181</c:v>
                </c:pt>
                <c:pt idx="3387">
                  <c:v>45182</c:v>
                </c:pt>
                <c:pt idx="3388">
                  <c:v>45183</c:v>
                </c:pt>
                <c:pt idx="3389">
                  <c:v>45184</c:v>
                </c:pt>
                <c:pt idx="3390">
                  <c:v>45187</c:v>
                </c:pt>
                <c:pt idx="3391">
                  <c:v>45188</c:v>
                </c:pt>
                <c:pt idx="3392">
                  <c:v>45189</c:v>
                </c:pt>
                <c:pt idx="3393">
                  <c:v>45190</c:v>
                </c:pt>
                <c:pt idx="3394">
                  <c:v>45191</c:v>
                </c:pt>
                <c:pt idx="3395">
                  <c:v>45194</c:v>
                </c:pt>
                <c:pt idx="3396">
                  <c:v>45195</c:v>
                </c:pt>
                <c:pt idx="3397">
                  <c:v>45196</c:v>
                </c:pt>
                <c:pt idx="3398">
                  <c:v>45197</c:v>
                </c:pt>
                <c:pt idx="3399">
                  <c:v>45198</c:v>
                </c:pt>
                <c:pt idx="3400">
                  <c:v>45201</c:v>
                </c:pt>
                <c:pt idx="3401">
                  <c:v>45202</c:v>
                </c:pt>
                <c:pt idx="3402">
                  <c:v>45203</c:v>
                </c:pt>
                <c:pt idx="3403">
                  <c:v>45204</c:v>
                </c:pt>
                <c:pt idx="3404">
                  <c:v>45205</c:v>
                </c:pt>
                <c:pt idx="3405">
                  <c:v>45209</c:v>
                </c:pt>
                <c:pt idx="3406">
                  <c:v>45210</c:v>
                </c:pt>
                <c:pt idx="3407">
                  <c:v>45211</c:v>
                </c:pt>
                <c:pt idx="3408">
                  <c:v>45212</c:v>
                </c:pt>
                <c:pt idx="3409">
                  <c:v>45215</c:v>
                </c:pt>
                <c:pt idx="3410">
                  <c:v>45216</c:v>
                </c:pt>
                <c:pt idx="3411">
                  <c:v>45217</c:v>
                </c:pt>
                <c:pt idx="3412">
                  <c:v>45218</c:v>
                </c:pt>
                <c:pt idx="3413">
                  <c:v>45219</c:v>
                </c:pt>
                <c:pt idx="3414">
                  <c:v>45222</c:v>
                </c:pt>
                <c:pt idx="3415">
                  <c:v>45223</c:v>
                </c:pt>
                <c:pt idx="3416">
                  <c:v>45224</c:v>
                </c:pt>
                <c:pt idx="3417">
                  <c:v>45225</c:v>
                </c:pt>
                <c:pt idx="3418">
                  <c:v>45226</c:v>
                </c:pt>
                <c:pt idx="3419">
                  <c:v>45229</c:v>
                </c:pt>
                <c:pt idx="3420">
                  <c:v>45230</c:v>
                </c:pt>
                <c:pt idx="3421">
                  <c:v>45231</c:v>
                </c:pt>
                <c:pt idx="3422">
                  <c:v>45232</c:v>
                </c:pt>
                <c:pt idx="3423">
                  <c:v>45233</c:v>
                </c:pt>
                <c:pt idx="3424">
                  <c:v>45236</c:v>
                </c:pt>
                <c:pt idx="3425">
                  <c:v>45237</c:v>
                </c:pt>
                <c:pt idx="3426">
                  <c:v>45238</c:v>
                </c:pt>
                <c:pt idx="3427">
                  <c:v>45239</c:v>
                </c:pt>
                <c:pt idx="3428">
                  <c:v>45240</c:v>
                </c:pt>
                <c:pt idx="3429">
                  <c:v>45243</c:v>
                </c:pt>
                <c:pt idx="3430">
                  <c:v>45244</c:v>
                </c:pt>
                <c:pt idx="3431">
                  <c:v>45245</c:v>
                </c:pt>
                <c:pt idx="3432">
                  <c:v>45246</c:v>
                </c:pt>
                <c:pt idx="3433">
                  <c:v>45247</c:v>
                </c:pt>
                <c:pt idx="3434">
                  <c:v>45250</c:v>
                </c:pt>
                <c:pt idx="3435">
                  <c:v>45251</c:v>
                </c:pt>
                <c:pt idx="3436">
                  <c:v>45252</c:v>
                </c:pt>
                <c:pt idx="3437">
                  <c:v>45254</c:v>
                </c:pt>
                <c:pt idx="3438">
                  <c:v>45257</c:v>
                </c:pt>
                <c:pt idx="3439">
                  <c:v>45258</c:v>
                </c:pt>
                <c:pt idx="3440">
                  <c:v>45259</c:v>
                </c:pt>
                <c:pt idx="3441">
                  <c:v>45260</c:v>
                </c:pt>
                <c:pt idx="3442">
                  <c:v>45261</c:v>
                </c:pt>
                <c:pt idx="3443">
                  <c:v>45264</c:v>
                </c:pt>
                <c:pt idx="3444">
                  <c:v>45265</c:v>
                </c:pt>
                <c:pt idx="3445">
                  <c:v>45266</c:v>
                </c:pt>
                <c:pt idx="3446">
                  <c:v>45267</c:v>
                </c:pt>
                <c:pt idx="3447">
                  <c:v>45268</c:v>
                </c:pt>
                <c:pt idx="3448">
                  <c:v>45271</c:v>
                </c:pt>
                <c:pt idx="3449">
                  <c:v>45272</c:v>
                </c:pt>
                <c:pt idx="3450">
                  <c:v>45273</c:v>
                </c:pt>
                <c:pt idx="3451">
                  <c:v>45274</c:v>
                </c:pt>
                <c:pt idx="3452">
                  <c:v>45275</c:v>
                </c:pt>
                <c:pt idx="3453">
                  <c:v>45278</c:v>
                </c:pt>
                <c:pt idx="3454">
                  <c:v>45279</c:v>
                </c:pt>
                <c:pt idx="3455">
                  <c:v>45280</c:v>
                </c:pt>
                <c:pt idx="3456">
                  <c:v>45281</c:v>
                </c:pt>
                <c:pt idx="3457">
                  <c:v>45282</c:v>
                </c:pt>
                <c:pt idx="3458">
                  <c:v>45286</c:v>
                </c:pt>
                <c:pt idx="3459">
                  <c:v>45287</c:v>
                </c:pt>
                <c:pt idx="3460">
                  <c:v>45288</c:v>
                </c:pt>
                <c:pt idx="3461">
                  <c:v>45289</c:v>
                </c:pt>
                <c:pt idx="3462">
                  <c:v>45293</c:v>
                </c:pt>
                <c:pt idx="3463">
                  <c:v>45294</c:v>
                </c:pt>
                <c:pt idx="3464">
                  <c:v>45295</c:v>
                </c:pt>
                <c:pt idx="3465">
                  <c:v>45296</c:v>
                </c:pt>
                <c:pt idx="3466">
                  <c:v>45299</c:v>
                </c:pt>
                <c:pt idx="3467">
                  <c:v>45300</c:v>
                </c:pt>
                <c:pt idx="3468">
                  <c:v>45301</c:v>
                </c:pt>
                <c:pt idx="3469">
                  <c:v>45302</c:v>
                </c:pt>
                <c:pt idx="3470">
                  <c:v>45303</c:v>
                </c:pt>
                <c:pt idx="3471">
                  <c:v>45307</c:v>
                </c:pt>
                <c:pt idx="3472">
                  <c:v>45308</c:v>
                </c:pt>
                <c:pt idx="3473">
                  <c:v>45309</c:v>
                </c:pt>
                <c:pt idx="3474">
                  <c:v>45310</c:v>
                </c:pt>
                <c:pt idx="3475">
                  <c:v>45313</c:v>
                </c:pt>
                <c:pt idx="3476">
                  <c:v>45314</c:v>
                </c:pt>
                <c:pt idx="3477">
                  <c:v>45315</c:v>
                </c:pt>
                <c:pt idx="3478">
                  <c:v>45316</c:v>
                </c:pt>
                <c:pt idx="3479">
                  <c:v>45317</c:v>
                </c:pt>
                <c:pt idx="3480">
                  <c:v>45320</c:v>
                </c:pt>
                <c:pt idx="3481">
                  <c:v>45321</c:v>
                </c:pt>
                <c:pt idx="3482">
                  <c:v>45322</c:v>
                </c:pt>
                <c:pt idx="3483">
                  <c:v>45323</c:v>
                </c:pt>
                <c:pt idx="3484">
                  <c:v>45324</c:v>
                </c:pt>
                <c:pt idx="3485">
                  <c:v>45327</c:v>
                </c:pt>
                <c:pt idx="3486">
                  <c:v>45328</c:v>
                </c:pt>
                <c:pt idx="3487">
                  <c:v>45329</c:v>
                </c:pt>
                <c:pt idx="3488">
                  <c:v>45330</c:v>
                </c:pt>
                <c:pt idx="3489">
                  <c:v>45331</c:v>
                </c:pt>
                <c:pt idx="3490">
                  <c:v>45334</c:v>
                </c:pt>
                <c:pt idx="3491">
                  <c:v>45335</c:v>
                </c:pt>
                <c:pt idx="3492">
                  <c:v>45336</c:v>
                </c:pt>
                <c:pt idx="3493">
                  <c:v>45337</c:v>
                </c:pt>
                <c:pt idx="3494">
                  <c:v>45338</c:v>
                </c:pt>
                <c:pt idx="3495">
                  <c:v>45342</c:v>
                </c:pt>
                <c:pt idx="3496">
                  <c:v>45343</c:v>
                </c:pt>
                <c:pt idx="3497">
                  <c:v>45344</c:v>
                </c:pt>
                <c:pt idx="3498">
                  <c:v>45345</c:v>
                </c:pt>
                <c:pt idx="3499">
                  <c:v>45348</c:v>
                </c:pt>
                <c:pt idx="3500">
                  <c:v>45349</c:v>
                </c:pt>
                <c:pt idx="3501">
                  <c:v>45350</c:v>
                </c:pt>
                <c:pt idx="3502">
                  <c:v>45351</c:v>
                </c:pt>
                <c:pt idx="3503">
                  <c:v>45352</c:v>
                </c:pt>
                <c:pt idx="3504">
                  <c:v>45355</c:v>
                </c:pt>
                <c:pt idx="3505">
                  <c:v>45356</c:v>
                </c:pt>
                <c:pt idx="3506">
                  <c:v>45357</c:v>
                </c:pt>
                <c:pt idx="3507">
                  <c:v>45358</c:v>
                </c:pt>
                <c:pt idx="3508">
                  <c:v>45359</c:v>
                </c:pt>
                <c:pt idx="3509">
                  <c:v>45362</c:v>
                </c:pt>
                <c:pt idx="3510">
                  <c:v>45363</c:v>
                </c:pt>
                <c:pt idx="3511">
                  <c:v>45364</c:v>
                </c:pt>
                <c:pt idx="3512">
                  <c:v>45365</c:v>
                </c:pt>
                <c:pt idx="3513">
                  <c:v>45366</c:v>
                </c:pt>
                <c:pt idx="3514">
                  <c:v>45369</c:v>
                </c:pt>
                <c:pt idx="3515">
                  <c:v>45370</c:v>
                </c:pt>
                <c:pt idx="3516">
                  <c:v>45371</c:v>
                </c:pt>
                <c:pt idx="3517">
                  <c:v>45372</c:v>
                </c:pt>
                <c:pt idx="3518">
                  <c:v>45373</c:v>
                </c:pt>
                <c:pt idx="3519">
                  <c:v>45376</c:v>
                </c:pt>
                <c:pt idx="3520">
                  <c:v>45377</c:v>
                </c:pt>
                <c:pt idx="3521">
                  <c:v>45378</c:v>
                </c:pt>
                <c:pt idx="3522">
                  <c:v>45379</c:v>
                </c:pt>
                <c:pt idx="3523">
                  <c:v>45383</c:v>
                </c:pt>
                <c:pt idx="3524">
                  <c:v>45384</c:v>
                </c:pt>
                <c:pt idx="3525">
                  <c:v>45385</c:v>
                </c:pt>
                <c:pt idx="3526">
                  <c:v>45386</c:v>
                </c:pt>
                <c:pt idx="3527">
                  <c:v>45387</c:v>
                </c:pt>
                <c:pt idx="3528">
                  <c:v>45390</c:v>
                </c:pt>
                <c:pt idx="3529">
                  <c:v>45391</c:v>
                </c:pt>
                <c:pt idx="3530">
                  <c:v>45392</c:v>
                </c:pt>
                <c:pt idx="3531">
                  <c:v>45393</c:v>
                </c:pt>
                <c:pt idx="3532">
                  <c:v>45394</c:v>
                </c:pt>
                <c:pt idx="3533">
                  <c:v>45397</c:v>
                </c:pt>
                <c:pt idx="3534">
                  <c:v>45398</c:v>
                </c:pt>
                <c:pt idx="3535">
                  <c:v>45399</c:v>
                </c:pt>
                <c:pt idx="3536">
                  <c:v>45400</c:v>
                </c:pt>
                <c:pt idx="3537">
                  <c:v>45401</c:v>
                </c:pt>
                <c:pt idx="3538">
                  <c:v>45404</c:v>
                </c:pt>
                <c:pt idx="3539">
                  <c:v>45405</c:v>
                </c:pt>
                <c:pt idx="3540">
                  <c:v>45406</c:v>
                </c:pt>
                <c:pt idx="3541">
                  <c:v>45407</c:v>
                </c:pt>
                <c:pt idx="3542">
                  <c:v>45408</c:v>
                </c:pt>
                <c:pt idx="3543">
                  <c:v>45411</c:v>
                </c:pt>
                <c:pt idx="3544">
                  <c:v>45412</c:v>
                </c:pt>
                <c:pt idx="3545">
                  <c:v>45413</c:v>
                </c:pt>
                <c:pt idx="3546">
                  <c:v>45414</c:v>
                </c:pt>
                <c:pt idx="3547">
                  <c:v>45415</c:v>
                </c:pt>
                <c:pt idx="3548">
                  <c:v>45418</c:v>
                </c:pt>
                <c:pt idx="3549">
                  <c:v>45419</c:v>
                </c:pt>
                <c:pt idx="3550">
                  <c:v>45420</c:v>
                </c:pt>
                <c:pt idx="3551">
                  <c:v>45421</c:v>
                </c:pt>
                <c:pt idx="3552">
                  <c:v>45422</c:v>
                </c:pt>
                <c:pt idx="3553">
                  <c:v>45425</c:v>
                </c:pt>
                <c:pt idx="3554">
                  <c:v>45426</c:v>
                </c:pt>
                <c:pt idx="3555">
                  <c:v>45427</c:v>
                </c:pt>
                <c:pt idx="3556">
                  <c:v>45428</c:v>
                </c:pt>
                <c:pt idx="3557">
                  <c:v>45429</c:v>
                </c:pt>
                <c:pt idx="3558">
                  <c:v>45432</c:v>
                </c:pt>
                <c:pt idx="3559">
                  <c:v>45433</c:v>
                </c:pt>
                <c:pt idx="3560">
                  <c:v>45434</c:v>
                </c:pt>
                <c:pt idx="3561">
                  <c:v>45435</c:v>
                </c:pt>
                <c:pt idx="3562">
                  <c:v>45436</c:v>
                </c:pt>
                <c:pt idx="3563">
                  <c:v>45440</c:v>
                </c:pt>
                <c:pt idx="3564">
                  <c:v>45441</c:v>
                </c:pt>
                <c:pt idx="3565">
                  <c:v>45442</c:v>
                </c:pt>
                <c:pt idx="3566">
                  <c:v>45443</c:v>
                </c:pt>
                <c:pt idx="3567">
                  <c:v>45446</c:v>
                </c:pt>
                <c:pt idx="3568">
                  <c:v>45447</c:v>
                </c:pt>
                <c:pt idx="3569">
                  <c:v>45448</c:v>
                </c:pt>
                <c:pt idx="3570">
                  <c:v>45449</c:v>
                </c:pt>
                <c:pt idx="3571">
                  <c:v>45450</c:v>
                </c:pt>
                <c:pt idx="3572">
                  <c:v>45453</c:v>
                </c:pt>
                <c:pt idx="3573">
                  <c:v>45454</c:v>
                </c:pt>
                <c:pt idx="3574">
                  <c:v>45455</c:v>
                </c:pt>
                <c:pt idx="3575">
                  <c:v>45456</c:v>
                </c:pt>
                <c:pt idx="3576">
                  <c:v>45457</c:v>
                </c:pt>
                <c:pt idx="3577">
                  <c:v>45460</c:v>
                </c:pt>
                <c:pt idx="3578">
                  <c:v>45461</c:v>
                </c:pt>
                <c:pt idx="3579">
                  <c:v>45463</c:v>
                </c:pt>
                <c:pt idx="3580">
                  <c:v>45464</c:v>
                </c:pt>
                <c:pt idx="3581">
                  <c:v>45467</c:v>
                </c:pt>
                <c:pt idx="3582">
                  <c:v>45468</c:v>
                </c:pt>
                <c:pt idx="3583">
                  <c:v>45469</c:v>
                </c:pt>
                <c:pt idx="3584">
                  <c:v>45470</c:v>
                </c:pt>
                <c:pt idx="3585">
                  <c:v>45471</c:v>
                </c:pt>
                <c:pt idx="3586">
                  <c:v>45474</c:v>
                </c:pt>
                <c:pt idx="3587">
                  <c:v>45475</c:v>
                </c:pt>
                <c:pt idx="3588">
                  <c:v>45476</c:v>
                </c:pt>
                <c:pt idx="3589">
                  <c:v>45478</c:v>
                </c:pt>
                <c:pt idx="3590">
                  <c:v>45481</c:v>
                </c:pt>
                <c:pt idx="3591">
                  <c:v>45482</c:v>
                </c:pt>
                <c:pt idx="3592">
                  <c:v>45483</c:v>
                </c:pt>
                <c:pt idx="3593">
                  <c:v>45484</c:v>
                </c:pt>
                <c:pt idx="3594">
                  <c:v>45485</c:v>
                </c:pt>
                <c:pt idx="3595">
                  <c:v>45488</c:v>
                </c:pt>
                <c:pt idx="3596">
                  <c:v>45489</c:v>
                </c:pt>
                <c:pt idx="3597">
                  <c:v>45490</c:v>
                </c:pt>
                <c:pt idx="3598">
                  <c:v>45491</c:v>
                </c:pt>
                <c:pt idx="3599">
                  <c:v>45492</c:v>
                </c:pt>
                <c:pt idx="3600">
                  <c:v>45495</c:v>
                </c:pt>
                <c:pt idx="3601">
                  <c:v>45496</c:v>
                </c:pt>
                <c:pt idx="3602">
                  <c:v>45497</c:v>
                </c:pt>
                <c:pt idx="3603">
                  <c:v>45498</c:v>
                </c:pt>
                <c:pt idx="3604">
                  <c:v>45499</c:v>
                </c:pt>
                <c:pt idx="3605">
                  <c:v>45502</c:v>
                </c:pt>
                <c:pt idx="3606">
                  <c:v>45503</c:v>
                </c:pt>
                <c:pt idx="3607">
                  <c:v>45504</c:v>
                </c:pt>
                <c:pt idx="3608">
                  <c:v>45505</c:v>
                </c:pt>
                <c:pt idx="3609">
                  <c:v>45506</c:v>
                </c:pt>
                <c:pt idx="3610">
                  <c:v>45509</c:v>
                </c:pt>
                <c:pt idx="3611">
                  <c:v>45510</c:v>
                </c:pt>
                <c:pt idx="3612">
                  <c:v>45511</c:v>
                </c:pt>
                <c:pt idx="3613">
                  <c:v>45512</c:v>
                </c:pt>
                <c:pt idx="3614">
                  <c:v>45513</c:v>
                </c:pt>
                <c:pt idx="3615">
                  <c:v>45516</c:v>
                </c:pt>
                <c:pt idx="3616">
                  <c:v>45517</c:v>
                </c:pt>
                <c:pt idx="3617">
                  <c:v>45518</c:v>
                </c:pt>
                <c:pt idx="3618">
                  <c:v>45519</c:v>
                </c:pt>
                <c:pt idx="3619">
                  <c:v>45520</c:v>
                </c:pt>
                <c:pt idx="3620">
                  <c:v>45523</c:v>
                </c:pt>
                <c:pt idx="3621">
                  <c:v>45524</c:v>
                </c:pt>
                <c:pt idx="3622">
                  <c:v>45525</c:v>
                </c:pt>
                <c:pt idx="3623">
                  <c:v>45526</c:v>
                </c:pt>
                <c:pt idx="3624">
                  <c:v>45527</c:v>
                </c:pt>
                <c:pt idx="3625">
                  <c:v>45530</c:v>
                </c:pt>
                <c:pt idx="3626">
                  <c:v>45531</c:v>
                </c:pt>
                <c:pt idx="3627">
                  <c:v>45532</c:v>
                </c:pt>
                <c:pt idx="3628">
                  <c:v>45533</c:v>
                </c:pt>
                <c:pt idx="3629">
                  <c:v>45534</c:v>
                </c:pt>
                <c:pt idx="3630">
                  <c:v>45538</c:v>
                </c:pt>
                <c:pt idx="3631">
                  <c:v>45539</c:v>
                </c:pt>
                <c:pt idx="3632">
                  <c:v>45540</c:v>
                </c:pt>
                <c:pt idx="3633">
                  <c:v>45541</c:v>
                </c:pt>
                <c:pt idx="3634">
                  <c:v>45544</c:v>
                </c:pt>
                <c:pt idx="3635">
                  <c:v>45545</c:v>
                </c:pt>
                <c:pt idx="3636">
                  <c:v>45546</c:v>
                </c:pt>
                <c:pt idx="3637">
                  <c:v>45547</c:v>
                </c:pt>
                <c:pt idx="3638">
                  <c:v>45548</c:v>
                </c:pt>
                <c:pt idx="3639">
                  <c:v>45551</c:v>
                </c:pt>
                <c:pt idx="3640">
                  <c:v>45552</c:v>
                </c:pt>
                <c:pt idx="3641">
                  <c:v>45560</c:v>
                </c:pt>
                <c:pt idx="3642">
                  <c:v>45561</c:v>
                </c:pt>
                <c:pt idx="3643">
                  <c:v>45562</c:v>
                </c:pt>
                <c:pt idx="3644">
                  <c:v>45565</c:v>
                </c:pt>
                <c:pt idx="3645">
                  <c:v>45566</c:v>
                </c:pt>
                <c:pt idx="3646">
                  <c:v>45567</c:v>
                </c:pt>
                <c:pt idx="3647">
                  <c:v>45569</c:v>
                </c:pt>
                <c:pt idx="3648">
                  <c:v>45572</c:v>
                </c:pt>
                <c:pt idx="3649">
                  <c:v>45573</c:v>
                </c:pt>
                <c:pt idx="3650">
                  <c:v>45574</c:v>
                </c:pt>
                <c:pt idx="3651">
                  <c:v>45575</c:v>
                </c:pt>
                <c:pt idx="3652">
                  <c:v>45576</c:v>
                </c:pt>
                <c:pt idx="3653">
                  <c:v>45580</c:v>
                </c:pt>
                <c:pt idx="3654">
                  <c:v>45581</c:v>
                </c:pt>
                <c:pt idx="3655">
                  <c:v>45582</c:v>
                </c:pt>
                <c:pt idx="3656">
                  <c:v>45583</c:v>
                </c:pt>
                <c:pt idx="3657">
                  <c:v>45586</c:v>
                </c:pt>
                <c:pt idx="3658">
                  <c:v>45587</c:v>
                </c:pt>
                <c:pt idx="3659">
                  <c:v>45588</c:v>
                </c:pt>
                <c:pt idx="3660">
                  <c:v>45589</c:v>
                </c:pt>
                <c:pt idx="3661">
                  <c:v>45590</c:v>
                </c:pt>
                <c:pt idx="3662">
                  <c:v>45593</c:v>
                </c:pt>
                <c:pt idx="3663">
                  <c:v>45594</c:v>
                </c:pt>
                <c:pt idx="3664">
                  <c:v>45595</c:v>
                </c:pt>
                <c:pt idx="3665">
                  <c:v>45596</c:v>
                </c:pt>
                <c:pt idx="3666">
                  <c:v>45597</c:v>
                </c:pt>
                <c:pt idx="3667">
                  <c:v>45600</c:v>
                </c:pt>
                <c:pt idx="3668">
                  <c:v>45601</c:v>
                </c:pt>
                <c:pt idx="3669">
                  <c:v>45602</c:v>
                </c:pt>
                <c:pt idx="3670">
                  <c:v>45603</c:v>
                </c:pt>
                <c:pt idx="3671">
                  <c:v>45604</c:v>
                </c:pt>
                <c:pt idx="3672">
                  <c:v>45608</c:v>
                </c:pt>
                <c:pt idx="3673">
                  <c:v>45609</c:v>
                </c:pt>
                <c:pt idx="3674">
                  <c:v>45610</c:v>
                </c:pt>
                <c:pt idx="3675">
                  <c:v>45611</c:v>
                </c:pt>
                <c:pt idx="3676">
                  <c:v>45614</c:v>
                </c:pt>
                <c:pt idx="3677">
                  <c:v>45615</c:v>
                </c:pt>
                <c:pt idx="3678">
                  <c:v>45616</c:v>
                </c:pt>
                <c:pt idx="3679">
                  <c:v>45617</c:v>
                </c:pt>
                <c:pt idx="3680">
                  <c:v>45618</c:v>
                </c:pt>
                <c:pt idx="3681">
                  <c:v>45621</c:v>
                </c:pt>
                <c:pt idx="3682">
                  <c:v>45622</c:v>
                </c:pt>
                <c:pt idx="3683">
                  <c:v>45623</c:v>
                </c:pt>
                <c:pt idx="3684">
                  <c:v>45625</c:v>
                </c:pt>
                <c:pt idx="3685">
                  <c:v>45628</c:v>
                </c:pt>
                <c:pt idx="3686">
                  <c:v>45629</c:v>
                </c:pt>
                <c:pt idx="3687">
                  <c:v>45630</c:v>
                </c:pt>
                <c:pt idx="3688">
                  <c:v>45631</c:v>
                </c:pt>
                <c:pt idx="3689">
                  <c:v>45632</c:v>
                </c:pt>
                <c:pt idx="3690">
                  <c:v>45635</c:v>
                </c:pt>
                <c:pt idx="3691">
                  <c:v>45636</c:v>
                </c:pt>
                <c:pt idx="3692">
                  <c:v>45637</c:v>
                </c:pt>
                <c:pt idx="3693">
                  <c:v>45638</c:v>
                </c:pt>
                <c:pt idx="3694">
                  <c:v>45639</c:v>
                </c:pt>
                <c:pt idx="3695">
                  <c:v>45642</c:v>
                </c:pt>
                <c:pt idx="3696">
                  <c:v>45643</c:v>
                </c:pt>
                <c:pt idx="3697">
                  <c:v>45644</c:v>
                </c:pt>
                <c:pt idx="3698">
                  <c:v>45645</c:v>
                </c:pt>
                <c:pt idx="3699">
                  <c:v>45646</c:v>
                </c:pt>
                <c:pt idx="3700">
                  <c:v>45649</c:v>
                </c:pt>
                <c:pt idx="3701">
                  <c:v>45650</c:v>
                </c:pt>
                <c:pt idx="3702">
                  <c:v>45652</c:v>
                </c:pt>
                <c:pt idx="3703">
                  <c:v>45653</c:v>
                </c:pt>
                <c:pt idx="3704">
                  <c:v>45656</c:v>
                </c:pt>
                <c:pt idx="3705">
                  <c:v>45657</c:v>
                </c:pt>
                <c:pt idx="3706">
                  <c:v>45659</c:v>
                </c:pt>
                <c:pt idx="3707">
                  <c:v>45660</c:v>
                </c:pt>
                <c:pt idx="3708">
                  <c:v>45663</c:v>
                </c:pt>
                <c:pt idx="3709">
                  <c:v>45664</c:v>
                </c:pt>
                <c:pt idx="3710">
                  <c:v>45665</c:v>
                </c:pt>
                <c:pt idx="3711">
                  <c:v>45666</c:v>
                </c:pt>
                <c:pt idx="3712">
                  <c:v>45667</c:v>
                </c:pt>
                <c:pt idx="3713">
                  <c:v>45670</c:v>
                </c:pt>
                <c:pt idx="3714">
                  <c:v>45671</c:v>
                </c:pt>
                <c:pt idx="3715">
                  <c:v>45672</c:v>
                </c:pt>
                <c:pt idx="3716">
                  <c:v>45673</c:v>
                </c:pt>
                <c:pt idx="3717">
                  <c:v>45674</c:v>
                </c:pt>
                <c:pt idx="3718">
                  <c:v>45678</c:v>
                </c:pt>
                <c:pt idx="3719">
                  <c:v>45679</c:v>
                </c:pt>
                <c:pt idx="3720">
                  <c:v>45680</c:v>
                </c:pt>
                <c:pt idx="3721">
                  <c:v>45681</c:v>
                </c:pt>
                <c:pt idx="3722">
                  <c:v>45684</c:v>
                </c:pt>
                <c:pt idx="3723">
                  <c:v>45685</c:v>
                </c:pt>
                <c:pt idx="3724">
                  <c:v>45686</c:v>
                </c:pt>
                <c:pt idx="3725">
                  <c:v>45687</c:v>
                </c:pt>
                <c:pt idx="3726">
                  <c:v>45688</c:v>
                </c:pt>
                <c:pt idx="3727">
                  <c:v>45691</c:v>
                </c:pt>
                <c:pt idx="3728">
                  <c:v>45692</c:v>
                </c:pt>
                <c:pt idx="3729">
                  <c:v>45693</c:v>
                </c:pt>
                <c:pt idx="3730">
                  <c:v>45694</c:v>
                </c:pt>
                <c:pt idx="3731">
                  <c:v>45695</c:v>
                </c:pt>
                <c:pt idx="3732">
                  <c:v>45698</c:v>
                </c:pt>
                <c:pt idx="3733">
                  <c:v>45699</c:v>
                </c:pt>
                <c:pt idx="3734">
                  <c:v>45700</c:v>
                </c:pt>
                <c:pt idx="3735">
                  <c:v>45701</c:v>
                </c:pt>
                <c:pt idx="3736">
                  <c:v>45702</c:v>
                </c:pt>
                <c:pt idx="3737">
                  <c:v>45706</c:v>
                </c:pt>
                <c:pt idx="3738">
                  <c:v>45707</c:v>
                </c:pt>
                <c:pt idx="3739">
                  <c:v>45708</c:v>
                </c:pt>
                <c:pt idx="3740">
                  <c:v>45709</c:v>
                </c:pt>
                <c:pt idx="3741">
                  <c:v>45712</c:v>
                </c:pt>
                <c:pt idx="3742">
                  <c:v>45713</c:v>
                </c:pt>
                <c:pt idx="3743">
                  <c:v>45714</c:v>
                </c:pt>
                <c:pt idx="3744">
                  <c:v>45715</c:v>
                </c:pt>
                <c:pt idx="3745">
                  <c:v>45716</c:v>
                </c:pt>
                <c:pt idx="3746">
                  <c:v>45719</c:v>
                </c:pt>
                <c:pt idx="3747">
                  <c:v>45720</c:v>
                </c:pt>
                <c:pt idx="3748">
                  <c:v>45721</c:v>
                </c:pt>
                <c:pt idx="3749">
                  <c:v>45722</c:v>
                </c:pt>
                <c:pt idx="3750">
                  <c:v>45723</c:v>
                </c:pt>
                <c:pt idx="3751">
                  <c:v>45726</c:v>
                </c:pt>
                <c:pt idx="3752">
                  <c:v>45727</c:v>
                </c:pt>
                <c:pt idx="3753">
                  <c:v>45728</c:v>
                </c:pt>
                <c:pt idx="3754">
                  <c:v>45729</c:v>
                </c:pt>
                <c:pt idx="3755">
                  <c:v>45730</c:v>
                </c:pt>
                <c:pt idx="3756">
                  <c:v>45733</c:v>
                </c:pt>
                <c:pt idx="3757">
                  <c:v>45734</c:v>
                </c:pt>
                <c:pt idx="3758">
                  <c:v>45735</c:v>
                </c:pt>
                <c:pt idx="3759">
                  <c:v>45736</c:v>
                </c:pt>
                <c:pt idx="3760">
                  <c:v>45737</c:v>
                </c:pt>
                <c:pt idx="3761">
                  <c:v>45740</c:v>
                </c:pt>
                <c:pt idx="3762">
                  <c:v>45741</c:v>
                </c:pt>
                <c:pt idx="3763">
                  <c:v>45742</c:v>
                </c:pt>
                <c:pt idx="3764">
                  <c:v>45743</c:v>
                </c:pt>
                <c:pt idx="3765">
                  <c:v>45744</c:v>
                </c:pt>
                <c:pt idx="3766">
                  <c:v>45747</c:v>
                </c:pt>
                <c:pt idx="3767">
                  <c:v>45748</c:v>
                </c:pt>
                <c:pt idx="3768">
                  <c:v>45749</c:v>
                </c:pt>
                <c:pt idx="3769">
                  <c:v>45750</c:v>
                </c:pt>
                <c:pt idx="3770">
                  <c:v>45751</c:v>
                </c:pt>
                <c:pt idx="3771">
                  <c:v>45754</c:v>
                </c:pt>
                <c:pt idx="3772">
                  <c:v>45755</c:v>
                </c:pt>
                <c:pt idx="3773">
                  <c:v>45756</c:v>
                </c:pt>
                <c:pt idx="3774">
                  <c:v>45757</c:v>
                </c:pt>
                <c:pt idx="3775">
                  <c:v>45758</c:v>
                </c:pt>
                <c:pt idx="3776">
                  <c:v>45761</c:v>
                </c:pt>
                <c:pt idx="3777">
                  <c:v>45762</c:v>
                </c:pt>
                <c:pt idx="3778">
                  <c:v>45763</c:v>
                </c:pt>
                <c:pt idx="3779">
                  <c:v>45764</c:v>
                </c:pt>
                <c:pt idx="3780">
                  <c:v>45768</c:v>
                </c:pt>
                <c:pt idx="3781">
                  <c:v>45769</c:v>
                </c:pt>
                <c:pt idx="3782">
                  <c:v>45770</c:v>
                </c:pt>
                <c:pt idx="3783">
                  <c:v>45771</c:v>
                </c:pt>
                <c:pt idx="3784">
                  <c:v>45772</c:v>
                </c:pt>
                <c:pt idx="3785">
                  <c:v>45775</c:v>
                </c:pt>
                <c:pt idx="3786">
                  <c:v>45776</c:v>
                </c:pt>
                <c:pt idx="3787">
                  <c:v>45777</c:v>
                </c:pt>
                <c:pt idx="3788">
                  <c:v>45778</c:v>
                </c:pt>
                <c:pt idx="3789">
                  <c:v>45779</c:v>
                </c:pt>
                <c:pt idx="3790">
                  <c:v>45782</c:v>
                </c:pt>
                <c:pt idx="3791">
                  <c:v>45783</c:v>
                </c:pt>
                <c:pt idx="3792">
                  <c:v>45784</c:v>
                </c:pt>
                <c:pt idx="3793">
                  <c:v>45785</c:v>
                </c:pt>
                <c:pt idx="3794">
                  <c:v>45786</c:v>
                </c:pt>
                <c:pt idx="3795">
                  <c:v>45789</c:v>
                </c:pt>
                <c:pt idx="3796">
                  <c:v>45790</c:v>
                </c:pt>
                <c:pt idx="3797">
                  <c:v>45791</c:v>
                </c:pt>
                <c:pt idx="3798">
                  <c:v>45792</c:v>
                </c:pt>
                <c:pt idx="3799">
                  <c:v>45793</c:v>
                </c:pt>
                <c:pt idx="3800">
                  <c:v>45796</c:v>
                </c:pt>
                <c:pt idx="3801">
                  <c:v>45797</c:v>
                </c:pt>
                <c:pt idx="3802">
                  <c:v>45798</c:v>
                </c:pt>
                <c:pt idx="3803">
                  <c:v>45799</c:v>
                </c:pt>
                <c:pt idx="3804">
                  <c:v>45800</c:v>
                </c:pt>
                <c:pt idx="3805">
                  <c:v>45804</c:v>
                </c:pt>
                <c:pt idx="3806">
                  <c:v>45805</c:v>
                </c:pt>
                <c:pt idx="3807">
                  <c:v>45806</c:v>
                </c:pt>
                <c:pt idx="3808">
                  <c:v>45807</c:v>
                </c:pt>
                <c:pt idx="3809">
                  <c:v>45810</c:v>
                </c:pt>
                <c:pt idx="3810">
                  <c:v>45811</c:v>
                </c:pt>
                <c:pt idx="3811">
                  <c:v>45812</c:v>
                </c:pt>
                <c:pt idx="3812">
                  <c:v>45813</c:v>
                </c:pt>
                <c:pt idx="3813">
                  <c:v>45814</c:v>
                </c:pt>
                <c:pt idx="3814">
                  <c:v>45817</c:v>
                </c:pt>
                <c:pt idx="3815">
                  <c:v>45818</c:v>
                </c:pt>
                <c:pt idx="3816">
                  <c:v>45819</c:v>
                </c:pt>
                <c:pt idx="3817">
                  <c:v>45820</c:v>
                </c:pt>
                <c:pt idx="3818">
                  <c:v>45821</c:v>
                </c:pt>
                <c:pt idx="3819">
                  <c:v>45824</c:v>
                </c:pt>
                <c:pt idx="3820">
                  <c:v>45825</c:v>
                </c:pt>
                <c:pt idx="3821">
                  <c:v>45826</c:v>
                </c:pt>
                <c:pt idx="3822">
                  <c:v>45828</c:v>
                </c:pt>
                <c:pt idx="3823">
                  <c:v>45831</c:v>
                </c:pt>
              </c:numCache>
            </c:numRef>
          </c:cat>
          <c:val>
            <c:numRef>
              <c:f>'JMB_Coups(FEBGEN)_Charts'!$BY$22:$BY$3845</c:f>
              <c:numCache>
                <c:formatCode>0</c:formatCode>
                <c:ptCount val="3824"/>
                <c:pt idx="0">
                  <c:v>1.7507802872070286</c:v>
                </c:pt>
                <c:pt idx="1">
                  <c:v>1.5924258956078923</c:v>
                </c:pt>
                <c:pt idx="2">
                  <c:v>3.1435127568587085</c:v>
                </c:pt>
                <c:pt idx="3">
                  <c:v>4.1765795557558363</c:v>
                </c:pt>
                <c:pt idx="4">
                  <c:v>0.65749059832267065</c:v>
                </c:pt>
                <c:pt idx="5">
                  <c:v>2.313340600823615</c:v>
                </c:pt>
                <c:pt idx="6">
                  <c:v>2.3152117074261049</c:v>
                </c:pt>
                <c:pt idx="7">
                  <c:v>2.579185159490784</c:v>
                </c:pt>
                <c:pt idx="8">
                  <c:v>0.97749279823966262</c:v>
                </c:pt>
                <c:pt idx="9">
                  <c:v>-0.95710467545912081</c:v>
                </c:pt>
                <c:pt idx="10">
                  <c:v>-2.5197977833902456</c:v>
                </c:pt>
                <c:pt idx="11">
                  <c:v>-1.6886698429997153</c:v>
                </c:pt>
                <c:pt idx="12">
                  <c:v>-2.4873444217774718</c:v>
                </c:pt>
                <c:pt idx="13">
                  <c:v>-0.27329009422063777</c:v>
                </c:pt>
                <c:pt idx="14">
                  <c:v>-2.7367511299574296</c:v>
                </c:pt>
                <c:pt idx="15">
                  <c:v>1.058338262804881E-2</c:v>
                </c:pt>
                <c:pt idx="16">
                  <c:v>0.76653112834711123</c:v>
                </c:pt>
                <c:pt idx="17">
                  <c:v>0.20695404835005604</c:v>
                </c:pt>
                <c:pt idx="18">
                  <c:v>4.7684779643659425</c:v>
                </c:pt>
                <c:pt idx="19">
                  <c:v>0.39068846082508202</c:v>
                </c:pt>
                <c:pt idx="20">
                  <c:v>0.99160685625477285</c:v>
                </c:pt>
                <c:pt idx="21">
                  <c:v>-0.328101406643448</c:v>
                </c:pt>
                <c:pt idx="22">
                  <c:v>-0.99988650923902966</c:v>
                </c:pt>
                <c:pt idx="23">
                  <c:v>-0.97569886752439672</c:v>
                </c:pt>
                <c:pt idx="24">
                  <c:v>-2.4279077145618118</c:v>
                </c:pt>
                <c:pt idx="25">
                  <c:v>-0.83817642572322271</c:v>
                </c:pt>
                <c:pt idx="26">
                  <c:v>0.44899783548621386</c:v>
                </c:pt>
                <c:pt idx="27">
                  <c:v>-3.2277670040871058</c:v>
                </c:pt>
                <c:pt idx="28">
                  <c:v>-3.5101370864522892</c:v>
                </c:pt>
                <c:pt idx="29">
                  <c:v>-5.1576008882807223</c:v>
                </c:pt>
                <c:pt idx="30">
                  <c:v>-4.4258840319759329</c:v>
                </c:pt>
                <c:pt idx="31">
                  <c:v>-4.4879729428388409</c:v>
                </c:pt>
                <c:pt idx="32">
                  <c:v>-2.9989747245453344</c:v>
                </c:pt>
                <c:pt idx="33">
                  <c:v>-5.5783683859254083</c:v>
                </c:pt>
                <c:pt idx="34">
                  <c:v>-7.4117688649572173</c:v>
                </c:pt>
                <c:pt idx="35">
                  <c:v>-5.850240188265591</c:v>
                </c:pt>
                <c:pt idx="36">
                  <c:v>-7.7036992026599798</c:v>
                </c:pt>
                <c:pt idx="37">
                  <c:v>-8.0796326538402106</c:v>
                </c:pt>
                <c:pt idx="38">
                  <c:v>-6.6046736609258083</c:v>
                </c:pt>
                <c:pt idx="39">
                  <c:v>-5.7779583501212173</c:v>
                </c:pt>
                <c:pt idx="40">
                  <c:v>-7.7028954515436219</c:v>
                </c:pt>
                <c:pt idx="41">
                  <c:v>-7.1471740906544348</c:v>
                </c:pt>
                <c:pt idx="42">
                  <c:v>-4.0515336447476464</c:v>
                </c:pt>
                <c:pt idx="43">
                  <c:v>-2.9889619615991592</c:v>
                </c:pt>
                <c:pt idx="44">
                  <c:v>-4.0385316036671917</c:v>
                </c:pt>
                <c:pt idx="45">
                  <c:v>-5.1544847782201799</c:v>
                </c:pt>
                <c:pt idx="46">
                  <c:v>-6.0749072054087279</c:v>
                </c:pt>
                <c:pt idx="47">
                  <c:v>-6.8593288855116388</c:v>
                </c:pt>
                <c:pt idx="48">
                  <c:v>-6.0917137331020026</c:v>
                </c:pt>
                <c:pt idx="49">
                  <c:v>-5.6029542241704604</c:v>
                </c:pt>
                <c:pt idx="50">
                  <c:v>-7.201480282865715</c:v>
                </c:pt>
                <c:pt idx="51">
                  <c:v>-8.5103259642592501</c:v>
                </c:pt>
                <c:pt idx="52">
                  <c:v>-12.635427800538004</c:v>
                </c:pt>
                <c:pt idx="53">
                  <c:v>-9.4500643973140477</c:v>
                </c:pt>
                <c:pt idx="54">
                  <c:v>-13.272280445353022</c:v>
                </c:pt>
                <c:pt idx="55">
                  <c:v>-20.486416144379689</c:v>
                </c:pt>
                <c:pt idx="56">
                  <c:v>-19.517475918595583</c:v>
                </c:pt>
                <c:pt idx="57">
                  <c:v>-16.925322756355179</c:v>
                </c:pt>
                <c:pt idx="58">
                  <c:v>-15.863734334962714</c:v>
                </c:pt>
                <c:pt idx="59">
                  <c:v>-14.405678354066076</c:v>
                </c:pt>
                <c:pt idx="60">
                  <c:v>-8.7240986246196393</c:v>
                </c:pt>
                <c:pt idx="61">
                  <c:v>-13.773994974840562</c:v>
                </c:pt>
                <c:pt idx="62">
                  <c:v>-16.645270773662705</c:v>
                </c:pt>
                <c:pt idx="63">
                  <c:v>-16.072044549446769</c:v>
                </c:pt>
                <c:pt idx="64">
                  <c:v>-15.906661129667462</c:v>
                </c:pt>
                <c:pt idx="65">
                  <c:v>-17.312458565803976</c:v>
                </c:pt>
                <c:pt idx="66">
                  <c:v>-17.794617825038948</c:v>
                </c:pt>
                <c:pt idx="67">
                  <c:v>-16.994517402004956</c:v>
                </c:pt>
                <c:pt idx="68">
                  <c:v>-15.085896775816533</c:v>
                </c:pt>
                <c:pt idx="69">
                  <c:v>-13.579125378665191</c:v>
                </c:pt>
                <c:pt idx="70">
                  <c:v>-14.918329707559085</c:v>
                </c:pt>
                <c:pt idx="71">
                  <c:v>-15.53000639962741</c:v>
                </c:pt>
                <c:pt idx="72">
                  <c:v>-15.997630117891978</c:v>
                </c:pt>
                <c:pt idx="73">
                  <c:v>-17.106964202822279</c:v>
                </c:pt>
                <c:pt idx="74">
                  <c:v>-15.336454232868196</c:v>
                </c:pt>
                <c:pt idx="75">
                  <c:v>-15.557528942144554</c:v>
                </c:pt>
                <c:pt idx="76">
                  <c:v>-15.070608904031376</c:v>
                </c:pt>
                <c:pt idx="77">
                  <c:v>-16.683776285992046</c:v>
                </c:pt>
                <c:pt idx="78">
                  <c:v>-17.679145987525821</c:v>
                </c:pt>
                <c:pt idx="79">
                  <c:v>-16.065501247216918</c:v>
                </c:pt>
                <c:pt idx="80">
                  <c:v>-15.007446722269817</c:v>
                </c:pt>
                <c:pt idx="81">
                  <c:v>-14.848188336366917</c:v>
                </c:pt>
                <c:pt idx="82">
                  <c:v>-19.119059015522822</c:v>
                </c:pt>
                <c:pt idx="83">
                  <c:v>-17.929510899029825</c:v>
                </c:pt>
                <c:pt idx="84">
                  <c:v>-15.568242705511878</c:v>
                </c:pt>
                <c:pt idx="85">
                  <c:v>-14.577417437993843</c:v>
                </c:pt>
                <c:pt idx="86">
                  <c:v>-14.526043293651369</c:v>
                </c:pt>
                <c:pt idx="87">
                  <c:v>-15.606325497274785</c:v>
                </c:pt>
                <c:pt idx="88">
                  <c:v>-17.667962629416394</c:v>
                </c:pt>
                <c:pt idx="89">
                  <c:v>-18.151654132949886</c:v>
                </c:pt>
                <c:pt idx="90">
                  <c:v>-23.734065231360567</c:v>
                </c:pt>
                <c:pt idx="91">
                  <c:v>-21.392687730880326</c:v>
                </c:pt>
                <c:pt idx="92">
                  <c:v>-22.51052496454653</c:v>
                </c:pt>
                <c:pt idx="93">
                  <c:v>-22.093223624604985</c:v>
                </c:pt>
                <c:pt idx="94">
                  <c:v>-30.734999500402203</c:v>
                </c:pt>
                <c:pt idx="95">
                  <c:v>-22.164001852248418</c:v>
                </c:pt>
                <c:pt idx="96">
                  <c:v>-20.803379357687867</c:v>
                </c:pt>
                <c:pt idx="97">
                  <c:v>-22.933588928364333</c:v>
                </c:pt>
                <c:pt idx="98">
                  <c:v>-22.388874466379953</c:v>
                </c:pt>
                <c:pt idx="99">
                  <c:v>-20.437450207908597</c:v>
                </c:pt>
                <c:pt idx="100">
                  <c:v>-18.942137870805183</c:v>
                </c:pt>
                <c:pt idx="101">
                  <c:v>-21.186182041111103</c:v>
                </c:pt>
                <c:pt idx="102">
                  <c:v>-18.859239854279792</c:v>
                </c:pt>
                <c:pt idx="103">
                  <c:v>-14.297236559007956</c:v>
                </c:pt>
                <c:pt idx="104">
                  <c:v>-17.05494109338116</c:v>
                </c:pt>
                <c:pt idx="105">
                  <c:v>-16.689227445782436</c:v>
                </c:pt>
                <c:pt idx="106">
                  <c:v>-20.163361504032029</c:v>
                </c:pt>
                <c:pt idx="107">
                  <c:v>-21.06612094381547</c:v>
                </c:pt>
                <c:pt idx="108">
                  <c:v>-18.457067606665913</c:v>
                </c:pt>
                <c:pt idx="109">
                  <c:v>-21.16675973256919</c:v>
                </c:pt>
                <c:pt idx="110">
                  <c:v>-23.140374440518652</c:v>
                </c:pt>
                <c:pt idx="111">
                  <c:v>-24.273740886366468</c:v>
                </c:pt>
                <c:pt idx="112">
                  <c:v>-26.394399443247856</c:v>
                </c:pt>
                <c:pt idx="113">
                  <c:v>-28.511229026872044</c:v>
                </c:pt>
                <c:pt idx="114">
                  <c:v>-30.878396168090319</c:v>
                </c:pt>
                <c:pt idx="115">
                  <c:v>-28.957440070287099</c:v>
                </c:pt>
                <c:pt idx="116">
                  <c:v>-25.597189299533163</c:v>
                </c:pt>
                <c:pt idx="117">
                  <c:v>-25.292927484875747</c:v>
                </c:pt>
                <c:pt idx="118">
                  <c:v>-24.792602924340407</c:v>
                </c:pt>
                <c:pt idx="119">
                  <c:v>-22.413446327415826</c:v>
                </c:pt>
                <c:pt idx="120">
                  <c:v>-22.36781197915375</c:v>
                </c:pt>
                <c:pt idx="121">
                  <c:v>-21.537682861139864</c:v>
                </c:pt>
                <c:pt idx="122">
                  <c:v>-22.611805450713092</c:v>
                </c:pt>
                <c:pt idx="123">
                  <c:v>-24.901113515499649</c:v>
                </c:pt>
                <c:pt idx="124">
                  <c:v>-22.412070483296752</c:v>
                </c:pt>
                <c:pt idx="125">
                  <c:v>-21.567829370768294</c:v>
                </c:pt>
                <c:pt idx="126">
                  <c:v>-22.802392340558498</c:v>
                </c:pt>
                <c:pt idx="127">
                  <c:v>-21.324349917741763</c:v>
                </c:pt>
                <c:pt idx="128">
                  <c:v>-21.413625859784187</c:v>
                </c:pt>
                <c:pt idx="129">
                  <c:v>-23.220320058749635</c:v>
                </c:pt>
                <c:pt idx="130">
                  <c:v>-24.380804448081832</c:v>
                </c:pt>
                <c:pt idx="131">
                  <c:v>-23.010225547505801</c:v>
                </c:pt>
                <c:pt idx="132">
                  <c:v>-21.547800059475545</c:v>
                </c:pt>
                <c:pt idx="133">
                  <c:v>-20.778613116531538</c:v>
                </c:pt>
                <c:pt idx="134">
                  <c:v>-21.702534072633938</c:v>
                </c:pt>
                <c:pt idx="135">
                  <c:v>-22.433870397294996</c:v>
                </c:pt>
                <c:pt idx="136">
                  <c:v>-25.103921238575499</c:v>
                </c:pt>
                <c:pt idx="137">
                  <c:v>-29.572106589697704</c:v>
                </c:pt>
                <c:pt idx="138">
                  <c:v>-27.43585991379306</c:v>
                </c:pt>
                <c:pt idx="139">
                  <c:v>-23.815421732531806</c:v>
                </c:pt>
                <c:pt idx="140">
                  <c:v>-23.51875590038129</c:v>
                </c:pt>
                <c:pt idx="141">
                  <c:v>-22.394712928722168</c:v>
                </c:pt>
                <c:pt idx="142">
                  <c:v>-19.341318819524986</c:v>
                </c:pt>
                <c:pt idx="143">
                  <c:v>-20.976077409875504</c:v>
                </c:pt>
                <c:pt idx="144">
                  <c:v>-20.585466028615077</c:v>
                </c:pt>
                <c:pt idx="145">
                  <c:v>-20.993847479473459</c:v>
                </c:pt>
                <c:pt idx="146">
                  <c:v>-19.486625699189247</c:v>
                </c:pt>
                <c:pt idx="147">
                  <c:v>-17.459697423902135</c:v>
                </c:pt>
                <c:pt idx="148">
                  <c:v>-17.767902376331861</c:v>
                </c:pt>
                <c:pt idx="149">
                  <c:v>-19.045347994582077</c:v>
                </c:pt>
                <c:pt idx="150">
                  <c:v>-20.588518783838165</c:v>
                </c:pt>
                <c:pt idx="151">
                  <c:v>-15.94003745613268</c:v>
                </c:pt>
                <c:pt idx="152">
                  <c:v>-13.334702914869675</c:v>
                </c:pt>
                <c:pt idx="153">
                  <c:v>-14.010899532989345</c:v>
                </c:pt>
                <c:pt idx="154">
                  <c:v>-16.023624021568864</c:v>
                </c:pt>
                <c:pt idx="155">
                  <c:v>-14.897760734658792</c:v>
                </c:pt>
                <c:pt idx="156">
                  <c:v>-13.509857408010975</c:v>
                </c:pt>
                <c:pt idx="157">
                  <c:v>-17.6551145712574</c:v>
                </c:pt>
                <c:pt idx="158">
                  <c:v>-14.495405255660591</c:v>
                </c:pt>
                <c:pt idx="159">
                  <c:v>-14.976251273026596</c:v>
                </c:pt>
                <c:pt idx="160">
                  <c:v>-15.832722858362493</c:v>
                </c:pt>
                <c:pt idx="161">
                  <c:v>-16.514428208577186</c:v>
                </c:pt>
                <c:pt idx="162">
                  <c:v>-18.055494519039364</c:v>
                </c:pt>
                <c:pt idx="163">
                  <c:v>-13.801125296526587</c:v>
                </c:pt>
                <c:pt idx="164">
                  <c:v>-13.114938782103959</c:v>
                </c:pt>
                <c:pt idx="165">
                  <c:v>-16.617149542406313</c:v>
                </c:pt>
                <c:pt idx="166">
                  <c:v>-18.395141323088332</c:v>
                </c:pt>
                <c:pt idx="167">
                  <c:v>-19.70048211428297</c:v>
                </c:pt>
                <c:pt idx="168">
                  <c:v>-23.558777116997291</c:v>
                </c:pt>
                <c:pt idx="169">
                  <c:v>-23.293422646868194</c:v>
                </c:pt>
                <c:pt idx="170">
                  <c:v>-22.510476992895459</c:v>
                </c:pt>
                <c:pt idx="171">
                  <c:v>-24.277303623978732</c:v>
                </c:pt>
                <c:pt idx="172">
                  <c:v>-22.920736712332875</c:v>
                </c:pt>
                <c:pt idx="173">
                  <c:v>-23.380848982888928</c:v>
                </c:pt>
                <c:pt idx="174">
                  <c:v>-23.82338423343667</c:v>
                </c:pt>
                <c:pt idx="175">
                  <c:v>-22.011776664839878</c:v>
                </c:pt>
                <c:pt idx="176">
                  <c:v>-22.014702052001194</c:v>
                </c:pt>
                <c:pt idx="177">
                  <c:v>-19.600790328964123</c:v>
                </c:pt>
                <c:pt idx="178">
                  <c:v>-18.982778412518734</c:v>
                </c:pt>
                <c:pt idx="179">
                  <c:v>-15.418125600204974</c:v>
                </c:pt>
                <c:pt idx="180">
                  <c:v>-16.164856307995002</c:v>
                </c:pt>
                <c:pt idx="181">
                  <c:v>-17.830925249466038</c:v>
                </c:pt>
                <c:pt idx="182">
                  <c:v>-16.990765075970579</c:v>
                </c:pt>
                <c:pt idx="183">
                  <c:v>-16.390501900043219</c:v>
                </c:pt>
                <c:pt idx="184">
                  <c:v>-15.01474332537966</c:v>
                </c:pt>
                <c:pt idx="185">
                  <c:v>-15.805169687620287</c:v>
                </c:pt>
                <c:pt idx="186">
                  <c:v>-9.7270733765229487</c:v>
                </c:pt>
                <c:pt idx="187">
                  <c:v>-10.310983010413675</c:v>
                </c:pt>
                <c:pt idx="188">
                  <c:v>-8.7585749373253812</c:v>
                </c:pt>
                <c:pt idx="189">
                  <c:v>-8.189352513737731</c:v>
                </c:pt>
                <c:pt idx="190">
                  <c:v>-8.4423887072708332</c:v>
                </c:pt>
                <c:pt idx="191">
                  <c:v>-13.655426683729422</c:v>
                </c:pt>
                <c:pt idx="192">
                  <c:v>-10.560236401988451</c:v>
                </c:pt>
                <c:pt idx="193">
                  <c:v>-10.605160623533923</c:v>
                </c:pt>
                <c:pt idx="194">
                  <c:v>-12.008767668495787</c:v>
                </c:pt>
                <c:pt idx="195">
                  <c:v>-14.300174145471194</c:v>
                </c:pt>
                <c:pt idx="196">
                  <c:v>-11.910009496356619</c:v>
                </c:pt>
                <c:pt idx="197">
                  <c:v>-12.946975149609733</c:v>
                </c:pt>
                <c:pt idx="198">
                  <c:v>-14.207615223232795</c:v>
                </c:pt>
                <c:pt idx="199">
                  <c:v>-15.08987334848729</c:v>
                </c:pt>
                <c:pt idx="200">
                  <c:v>-14.573602085502076</c:v>
                </c:pt>
                <c:pt idx="201">
                  <c:v>-13.298617016368505</c:v>
                </c:pt>
                <c:pt idx="202">
                  <c:v>-13.569212443545323</c:v>
                </c:pt>
                <c:pt idx="203">
                  <c:v>-14.38627564627139</c:v>
                </c:pt>
                <c:pt idx="204">
                  <c:v>-14.03734762160898</c:v>
                </c:pt>
                <c:pt idx="205">
                  <c:v>-9.9214781476928344</c:v>
                </c:pt>
                <c:pt idx="206">
                  <c:v>-11.899295582566563</c:v>
                </c:pt>
                <c:pt idx="207">
                  <c:v>-8.3731087775013826</c:v>
                </c:pt>
                <c:pt idx="208">
                  <c:v>-7.9347861534332864</c:v>
                </c:pt>
                <c:pt idx="209">
                  <c:v>-6.1271175479117659</c:v>
                </c:pt>
                <c:pt idx="210">
                  <c:v>-7.7791864997690467</c:v>
                </c:pt>
                <c:pt idx="211">
                  <c:v>-8.7914521745083789</c:v>
                </c:pt>
                <c:pt idx="212">
                  <c:v>-5.8714333960685856</c:v>
                </c:pt>
                <c:pt idx="213">
                  <c:v>-7.479283551091374</c:v>
                </c:pt>
                <c:pt idx="214">
                  <c:v>-6.005202364027646</c:v>
                </c:pt>
                <c:pt idx="215">
                  <c:v>-7.1663612520391808</c:v>
                </c:pt>
                <c:pt idx="216">
                  <c:v>-6.5984173448744841</c:v>
                </c:pt>
                <c:pt idx="217">
                  <c:v>-9.7875487468378886</c:v>
                </c:pt>
                <c:pt idx="218">
                  <c:v>-12.685220560767963</c:v>
                </c:pt>
                <c:pt idx="219">
                  <c:v>-12.147909032185943</c:v>
                </c:pt>
                <c:pt idx="220">
                  <c:v>-13.367933917632374</c:v>
                </c:pt>
                <c:pt idx="221">
                  <c:v>-14.921040903225283</c:v>
                </c:pt>
                <c:pt idx="222">
                  <c:v>-14.626020912033461</c:v>
                </c:pt>
                <c:pt idx="223">
                  <c:v>-15.145830341927564</c:v>
                </c:pt>
                <c:pt idx="224">
                  <c:v>-16.381894081985774</c:v>
                </c:pt>
                <c:pt idx="225">
                  <c:v>-12.928547538150479</c:v>
                </c:pt>
                <c:pt idx="226">
                  <c:v>-15.155230472010938</c:v>
                </c:pt>
                <c:pt idx="227">
                  <c:v>-16.805013389942911</c:v>
                </c:pt>
                <c:pt idx="228">
                  <c:v>-19.556466045221555</c:v>
                </c:pt>
                <c:pt idx="229">
                  <c:v>-16.567981216278074</c:v>
                </c:pt>
                <c:pt idx="230">
                  <c:v>-20.340055403604282</c:v>
                </c:pt>
                <c:pt idx="231">
                  <c:v>-20.994226748713558</c:v>
                </c:pt>
                <c:pt idx="232">
                  <c:v>-23.181459609736862</c:v>
                </c:pt>
                <c:pt idx="233">
                  <c:v>-21.212633963867372</c:v>
                </c:pt>
                <c:pt idx="234">
                  <c:v>-22.497386827660861</c:v>
                </c:pt>
                <c:pt idx="235">
                  <c:v>-21.131910646398513</c:v>
                </c:pt>
                <c:pt idx="236">
                  <c:v>-21.473520689299388</c:v>
                </c:pt>
                <c:pt idx="237">
                  <c:v>-20.89299799058054</c:v>
                </c:pt>
                <c:pt idx="238">
                  <c:v>-24.673442247233211</c:v>
                </c:pt>
                <c:pt idx="239">
                  <c:v>-24.468490085937503</c:v>
                </c:pt>
                <c:pt idx="240">
                  <c:v>-26.558595915070565</c:v>
                </c:pt>
                <c:pt idx="241">
                  <c:v>-25.581819136358511</c:v>
                </c:pt>
                <c:pt idx="242">
                  <c:v>-25.320047676400588</c:v>
                </c:pt>
                <c:pt idx="243">
                  <c:v>-23.790518225947739</c:v>
                </c:pt>
                <c:pt idx="244">
                  <c:v>-24.951259902998032</c:v>
                </c:pt>
                <c:pt idx="245">
                  <c:v>-25.897267405317805</c:v>
                </c:pt>
                <c:pt idx="246">
                  <c:v>-25.202396664750019</c:v>
                </c:pt>
                <c:pt idx="247">
                  <c:v>-25.027203009573313</c:v>
                </c:pt>
                <c:pt idx="248">
                  <c:v>-22.637405307424537</c:v>
                </c:pt>
                <c:pt idx="249">
                  <c:v>-21.432416708955788</c:v>
                </c:pt>
                <c:pt idx="250">
                  <c:v>-20.023408373698146</c:v>
                </c:pt>
                <c:pt idx="251">
                  <c:v>-19.266953989714068</c:v>
                </c:pt>
                <c:pt idx="252">
                  <c:v>-21.704381869932504</c:v>
                </c:pt>
                <c:pt idx="253">
                  <c:v>-20.617542090114391</c:v>
                </c:pt>
                <c:pt idx="254">
                  <c:v>-22.311069283038403</c:v>
                </c:pt>
                <c:pt idx="255">
                  <c:v>-20.773891803824036</c:v>
                </c:pt>
                <c:pt idx="256">
                  <c:v>-21.314534958902357</c:v>
                </c:pt>
                <c:pt idx="257">
                  <c:v>-21.728934155730379</c:v>
                </c:pt>
                <c:pt idx="258">
                  <c:v>-22.345608668929152</c:v>
                </c:pt>
                <c:pt idx="259">
                  <c:v>-21.941868676006301</c:v>
                </c:pt>
                <c:pt idx="260">
                  <c:v>-20.813301458293179</c:v>
                </c:pt>
                <c:pt idx="261">
                  <c:v>-19.731929109207591</c:v>
                </c:pt>
                <c:pt idx="262">
                  <c:v>-18.519461905137817</c:v>
                </c:pt>
                <c:pt idx="263">
                  <c:v>-16.58330039259474</c:v>
                </c:pt>
                <c:pt idx="264">
                  <c:v>-15.814682118221956</c:v>
                </c:pt>
                <c:pt idx="265">
                  <c:v>-15.840836726425307</c:v>
                </c:pt>
                <c:pt idx="266">
                  <c:v>-16.253840572378945</c:v>
                </c:pt>
                <c:pt idx="267">
                  <c:v>-15.895880422342763</c:v>
                </c:pt>
                <c:pt idx="268">
                  <c:v>-16.48493641370225</c:v>
                </c:pt>
                <c:pt idx="269">
                  <c:v>-17.385906496269165</c:v>
                </c:pt>
                <c:pt idx="270">
                  <c:v>-15.856182770235838</c:v>
                </c:pt>
                <c:pt idx="271">
                  <c:v>-15.930160144058958</c:v>
                </c:pt>
                <c:pt idx="272">
                  <c:v>-14.461854124132453</c:v>
                </c:pt>
                <c:pt idx="273">
                  <c:v>-15.037669559339299</c:v>
                </c:pt>
                <c:pt idx="274">
                  <c:v>-16.114414813633203</c:v>
                </c:pt>
                <c:pt idx="275">
                  <c:v>-17.621523731528292</c:v>
                </c:pt>
                <c:pt idx="276">
                  <c:v>-18.017615239711031</c:v>
                </c:pt>
                <c:pt idx="277">
                  <c:v>-17.950635193196391</c:v>
                </c:pt>
                <c:pt idx="278">
                  <c:v>-12.423226095131932</c:v>
                </c:pt>
                <c:pt idx="279">
                  <c:v>-18.381402040097385</c:v>
                </c:pt>
                <c:pt idx="280">
                  <c:v>-14.974129570315043</c:v>
                </c:pt>
                <c:pt idx="281">
                  <c:v>-15.394842629375425</c:v>
                </c:pt>
                <c:pt idx="282">
                  <c:v>-16.309301090397177</c:v>
                </c:pt>
                <c:pt idx="283">
                  <c:v>-15.411179072126547</c:v>
                </c:pt>
                <c:pt idx="284">
                  <c:v>-15.007405398128851</c:v>
                </c:pt>
                <c:pt idx="285">
                  <c:v>-14.441823321959825</c:v>
                </c:pt>
                <c:pt idx="286">
                  <c:v>-14.311495333153593</c:v>
                </c:pt>
                <c:pt idx="287">
                  <c:v>-15.89145383472041</c:v>
                </c:pt>
                <c:pt idx="288">
                  <c:v>-16.267767960817697</c:v>
                </c:pt>
                <c:pt idx="289">
                  <c:v>-16.935649164489256</c:v>
                </c:pt>
                <c:pt idx="290">
                  <c:v>-18.095046466383842</c:v>
                </c:pt>
                <c:pt idx="291">
                  <c:v>-18.264368792650863</c:v>
                </c:pt>
                <c:pt idx="292">
                  <c:v>-17.519732106010927</c:v>
                </c:pt>
                <c:pt idx="293">
                  <c:v>-17.415461040230809</c:v>
                </c:pt>
                <c:pt idx="294">
                  <c:v>-16.239762512991163</c:v>
                </c:pt>
                <c:pt idx="295">
                  <c:v>-16.779580237489178</c:v>
                </c:pt>
                <c:pt idx="296">
                  <c:v>-20.294914972403618</c:v>
                </c:pt>
                <c:pt idx="297">
                  <c:v>-16.407913180798797</c:v>
                </c:pt>
                <c:pt idx="298">
                  <c:v>-17.164056405647059</c:v>
                </c:pt>
                <c:pt idx="299">
                  <c:v>-16.828375628066709</c:v>
                </c:pt>
                <c:pt idx="300">
                  <c:v>-16.657841870059787</c:v>
                </c:pt>
                <c:pt idx="301">
                  <c:v>-17.981503043817746</c:v>
                </c:pt>
                <c:pt idx="302">
                  <c:v>-18.02416798271566</c:v>
                </c:pt>
                <c:pt idx="303">
                  <c:v>-18.08898875505405</c:v>
                </c:pt>
                <c:pt idx="304">
                  <c:v>-19.074301255609299</c:v>
                </c:pt>
                <c:pt idx="305">
                  <c:v>-19.004522960997349</c:v>
                </c:pt>
                <c:pt idx="306">
                  <c:v>-19.590507203070487</c:v>
                </c:pt>
                <c:pt idx="307">
                  <c:v>-20.18460116924663</c:v>
                </c:pt>
                <c:pt idx="308">
                  <c:v>-16.709563580046854</c:v>
                </c:pt>
                <c:pt idx="309">
                  <c:v>-15.375812104009443</c:v>
                </c:pt>
                <c:pt idx="310">
                  <c:v>-13.07218364278649</c:v>
                </c:pt>
                <c:pt idx="311">
                  <c:v>-16.206936766268903</c:v>
                </c:pt>
                <c:pt idx="312">
                  <c:v>-17.352002586636534</c:v>
                </c:pt>
                <c:pt idx="313">
                  <c:v>-16.826449272002922</c:v>
                </c:pt>
                <c:pt idx="314">
                  <c:v>-16.929057328952609</c:v>
                </c:pt>
                <c:pt idx="315">
                  <c:v>-17.961710634568341</c:v>
                </c:pt>
                <c:pt idx="316">
                  <c:v>-13.949249344560092</c:v>
                </c:pt>
                <c:pt idx="317">
                  <c:v>-17.415880335192625</c:v>
                </c:pt>
                <c:pt idx="318">
                  <c:v>-17.43393764078774</c:v>
                </c:pt>
                <c:pt idx="319">
                  <c:v>-20.024231216841343</c:v>
                </c:pt>
                <c:pt idx="320">
                  <c:v>-18.127628141572593</c:v>
                </c:pt>
                <c:pt idx="321">
                  <c:v>-17.171189912957171</c:v>
                </c:pt>
                <c:pt idx="322">
                  <c:v>-16.262633476044229</c:v>
                </c:pt>
                <c:pt idx="323">
                  <c:v>-18.585104996790598</c:v>
                </c:pt>
                <c:pt idx="324">
                  <c:v>-18.516072419644431</c:v>
                </c:pt>
                <c:pt idx="325">
                  <c:v>-15.429661682837557</c:v>
                </c:pt>
                <c:pt idx="326">
                  <c:v>-14.504982078922984</c:v>
                </c:pt>
                <c:pt idx="327">
                  <c:v>-12.544216830503762</c:v>
                </c:pt>
                <c:pt idx="328">
                  <c:v>-11.55761051936909</c:v>
                </c:pt>
                <c:pt idx="329">
                  <c:v>-12.738257597643827</c:v>
                </c:pt>
                <c:pt idx="330">
                  <c:v>-11.398831085187449</c:v>
                </c:pt>
                <c:pt idx="331">
                  <c:v>-11.00936382812192</c:v>
                </c:pt>
                <c:pt idx="332">
                  <c:v>-12.065964209860665</c:v>
                </c:pt>
                <c:pt idx="333">
                  <c:v>-10.499336424716715</c:v>
                </c:pt>
                <c:pt idx="334">
                  <c:v>-10.611751452261286</c:v>
                </c:pt>
                <c:pt idx="335">
                  <c:v>-8.5579843366153288</c:v>
                </c:pt>
                <c:pt idx="336">
                  <c:v>-10.296408674220789</c:v>
                </c:pt>
                <c:pt idx="337">
                  <c:v>-11.634303554842743</c:v>
                </c:pt>
                <c:pt idx="338">
                  <c:v>-12.179664752468039</c:v>
                </c:pt>
                <c:pt idx="339">
                  <c:v>-11.358745561104588</c:v>
                </c:pt>
                <c:pt idx="340">
                  <c:v>-10.336686659149796</c:v>
                </c:pt>
                <c:pt idx="341">
                  <c:v>-11.114117015381037</c:v>
                </c:pt>
                <c:pt idx="342">
                  <c:v>-11.4458279305194</c:v>
                </c:pt>
                <c:pt idx="343">
                  <c:v>-11.375690441580865</c:v>
                </c:pt>
                <c:pt idx="344">
                  <c:v>-12.150343603870468</c:v>
                </c:pt>
                <c:pt idx="345">
                  <c:v>-13.192506878655651</c:v>
                </c:pt>
                <c:pt idx="346">
                  <c:v>-10.205250973029415</c:v>
                </c:pt>
                <c:pt idx="347">
                  <c:v>-9.2416574529459847</c:v>
                </c:pt>
                <c:pt idx="348">
                  <c:v>-8.8675396979664072</c:v>
                </c:pt>
                <c:pt idx="349">
                  <c:v>-7.7603170055254829</c:v>
                </c:pt>
                <c:pt idx="350">
                  <c:v>-7.1581733910516085</c:v>
                </c:pt>
                <c:pt idx="351">
                  <c:v>-7.2016005880873912</c:v>
                </c:pt>
                <c:pt idx="352">
                  <c:v>-5.8124043056906984</c:v>
                </c:pt>
                <c:pt idx="353">
                  <c:v>-8.9982790341916559</c:v>
                </c:pt>
                <c:pt idx="354">
                  <c:v>-9.1512930347134827</c:v>
                </c:pt>
                <c:pt idx="355">
                  <c:v>-9.5868103468978259</c:v>
                </c:pt>
                <c:pt idx="356">
                  <c:v>-9.7319035211146669</c:v>
                </c:pt>
                <c:pt idx="357">
                  <c:v>-7.7319016339262205</c:v>
                </c:pt>
                <c:pt idx="358">
                  <c:v>-7.8239282403625232</c:v>
                </c:pt>
                <c:pt idx="359">
                  <c:v>-4.426653197574403</c:v>
                </c:pt>
                <c:pt idx="360">
                  <c:v>-7.5879731398806101</c:v>
                </c:pt>
                <c:pt idx="361">
                  <c:v>-8.501854069163354</c:v>
                </c:pt>
                <c:pt idx="362">
                  <c:v>-7.3314368522947575</c:v>
                </c:pt>
                <c:pt idx="363">
                  <c:v>-9.0492307851291827</c:v>
                </c:pt>
                <c:pt idx="364">
                  <c:v>-5.808891907287979</c:v>
                </c:pt>
                <c:pt idx="365">
                  <c:v>-8.9726167904637428</c:v>
                </c:pt>
                <c:pt idx="366">
                  <c:v>-7.4926648709318293</c:v>
                </c:pt>
                <c:pt idx="367">
                  <c:v>-10.645564610430835</c:v>
                </c:pt>
                <c:pt idx="368">
                  <c:v>-8.0577842522684762</c:v>
                </c:pt>
                <c:pt idx="369">
                  <c:v>-9.1263348780747329</c:v>
                </c:pt>
                <c:pt idx="370">
                  <c:v>-12.074232548421303</c:v>
                </c:pt>
                <c:pt idx="371">
                  <c:v>-7.3496130414877179</c:v>
                </c:pt>
                <c:pt idx="372">
                  <c:v>-10.483053961221547</c:v>
                </c:pt>
                <c:pt idx="373">
                  <c:v>-8.056334920290162</c:v>
                </c:pt>
                <c:pt idx="374">
                  <c:v>-7.0112847945960546</c:v>
                </c:pt>
                <c:pt idx="375">
                  <c:v>-6.2804259865788445</c:v>
                </c:pt>
                <c:pt idx="376">
                  <c:v>-6.0041582875805481</c:v>
                </c:pt>
                <c:pt idx="377">
                  <c:v>-9.7538892886647659</c:v>
                </c:pt>
                <c:pt idx="378">
                  <c:v>-9.430377207996127</c:v>
                </c:pt>
                <c:pt idx="379">
                  <c:v>-11.11084730359979</c:v>
                </c:pt>
                <c:pt idx="380">
                  <c:v>-10.908292915080718</c:v>
                </c:pt>
                <c:pt idx="381">
                  <c:v>-12.291802341406274</c:v>
                </c:pt>
                <c:pt idx="382">
                  <c:v>-12.537069429851563</c:v>
                </c:pt>
                <c:pt idx="383">
                  <c:v>-14.362041711610019</c:v>
                </c:pt>
                <c:pt idx="384">
                  <c:v>-16.369704212296803</c:v>
                </c:pt>
                <c:pt idx="385">
                  <c:v>-15.088248061907663</c:v>
                </c:pt>
                <c:pt idx="386">
                  <c:v>-16.853376296624923</c:v>
                </c:pt>
                <c:pt idx="387">
                  <c:v>-17.136108959501392</c:v>
                </c:pt>
                <c:pt idx="388">
                  <c:v>-14.863434266034847</c:v>
                </c:pt>
                <c:pt idx="389">
                  <c:v>-15.973429005680742</c:v>
                </c:pt>
                <c:pt idx="390">
                  <c:v>-14.618853850061285</c:v>
                </c:pt>
                <c:pt idx="391">
                  <c:v>-15.946264281432065</c:v>
                </c:pt>
                <c:pt idx="392">
                  <c:v>-13.608927234366501</c:v>
                </c:pt>
                <c:pt idx="393">
                  <c:v>-11.165181965143741</c:v>
                </c:pt>
                <c:pt idx="394">
                  <c:v>-10.434770234642478</c:v>
                </c:pt>
                <c:pt idx="395">
                  <c:v>-10.670728522126872</c:v>
                </c:pt>
                <c:pt idx="396">
                  <c:v>-15.104005069990517</c:v>
                </c:pt>
                <c:pt idx="397">
                  <c:v>-16.459726524568637</c:v>
                </c:pt>
                <c:pt idx="398">
                  <c:v>-16.767943181116927</c:v>
                </c:pt>
                <c:pt idx="399">
                  <c:v>-16.494224766283807</c:v>
                </c:pt>
                <c:pt idx="400">
                  <c:v>-14.339121099886736</c:v>
                </c:pt>
                <c:pt idx="401">
                  <c:v>-14.269436135880618</c:v>
                </c:pt>
                <c:pt idx="402">
                  <c:v>-14.457707824099522</c:v>
                </c:pt>
                <c:pt idx="403">
                  <c:v>-12.673844665002168</c:v>
                </c:pt>
                <c:pt idx="404">
                  <c:v>-13.003656964627421</c:v>
                </c:pt>
                <c:pt idx="405">
                  <c:v>-15.927588962516715</c:v>
                </c:pt>
                <c:pt idx="406">
                  <c:v>-15.077321736104434</c:v>
                </c:pt>
                <c:pt idx="407">
                  <c:v>-12.368750361094857</c:v>
                </c:pt>
                <c:pt idx="408">
                  <c:v>-11.99567946310966</c:v>
                </c:pt>
                <c:pt idx="409">
                  <c:v>-13.550351012899597</c:v>
                </c:pt>
                <c:pt idx="410">
                  <c:v>-13.712576239000434</c:v>
                </c:pt>
                <c:pt idx="411">
                  <c:v>-12.981177314792337</c:v>
                </c:pt>
                <c:pt idx="412">
                  <c:v>-12.778448873583823</c:v>
                </c:pt>
                <c:pt idx="413">
                  <c:v>-13.376932764462087</c:v>
                </c:pt>
                <c:pt idx="414">
                  <c:v>-12.668363669854564</c:v>
                </c:pt>
                <c:pt idx="415">
                  <c:v>-15.013640514694529</c:v>
                </c:pt>
                <c:pt idx="416">
                  <c:v>-13.764464820830778</c:v>
                </c:pt>
                <c:pt idx="417">
                  <c:v>-10.364179028882397</c:v>
                </c:pt>
                <c:pt idx="418">
                  <c:v>-12.990220936421252</c:v>
                </c:pt>
                <c:pt idx="419">
                  <c:v>-13.652088221799769</c:v>
                </c:pt>
                <c:pt idx="420">
                  <c:v>-15.831291125097369</c:v>
                </c:pt>
                <c:pt idx="421">
                  <c:v>-17.259999362236012</c:v>
                </c:pt>
                <c:pt idx="422">
                  <c:v>-15.833648778731487</c:v>
                </c:pt>
                <c:pt idx="423">
                  <c:v>-15.02328152125958</c:v>
                </c:pt>
                <c:pt idx="424">
                  <c:v>-15.882343221839186</c:v>
                </c:pt>
                <c:pt idx="425">
                  <c:v>-15.923461296075047</c:v>
                </c:pt>
                <c:pt idx="426">
                  <c:v>-16.21273670026104</c:v>
                </c:pt>
                <c:pt idx="427">
                  <c:v>-15.949128865153494</c:v>
                </c:pt>
                <c:pt idx="428">
                  <c:v>-15.904786634368634</c:v>
                </c:pt>
                <c:pt idx="429">
                  <c:v>-17.213033905838373</c:v>
                </c:pt>
                <c:pt idx="430">
                  <c:v>-16.731120058454025</c:v>
                </c:pt>
                <c:pt idx="431">
                  <c:v>-16.350847453818979</c:v>
                </c:pt>
                <c:pt idx="432">
                  <c:v>-16.962980661628652</c:v>
                </c:pt>
                <c:pt idx="433">
                  <c:v>-12.934976727115291</c:v>
                </c:pt>
                <c:pt idx="434">
                  <c:v>-12.725600989515961</c:v>
                </c:pt>
                <c:pt idx="435">
                  <c:v>-13.179548766513481</c:v>
                </c:pt>
                <c:pt idx="436">
                  <c:v>-15.815457125317085</c:v>
                </c:pt>
                <c:pt idx="437">
                  <c:v>-17.139491806297375</c:v>
                </c:pt>
                <c:pt idx="438">
                  <c:v>-19.175961642308813</c:v>
                </c:pt>
                <c:pt idx="439">
                  <c:v>-21.147374608831939</c:v>
                </c:pt>
                <c:pt idx="440">
                  <c:v>-21.084910604719294</c:v>
                </c:pt>
                <c:pt idx="441">
                  <c:v>-18.580830219589362</c:v>
                </c:pt>
                <c:pt idx="442">
                  <c:v>-17.881603269544922</c:v>
                </c:pt>
                <c:pt idx="443">
                  <c:v>-17.935403058577737</c:v>
                </c:pt>
                <c:pt idx="444">
                  <c:v>-17.923410262219701</c:v>
                </c:pt>
                <c:pt idx="445">
                  <c:v>-18.136907916723626</c:v>
                </c:pt>
                <c:pt idx="446">
                  <c:v>-18.086764374079618</c:v>
                </c:pt>
                <c:pt idx="447">
                  <c:v>-18.031534730329597</c:v>
                </c:pt>
                <c:pt idx="448">
                  <c:v>-17.120121544772832</c:v>
                </c:pt>
                <c:pt idx="449">
                  <c:v>-17.986666794861197</c:v>
                </c:pt>
                <c:pt idx="450">
                  <c:v>-21.416426457371077</c:v>
                </c:pt>
                <c:pt idx="451">
                  <c:v>-20.468520753002384</c:v>
                </c:pt>
                <c:pt idx="452">
                  <c:v>-17.339804732881717</c:v>
                </c:pt>
                <c:pt idx="453">
                  <c:v>-18.104683207641479</c:v>
                </c:pt>
                <c:pt idx="454">
                  <c:v>-18.251855693542979</c:v>
                </c:pt>
                <c:pt idx="455">
                  <c:v>-18.365991897817043</c:v>
                </c:pt>
                <c:pt idx="456">
                  <c:v>-17.222887358056127</c:v>
                </c:pt>
                <c:pt idx="457">
                  <c:v>-17.469789264740115</c:v>
                </c:pt>
                <c:pt idx="458">
                  <c:v>-19.383930582780977</c:v>
                </c:pt>
                <c:pt idx="459">
                  <c:v>-14.901432371623589</c:v>
                </c:pt>
                <c:pt idx="460">
                  <c:v>-15.727464772561973</c:v>
                </c:pt>
                <c:pt idx="461">
                  <c:v>-13.805115907460063</c:v>
                </c:pt>
                <c:pt idx="462">
                  <c:v>-14.677027636898465</c:v>
                </c:pt>
                <c:pt idx="463">
                  <c:v>-15.362564743396874</c:v>
                </c:pt>
                <c:pt idx="464">
                  <c:v>-17.73352672756895</c:v>
                </c:pt>
                <c:pt idx="465">
                  <c:v>-19.995804431346276</c:v>
                </c:pt>
                <c:pt idx="466">
                  <c:v>-19.443047537433884</c:v>
                </c:pt>
                <c:pt idx="467">
                  <c:v>-18.769101193248254</c:v>
                </c:pt>
                <c:pt idx="468">
                  <c:v>-15.759538803609829</c:v>
                </c:pt>
                <c:pt idx="469">
                  <c:v>-18.252046338766498</c:v>
                </c:pt>
                <c:pt idx="470">
                  <c:v>-18.59919869160349</c:v>
                </c:pt>
                <c:pt idx="471">
                  <c:v>-17.783138151969435</c:v>
                </c:pt>
                <c:pt idx="472">
                  <c:v>-14.610440875015108</c:v>
                </c:pt>
                <c:pt idx="473">
                  <c:v>-16.459415502098164</c:v>
                </c:pt>
                <c:pt idx="474">
                  <c:v>-15.154341736482827</c:v>
                </c:pt>
                <c:pt idx="475">
                  <c:v>-14.690782664041357</c:v>
                </c:pt>
                <c:pt idx="476">
                  <c:v>-14.969772212632172</c:v>
                </c:pt>
                <c:pt idx="477">
                  <c:v>-14.113258220785067</c:v>
                </c:pt>
                <c:pt idx="478">
                  <c:v>-14.283067760192118</c:v>
                </c:pt>
                <c:pt idx="479">
                  <c:v>-14.126445624912584</c:v>
                </c:pt>
                <c:pt idx="480">
                  <c:v>-14.631750748988104</c:v>
                </c:pt>
                <c:pt idx="481">
                  <c:v>-11.711682739212392</c:v>
                </c:pt>
                <c:pt idx="482">
                  <c:v>-15.748306003173347</c:v>
                </c:pt>
                <c:pt idx="483">
                  <c:v>-17.116657246303497</c:v>
                </c:pt>
                <c:pt idx="484">
                  <c:v>-17.193817417232246</c:v>
                </c:pt>
                <c:pt idx="485">
                  <c:v>-18.053449143076676</c:v>
                </c:pt>
                <c:pt idx="486">
                  <c:v>-17.759978575004482</c:v>
                </c:pt>
                <c:pt idx="487">
                  <c:v>-22.015319904762009</c:v>
                </c:pt>
                <c:pt idx="488">
                  <c:v>-21.337386728601587</c:v>
                </c:pt>
                <c:pt idx="489">
                  <c:v>-20.573923503990766</c:v>
                </c:pt>
                <c:pt idx="490">
                  <c:v>-22.447866989818962</c:v>
                </c:pt>
                <c:pt idx="491">
                  <c:v>-22.203424543987545</c:v>
                </c:pt>
                <c:pt idx="492">
                  <c:v>-23.181348495783961</c:v>
                </c:pt>
                <c:pt idx="493">
                  <c:v>-21.63575313953114</c:v>
                </c:pt>
                <c:pt idx="494">
                  <c:v>-21.695685815926435</c:v>
                </c:pt>
                <c:pt idx="495">
                  <c:v>-21.186130334523678</c:v>
                </c:pt>
                <c:pt idx="496">
                  <c:v>-20.25175474295159</c:v>
                </c:pt>
                <c:pt idx="497">
                  <c:v>-21.096065174740385</c:v>
                </c:pt>
                <c:pt idx="498">
                  <c:v>-19.237747271768505</c:v>
                </c:pt>
                <c:pt idx="499">
                  <c:v>-19.493496077020577</c:v>
                </c:pt>
                <c:pt idx="500">
                  <c:v>-20.608570058079074</c:v>
                </c:pt>
                <c:pt idx="501">
                  <c:v>-18.275469281518859</c:v>
                </c:pt>
                <c:pt idx="502">
                  <c:v>-16.243525615800916</c:v>
                </c:pt>
                <c:pt idx="503">
                  <c:v>-15.573781095623207</c:v>
                </c:pt>
                <c:pt idx="504">
                  <c:v>-15.117893110357929</c:v>
                </c:pt>
                <c:pt idx="505">
                  <c:v>-16.071610708777687</c:v>
                </c:pt>
                <c:pt idx="506">
                  <c:v>-11.505071301880058</c:v>
                </c:pt>
                <c:pt idx="507">
                  <c:v>-11.275098418219319</c:v>
                </c:pt>
                <c:pt idx="508">
                  <c:v>-12.21846783224861</c:v>
                </c:pt>
                <c:pt idx="509">
                  <c:v>-11.067785525194395</c:v>
                </c:pt>
                <c:pt idx="510">
                  <c:v>-12.545578498314619</c:v>
                </c:pt>
                <c:pt idx="511">
                  <c:v>-10.528449724098827</c:v>
                </c:pt>
                <c:pt idx="512">
                  <c:v>-10.463639321385532</c:v>
                </c:pt>
                <c:pt idx="513">
                  <c:v>-9.7564694272957446</c:v>
                </c:pt>
                <c:pt idx="514">
                  <c:v>-10.629623052192709</c:v>
                </c:pt>
                <c:pt idx="515">
                  <c:v>-9.3320259204321303</c:v>
                </c:pt>
                <c:pt idx="516">
                  <c:v>-8.91390520390582</c:v>
                </c:pt>
                <c:pt idx="517">
                  <c:v>-11.561990964602874</c:v>
                </c:pt>
                <c:pt idx="518">
                  <c:v>-10.867511340078021</c:v>
                </c:pt>
                <c:pt idx="519">
                  <c:v>-15.033492143708703</c:v>
                </c:pt>
                <c:pt idx="520">
                  <c:v>-16.099376686827821</c:v>
                </c:pt>
                <c:pt idx="521">
                  <c:v>-18.642889360973768</c:v>
                </c:pt>
                <c:pt idx="522">
                  <c:v>-17.971606720364161</c:v>
                </c:pt>
                <c:pt idx="523">
                  <c:v>-17.869286703366853</c:v>
                </c:pt>
                <c:pt idx="524">
                  <c:v>-17.698012583080263</c:v>
                </c:pt>
                <c:pt idx="525">
                  <c:v>-16.923820988579504</c:v>
                </c:pt>
                <c:pt idx="526">
                  <c:v>-16.683402415700503</c:v>
                </c:pt>
                <c:pt idx="527">
                  <c:v>-16.927394145201802</c:v>
                </c:pt>
                <c:pt idx="528">
                  <c:v>-17.047208348994811</c:v>
                </c:pt>
                <c:pt idx="529">
                  <c:v>-17.331446340939035</c:v>
                </c:pt>
                <c:pt idx="530">
                  <c:v>-16.451420697906421</c:v>
                </c:pt>
                <c:pt idx="531">
                  <c:v>-15.388563432637177</c:v>
                </c:pt>
                <c:pt idx="532">
                  <c:v>-16.724750348346035</c:v>
                </c:pt>
                <c:pt idx="533">
                  <c:v>-15.901577938609741</c:v>
                </c:pt>
                <c:pt idx="534">
                  <c:v>-13.937769655245667</c:v>
                </c:pt>
                <c:pt idx="535">
                  <c:v>-16.441588025081526</c:v>
                </c:pt>
                <c:pt idx="536">
                  <c:v>-14.050498048062003</c:v>
                </c:pt>
                <c:pt idx="537">
                  <c:v>-15.419310991474042</c:v>
                </c:pt>
                <c:pt idx="538">
                  <c:v>-17.911050369330408</c:v>
                </c:pt>
                <c:pt idx="539">
                  <c:v>-20.072637324462683</c:v>
                </c:pt>
                <c:pt idx="540">
                  <c:v>-19.548088595727886</c:v>
                </c:pt>
                <c:pt idx="541">
                  <c:v>-18.128736191715792</c:v>
                </c:pt>
                <c:pt idx="542">
                  <c:v>-17.415352931939502</c:v>
                </c:pt>
                <c:pt idx="543">
                  <c:v>-17.725675306965737</c:v>
                </c:pt>
                <c:pt idx="544">
                  <c:v>-16.958032403896425</c:v>
                </c:pt>
                <c:pt idx="545">
                  <c:v>-17.179736803327131</c:v>
                </c:pt>
                <c:pt idx="546">
                  <c:v>-17.665258383975075</c:v>
                </c:pt>
                <c:pt idx="547">
                  <c:v>-18.802092558426011</c:v>
                </c:pt>
                <c:pt idx="548">
                  <c:v>-19.131928203244446</c:v>
                </c:pt>
                <c:pt idx="549">
                  <c:v>-17.694887042021143</c:v>
                </c:pt>
                <c:pt idx="550">
                  <c:v>-18.874183775498334</c:v>
                </c:pt>
                <c:pt idx="551">
                  <c:v>-19.073918263176424</c:v>
                </c:pt>
                <c:pt idx="552">
                  <c:v>-17.266923195707985</c:v>
                </c:pt>
                <c:pt idx="553">
                  <c:v>-18.087116306582576</c:v>
                </c:pt>
                <c:pt idx="554">
                  <c:v>-16.290639079730919</c:v>
                </c:pt>
                <c:pt idx="555">
                  <c:v>-15.206755268408788</c:v>
                </c:pt>
                <c:pt idx="556">
                  <c:v>-15.716538617265591</c:v>
                </c:pt>
                <c:pt idx="557">
                  <c:v>-16.407844696127871</c:v>
                </c:pt>
                <c:pt idx="558">
                  <c:v>-13.048431265692848</c:v>
                </c:pt>
                <c:pt idx="559">
                  <c:v>-15.397489355648091</c:v>
                </c:pt>
                <c:pt idx="560">
                  <c:v>-16.448857770842281</c:v>
                </c:pt>
                <c:pt idx="561">
                  <c:v>-16.056130468331418</c:v>
                </c:pt>
                <c:pt idx="562">
                  <c:v>-14.270804318237705</c:v>
                </c:pt>
                <c:pt idx="563">
                  <c:v>-14.46763773819761</c:v>
                </c:pt>
                <c:pt idx="564">
                  <c:v>-12.080649412702819</c:v>
                </c:pt>
                <c:pt idx="565">
                  <c:v>-14.939042930234017</c:v>
                </c:pt>
                <c:pt idx="566">
                  <c:v>-12.910424740599922</c:v>
                </c:pt>
                <c:pt idx="567">
                  <c:v>-11.242329131884006</c:v>
                </c:pt>
                <c:pt idx="568">
                  <c:v>-13.987455850334609</c:v>
                </c:pt>
                <c:pt idx="569">
                  <c:v>-11.056645363012102</c:v>
                </c:pt>
                <c:pt idx="570">
                  <c:v>-14.195098433761544</c:v>
                </c:pt>
                <c:pt idx="571">
                  <c:v>-12.817458622799595</c:v>
                </c:pt>
                <c:pt idx="572">
                  <c:v>-13.788062973462718</c:v>
                </c:pt>
                <c:pt idx="573">
                  <c:v>-10.35976813528179</c:v>
                </c:pt>
                <c:pt idx="574">
                  <c:v>-11.464496590368199</c:v>
                </c:pt>
                <c:pt idx="575">
                  <c:v>-10.646353404303699</c:v>
                </c:pt>
                <c:pt idx="576">
                  <c:v>-10.841918853388503</c:v>
                </c:pt>
                <c:pt idx="577">
                  <c:v>-9.7620944035138777</c:v>
                </c:pt>
                <c:pt idx="578">
                  <c:v>-9.7568115128899713</c:v>
                </c:pt>
                <c:pt idx="579">
                  <c:v>-6.1505059882110302</c:v>
                </c:pt>
                <c:pt idx="580">
                  <c:v>-8.5981305456690791</c:v>
                </c:pt>
                <c:pt idx="581">
                  <c:v>-9.5538012675780379</c:v>
                </c:pt>
                <c:pt idx="582">
                  <c:v>-9.7998552380762902</c:v>
                </c:pt>
                <c:pt idx="583">
                  <c:v>-11.466979052730416</c:v>
                </c:pt>
                <c:pt idx="584">
                  <c:v>-10.449550437985593</c:v>
                </c:pt>
                <c:pt idx="585">
                  <c:v>-10.414934809747965</c:v>
                </c:pt>
                <c:pt idx="586">
                  <c:v>-9.9390979395752908</c:v>
                </c:pt>
                <c:pt idx="587">
                  <c:v>-10.743080929529444</c:v>
                </c:pt>
                <c:pt idx="588">
                  <c:v>-8.7004403768704961</c:v>
                </c:pt>
                <c:pt idx="589">
                  <c:v>-10.339061211647032</c:v>
                </c:pt>
                <c:pt idx="590">
                  <c:v>-7.6071009051279432</c:v>
                </c:pt>
                <c:pt idx="591">
                  <c:v>-3.045305209680464</c:v>
                </c:pt>
                <c:pt idx="592">
                  <c:v>-2.6361531083237537</c:v>
                </c:pt>
                <c:pt idx="593">
                  <c:v>-13.853518546780858</c:v>
                </c:pt>
                <c:pt idx="594">
                  <c:v>-10.410223815910388</c:v>
                </c:pt>
                <c:pt idx="595">
                  <c:v>-12.082254136052761</c:v>
                </c:pt>
                <c:pt idx="596">
                  <c:v>-9.0031677957634813</c:v>
                </c:pt>
                <c:pt idx="597">
                  <c:v>-11.981642735163661</c:v>
                </c:pt>
                <c:pt idx="598">
                  <c:v>-6.713469530598914</c:v>
                </c:pt>
                <c:pt idx="599">
                  <c:v>-13.930335947584467</c:v>
                </c:pt>
                <c:pt idx="600">
                  <c:v>-11.412837548529339</c:v>
                </c:pt>
                <c:pt idx="601">
                  <c:v>-15.819730077968508</c:v>
                </c:pt>
                <c:pt idx="602">
                  <c:v>-12.108117072849542</c:v>
                </c:pt>
                <c:pt idx="603">
                  <c:v>-14.312668914828983</c:v>
                </c:pt>
                <c:pt idx="604">
                  <c:v>-15.070180891291315</c:v>
                </c:pt>
                <c:pt idx="605">
                  <c:v>-15.058662747904037</c:v>
                </c:pt>
                <c:pt idx="606">
                  <c:v>-11.301250974269053</c:v>
                </c:pt>
                <c:pt idx="607">
                  <c:v>-15.773780791419469</c:v>
                </c:pt>
                <c:pt idx="608">
                  <c:v>-9.1920316674063898</c:v>
                </c:pt>
                <c:pt idx="609">
                  <c:v>-14.305845262041686</c:v>
                </c:pt>
                <c:pt idx="610">
                  <c:v>-12.664719674262468</c:v>
                </c:pt>
                <c:pt idx="611">
                  <c:v>-11.57393614901159</c:v>
                </c:pt>
                <c:pt idx="612">
                  <c:v>-12.428490560522455</c:v>
                </c:pt>
                <c:pt idx="613">
                  <c:v>-9.2721147181756365</c:v>
                </c:pt>
                <c:pt idx="614">
                  <c:v>-14.298777135166571</c:v>
                </c:pt>
                <c:pt idx="615">
                  <c:v>-14.282670917037454</c:v>
                </c:pt>
                <c:pt idx="616">
                  <c:v>-13.395908252960901</c:v>
                </c:pt>
                <c:pt idx="617">
                  <c:v>-11.870679486624436</c:v>
                </c:pt>
                <c:pt idx="618">
                  <c:v>-14.856418682575676</c:v>
                </c:pt>
                <c:pt idx="619">
                  <c:v>-16.112729793231097</c:v>
                </c:pt>
                <c:pt idx="620">
                  <c:v>-15.626524271929961</c:v>
                </c:pt>
                <c:pt idx="621">
                  <c:v>-14.635984109443807</c:v>
                </c:pt>
                <c:pt idx="622">
                  <c:v>-12.455633297877103</c:v>
                </c:pt>
                <c:pt idx="623">
                  <c:v>-14.863159755270523</c:v>
                </c:pt>
                <c:pt idx="624">
                  <c:v>-14.505172168958318</c:v>
                </c:pt>
                <c:pt idx="625">
                  <c:v>-15.153291451863634</c:v>
                </c:pt>
                <c:pt idx="626">
                  <c:v>-13.152489445355428</c:v>
                </c:pt>
                <c:pt idx="627">
                  <c:v>-12.138303306366236</c:v>
                </c:pt>
                <c:pt idx="628">
                  <c:v>-11.767561703371996</c:v>
                </c:pt>
                <c:pt idx="629">
                  <c:v>-14.28002861105983</c:v>
                </c:pt>
                <c:pt idx="630">
                  <c:v>-15.363229318988649</c:v>
                </c:pt>
                <c:pt idx="631">
                  <c:v>-17.301551079789419</c:v>
                </c:pt>
                <c:pt idx="632">
                  <c:v>-13.215340904705588</c:v>
                </c:pt>
                <c:pt idx="633">
                  <c:v>-13.543182324577234</c:v>
                </c:pt>
                <c:pt idx="634">
                  <c:v>-14.641639074885068</c:v>
                </c:pt>
                <c:pt idx="635">
                  <c:v>-9.6938152272297948</c:v>
                </c:pt>
                <c:pt idx="636">
                  <c:v>-11.680712068273092</c:v>
                </c:pt>
                <c:pt idx="637">
                  <c:v>-12.456979435678155</c:v>
                </c:pt>
                <c:pt idx="638">
                  <c:v>-15.40614324882816</c:v>
                </c:pt>
                <c:pt idx="639">
                  <c:v>-15.255865673607095</c:v>
                </c:pt>
                <c:pt idx="640">
                  <c:v>-14.292771246057047</c:v>
                </c:pt>
                <c:pt idx="641">
                  <c:v>-14.494463520004713</c:v>
                </c:pt>
                <c:pt idx="642">
                  <c:v>-15.649857451631492</c:v>
                </c:pt>
                <c:pt idx="643">
                  <c:v>-17.529228394005749</c:v>
                </c:pt>
                <c:pt idx="644">
                  <c:v>-18.680183181170754</c:v>
                </c:pt>
                <c:pt idx="645">
                  <c:v>-16.312321906003344</c:v>
                </c:pt>
                <c:pt idx="646">
                  <c:v>-16.093896865925448</c:v>
                </c:pt>
                <c:pt idx="647">
                  <c:v>-16.46100029476689</c:v>
                </c:pt>
                <c:pt idx="648">
                  <c:v>-16.341057624989581</c:v>
                </c:pt>
                <c:pt idx="649">
                  <c:v>-13.258608710450147</c:v>
                </c:pt>
                <c:pt idx="650">
                  <c:v>-14.449613258198042</c:v>
                </c:pt>
                <c:pt idx="651">
                  <c:v>-15.840752252398975</c:v>
                </c:pt>
                <c:pt idx="652">
                  <c:v>-15.303160967440165</c:v>
                </c:pt>
                <c:pt idx="653">
                  <c:v>-15.149248850162284</c:v>
                </c:pt>
                <c:pt idx="654">
                  <c:v>-14.973813989313639</c:v>
                </c:pt>
                <c:pt idx="655">
                  <c:v>-13.817705096659234</c:v>
                </c:pt>
                <c:pt idx="656">
                  <c:v>-11.190659602384903</c:v>
                </c:pt>
                <c:pt idx="657">
                  <c:v>-15.023781805280237</c:v>
                </c:pt>
                <c:pt idx="658">
                  <c:v>-16.437210480248503</c:v>
                </c:pt>
                <c:pt idx="659">
                  <c:v>-18.115579878284841</c:v>
                </c:pt>
                <c:pt idx="660">
                  <c:v>-13.066020965347276</c:v>
                </c:pt>
                <c:pt idx="661">
                  <c:v>-14.615925888813338</c:v>
                </c:pt>
                <c:pt idx="662">
                  <c:v>-14.213505715874353</c:v>
                </c:pt>
                <c:pt idx="663">
                  <c:v>-15.526361964164554</c:v>
                </c:pt>
                <c:pt idx="664">
                  <c:v>-12.448818499264975</c:v>
                </c:pt>
                <c:pt idx="665">
                  <c:v>-17.572695409377431</c:v>
                </c:pt>
                <c:pt idx="666">
                  <c:v>-15.507494067576111</c:v>
                </c:pt>
                <c:pt idx="667">
                  <c:v>-14.019547315434023</c:v>
                </c:pt>
                <c:pt idx="668">
                  <c:v>-12.400961942979862</c:v>
                </c:pt>
                <c:pt idx="669">
                  <c:v>-17.414877203531098</c:v>
                </c:pt>
                <c:pt idx="670">
                  <c:v>-15.508445009149684</c:v>
                </c:pt>
                <c:pt idx="671">
                  <c:v>-15.516432675664884</c:v>
                </c:pt>
                <c:pt idx="672">
                  <c:v>-15.630575577280077</c:v>
                </c:pt>
                <c:pt idx="673">
                  <c:v>-13.681589944001189</c:v>
                </c:pt>
                <c:pt idx="674">
                  <c:v>-14.765140261619997</c:v>
                </c:pt>
                <c:pt idx="675">
                  <c:v>-13.009910947634038</c:v>
                </c:pt>
                <c:pt idx="676">
                  <c:v>-13.776054435201925</c:v>
                </c:pt>
                <c:pt idx="677">
                  <c:v>-13.676123264285811</c:v>
                </c:pt>
                <c:pt idx="678">
                  <c:v>-13.906516161324742</c:v>
                </c:pt>
                <c:pt idx="679">
                  <c:v>-17.088294464474224</c:v>
                </c:pt>
                <c:pt idx="680">
                  <c:v>-18.049500598023464</c:v>
                </c:pt>
                <c:pt idx="681">
                  <c:v>-15.9547858942995</c:v>
                </c:pt>
                <c:pt idx="682">
                  <c:v>-16.703671392265413</c:v>
                </c:pt>
                <c:pt idx="683">
                  <c:v>-17.250642066276065</c:v>
                </c:pt>
                <c:pt idx="684">
                  <c:v>-15.706610860942543</c:v>
                </c:pt>
                <c:pt idx="685">
                  <c:v>-15.784037956764118</c:v>
                </c:pt>
                <c:pt idx="686">
                  <c:v>-17.514790533301159</c:v>
                </c:pt>
                <c:pt idx="687">
                  <c:v>-22.130132404574791</c:v>
                </c:pt>
                <c:pt idx="688">
                  <c:v>-19.413285904866594</c:v>
                </c:pt>
                <c:pt idx="689">
                  <c:v>-17.179736224103287</c:v>
                </c:pt>
                <c:pt idx="690">
                  <c:v>-20.512376716784754</c:v>
                </c:pt>
                <c:pt idx="691">
                  <c:v>-17.704064522440156</c:v>
                </c:pt>
                <c:pt idx="692">
                  <c:v>-18.510609789194206</c:v>
                </c:pt>
                <c:pt idx="693">
                  <c:v>-20.94735264351641</c:v>
                </c:pt>
                <c:pt idx="694">
                  <c:v>-16.425952741698381</c:v>
                </c:pt>
                <c:pt idx="695">
                  <c:v>-18.971200819316152</c:v>
                </c:pt>
                <c:pt idx="696">
                  <c:v>-17.754411549552302</c:v>
                </c:pt>
                <c:pt idx="697">
                  <c:v>-17.478073738996112</c:v>
                </c:pt>
                <c:pt idx="698">
                  <c:v>-21.055012522505709</c:v>
                </c:pt>
                <c:pt idx="699">
                  <c:v>-17.409119998903542</c:v>
                </c:pt>
                <c:pt idx="700">
                  <c:v>-15.350827332861638</c:v>
                </c:pt>
                <c:pt idx="701">
                  <c:v>-14.918659814224617</c:v>
                </c:pt>
                <c:pt idx="702">
                  <c:v>-15.57046310568073</c:v>
                </c:pt>
                <c:pt idx="703">
                  <c:v>-14.54432766846063</c:v>
                </c:pt>
                <c:pt idx="704">
                  <c:v>-14.890156517395445</c:v>
                </c:pt>
                <c:pt idx="705">
                  <c:v>-12.341576541152676</c:v>
                </c:pt>
                <c:pt idx="706">
                  <c:v>-15.455464618462283</c:v>
                </c:pt>
                <c:pt idx="707">
                  <c:v>-17.374111140552635</c:v>
                </c:pt>
                <c:pt idx="708">
                  <c:v>-17.395251113008158</c:v>
                </c:pt>
                <c:pt idx="709">
                  <c:v>-17.701938090658611</c:v>
                </c:pt>
                <c:pt idx="710">
                  <c:v>-17.507441182145271</c:v>
                </c:pt>
                <c:pt idx="711">
                  <c:v>-16.230518186583843</c:v>
                </c:pt>
                <c:pt idx="712">
                  <c:v>-15.620645281884775</c:v>
                </c:pt>
                <c:pt idx="713">
                  <c:v>-15.061957238865061</c:v>
                </c:pt>
                <c:pt idx="714">
                  <c:v>-15.304386766432923</c:v>
                </c:pt>
                <c:pt idx="715">
                  <c:v>-15.107175295010297</c:v>
                </c:pt>
                <c:pt idx="716">
                  <c:v>-13.725484335362834</c:v>
                </c:pt>
                <c:pt idx="717">
                  <c:v>-13.739257791376952</c:v>
                </c:pt>
                <c:pt idx="718">
                  <c:v>-14.295874832194691</c:v>
                </c:pt>
                <c:pt idx="719">
                  <c:v>-14.902329854235736</c:v>
                </c:pt>
                <c:pt idx="720">
                  <c:v>-15.327870657379368</c:v>
                </c:pt>
                <c:pt idx="721">
                  <c:v>-16.119027477393097</c:v>
                </c:pt>
                <c:pt idx="722">
                  <c:v>-15.943598607116822</c:v>
                </c:pt>
                <c:pt idx="723">
                  <c:v>-17.284090606752244</c:v>
                </c:pt>
                <c:pt idx="724">
                  <c:v>-14.913606215568526</c:v>
                </c:pt>
                <c:pt idx="725">
                  <c:v>-15.924689766474135</c:v>
                </c:pt>
                <c:pt idx="726">
                  <c:v>-16.899291487052636</c:v>
                </c:pt>
                <c:pt idx="727">
                  <c:v>-15.641156661591777</c:v>
                </c:pt>
                <c:pt idx="728">
                  <c:v>-16.172585414461338</c:v>
                </c:pt>
                <c:pt idx="729">
                  <c:v>-15.301904829401122</c:v>
                </c:pt>
                <c:pt idx="730">
                  <c:v>-16.010894555415419</c:v>
                </c:pt>
                <c:pt idx="731">
                  <c:v>-13.854993002663603</c:v>
                </c:pt>
                <c:pt idx="732">
                  <c:v>-13.401020635257296</c:v>
                </c:pt>
                <c:pt idx="733">
                  <c:v>-13.797741051763577</c:v>
                </c:pt>
                <c:pt idx="734">
                  <c:v>-15.960215101471942</c:v>
                </c:pt>
                <c:pt idx="735">
                  <c:v>-18.811475010375016</c:v>
                </c:pt>
                <c:pt idx="736">
                  <c:v>-20.243044449957686</c:v>
                </c:pt>
                <c:pt idx="737">
                  <c:v>-16.33743990508966</c:v>
                </c:pt>
                <c:pt idx="738">
                  <c:v>-17.552024779372843</c:v>
                </c:pt>
                <c:pt idx="739">
                  <c:v>-16.71796344074999</c:v>
                </c:pt>
                <c:pt idx="740">
                  <c:v>-15.841949355955816</c:v>
                </c:pt>
                <c:pt idx="741">
                  <c:v>-16.418935528411524</c:v>
                </c:pt>
                <c:pt idx="742">
                  <c:v>-13.948459123648659</c:v>
                </c:pt>
                <c:pt idx="743">
                  <c:v>-13.685400525465639</c:v>
                </c:pt>
                <c:pt idx="744">
                  <c:v>-15.413242161910373</c:v>
                </c:pt>
                <c:pt idx="745">
                  <c:v>-14.133319403425887</c:v>
                </c:pt>
                <c:pt idx="746">
                  <c:v>-17.515351106531362</c:v>
                </c:pt>
                <c:pt idx="747">
                  <c:v>-11.546603980330636</c:v>
                </c:pt>
                <c:pt idx="748">
                  <c:v>-11.871518802919221</c:v>
                </c:pt>
                <c:pt idx="749">
                  <c:v>-12.063591097258325</c:v>
                </c:pt>
                <c:pt idx="750">
                  <c:v>-12.597417106958547</c:v>
                </c:pt>
                <c:pt idx="751">
                  <c:v>-15.944408182574611</c:v>
                </c:pt>
                <c:pt idx="752">
                  <c:v>-12.223177472232143</c:v>
                </c:pt>
                <c:pt idx="753">
                  <c:v>-12.06323819630086</c:v>
                </c:pt>
                <c:pt idx="754">
                  <c:v>-10.73120503666253</c:v>
                </c:pt>
                <c:pt idx="755">
                  <c:v>-11.911748071102098</c:v>
                </c:pt>
                <c:pt idx="756">
                  <c:v>-10.614731628792789</c:v>
                </c:pt>
                <c:pt idx="757">
                  <c:v>-7.413126099837001</c:v>
                </c:pt>
                <c:pt idx="758">
                  <c:v>-12.174757131807375</c:v>
                </c:pt>
                <c:pt idx="759">
                  <c:v>-8.7661271129179212</c:v>
                </c:pt>
                <c:pt idx="760">
                  <c:v>-10.026655028884015</c:v>
                </c:pt>
                <c:pt idx="761">
                  <c:v>-10.540894766888279</c:v>
                </c:pt>
                <c:pt idx="762">
                  <c:v>-12.081774625280774</c:v>
                </c:pt>
                <c:pt idx="763">
                  <c:v>-11.266281361172398</c:v>
                </c:pt>
                <c:pt idx="764">
                  <c:v>-12.117262554891804</c:v>
                </c:pt>
                <c:pt idx="765">
                  <c:v>-7.8016130505455159</c:v>
                </c:pt>
                <c:pt idx="766">
                  <c:v>-11.04496847833143</c:v>
                </c:pt>
                <c:pt idx="767">
                  <c:v>-9.1345686617441899</c:v>
                </c:pt>
                <c:pt idx="768">
                  <c:v>-7.5927232870076509</c:v>
                </c:pt>
                <c:pt idx="769">
                  <c:v>-7.5238586303820441</c:v>
                </c:pt>
                <c:pt idx="770">
                  <c:v>-7.5165534882015308</c:v>
                </c:pt>
                <c:pt idx="771">
                  <c:v>-4.5486687410593269</c:v>
                </c:pt>
                <c:pt idx="772">
                  <c:v>-7.4082112594416287</c:v>
                </c:pt>
                <c:pt idx="773">
                  <c:v>-7.5715601908256396</c:v>
                </c:pt>
                <c:pt idx="774">
                  <c:v>-6.3220486698564535</c:v>
                </c:pt>
                <c:pt idx="775">
                  <c:v>-5.4693085007441482</c:v>
                </c:pt>
                <c:pt idx="776">
                  <c:v>-6.9820966690128365</c:v>
                </c:pt>
                <c:pt idx="777">
                  <c:v>-7.5193731999879603</c:v>
                </c:pt>
                <c:pt idx="778">
                  <c:v>-8.3855580472581401</c:v>
                </c:pt>
                <c:pt idx="779">
                  <c:v>-11.37142403650663</c:v>
                </c:pt>
                <c:pt idx="780">
                  <c:v>-10.517508539962069</c:v>
                </c:pt>
                <c:pt idx="781">
                  <c:v>-9.279361975241823</c:v>
                </c:pt>
                <c:pt idx="782">
                  <c:v>-9.279361975241823</c:v>
                </c:pt>
                <c:pt idx="783">
                  <c:v>-9.279361975241823</c:v>
                </c:pt>
                <c:pt idx="784">
                  <c:v>-9.279361975241823</c:v>
                </c:pt>
                <c:pt idx="785">
                  <c:v>-9.279361975241823</c:v>
                </c:pt>
                <c:pt idx="786">
                  <c:v>-8.0451514551046444</c:v>
                </c:pt>
                <c:pt idx="787">
                  <c:v>-6.511412131009056</c:v>
                </c:pt>
                <c:pt idx="788">
                  <c:v>-8.9463622434647476</c:v>
                </c:pt>
                <c:pt idx="789">
                  <c:v>-6.1355697325512182</c:v>
                </c:pt>
                <c:pt idx="790">
                  <c:v>-6.9913772937503467</c:v>
                </c:pt>
                <c:pt idx="791">
                  <c:v>-5.2383497082984931</c:v>
                </c:pt>
                <c:pt idx="792">
                  <c:v>-5.217171766405361</c:v>
                </c:pt>
                <c:pt idx="793">
                  <c:v>-4.6676580258493061</c:v>
                </c:pt>
                <c:pt idx="794">
                  <c:v>-6.2062758527320554</c:v>
                </c:pt>
                <c:pt idx="795">
                  <c:v>-2.9543703448220633</c:v>
                </c:pt>
                <c:pt idx="796">
                  <c:v>-2.989834556559039</c:v>
                </c:pt>
                <c:pt idx="797">
                  <c:v>-2.4080973445150526</c:v>
                </c:pt>
                <c:pt idx="798">
                  <c:v>-4.1283705172912377</c:v>
                </c:pt>
                <c:pt idx="799">
                  <c:v>-3.6002396482874879</c:v>
                </c:pt>
                <c:pt idx="800">
                  <c:v>-5.5970375333510631</c:v>
                </c:pt>
                <c:pt idx="801">
                  <c:v>-5.1558917289250097</c:v>
                </c:pt>
                <c:pt idx="802">
                  <c:v>-3.3106915759084501</c:v>
                </c:pt>
                <c:pt idx="803">
                  <c:v>-4.2201086082256403</c:v>
                </c:pt>
                <c:pt idx="804">
                  <c:v>-5.4078620324833153</c:v>
                </c:pt>
                <c:pt idx="805">
                  <c:v>-5.0568882514668871</c:v>
                </c:pt>
                <c:pt idx="806">
                  <c:v>-5.743580848135668</c:v>
                </c:pt>
                <c:pt idx="807">
                  <c:v>-6.0059285243839931</c:v>
                </c:pt>
                <c:pt idx="808">
                  <c:v>-4.1273271761083556</c:v>
                </c:pt>
                <c:pt idx="809">
                  <c:v>-5.4957009742297878</c:v>
                </c:pt>
                <c:pt idx="810">
                  <c:v>-5.4945927585324732</c:v>
                </c:pt>
                <c:pt idx="811">
                  <c:v>-5.6982298375194347</c:v>
                </c:pt>
                <c:pt idx="812">
                  <c:v>-3.9728771998126859</c:v>
                </c:pt>
                <c:pt idx="813">
                  <c:v>-4.7689303232323894</c:v>
                </c:pt>
                <c:pt idx="814">
                  <c:v>-4.9395875259814659</c:v>
                </c:pt>
                <c:pt idx="815">
                  <c:v>-3.0319342910399669</c:v>
                </c:pt>
                <c:pt idx="816">
                  <c:v>-4.6561182298296195</c:v>
                </c:pt>
                <c:pt idx="817">
                  <c:v>-9.1176769746935769</c:v>
                </c:pt>
                <c:pt idx="818">
                  <c:v>-5.6210399042611101</c:v>
                </c:pt>
                <c:pt idx="819">
                  <c:v>-5.2429485364551702</c:v>
                </c:pt>
                <c:pt idx="820">
                  <c:v>-4.8770044616390926</c:v>
                </c:pt>
                <c:pt idx="821">
                  <c:v>-5.4503015196647695</c:v>
                </c:pt>
                <c:pt idx="822">
                  <c:v>-7.3059591088296507</c:v>
                </c:pt>
                <c:pt idx="823">
                  <c:v>-4.9955913750628831</c:v>
                </c:pt>
                <c:pt idx="824">
                  <c:v>-7.4248605371814378</c:v>
                </c:pt>
                <c:pt idx="825">
                  <c:v>-4.3457028725075268</c:v>
                </c:pt>
                <c:pt idx="826">
                  <c:v>-5.4071531912804325</c:v>
                </c:pt>
                <c:pt idx="827">
                  <c:v>-7.945875841270162</c:v>
                </c:pt>
                <c:pt idx="828">
                  <c:v>-6.3644113786080716</c:v>
                </c:pt>
                <c:pt idx="829">
                  <c:v>-5.8589221648305028</c:v>
                </c:pt>
                <c:pt idx="830">
                  <c:v>-9.207610892572422</c:v>
                </c:pt>
                <c:pt idx="831">
                  <c:v>-6.4855724528276966</c:v>
                </c:pt>
                <c:pt idx="832">
                  <c:v>-6.4569426688106759</c:v>
                </c:pt>
                <c:pt idx="833">
                  <c:v>-8.3117371253355401</c:v>
                </c:pt>
                <c:pt idx="834">
                  <c:v>-3.4597544346084597</c:v>
                </c:pt>
                <c:pt idx="835">
                  <c:v>-5.1692790878463164</c:v>
                </c:pt>
                <c:pt idx="836">
                  <c:v>-6.6034159776268133</c:v>
                </c:pt>
                <c:pt idx="837">
                  <c:v>-4.9854933443013962</c:v>
                </c:pt>
                <c:pt idx="838">
                  <c:v>-6.8560715984256539</c:v>
                </c:pt>
                <c:pt idx="839">
                  <c:v>-3.8915459349294217</c:v>
                </c:pt>
                <c:pt idx="840">
                  <c:v>-4.6558219935424532</c:v>
                </c:pt>
                <c:pt idx="841">
                  <c:v>-9.074056663138645</c:v>
                </c:pt>
                <c:pt idx="842">
                  <c:v>-7.0800371811304217</c:v>
                </c:pt>
                <c:pt idx="843">
                  <c:v>-5.1830668500381556</c:v>
                </c:pt>
                <c:pt idx="844">
                  <c:v>-7.9788377635499863</c:v>
                </c:pt>
                <c:pt idx="845">
                  <c:v>-6.9686224125499656</c:v>
                </c:pt>
                <c:pt idx="846">
                  <c:v>-6.7335233785623423</c:v>
                </c:pt>
                <c:pt idx="847">
                  <c:v>-8.3983066869028171</c:v>
                </c:pt>
                <c:pt idx="848">
                  <c:v>-7.6876705232970011</c:v>
                </c:pt>
                <c:pt idx="849">
                  <c:v>-14.188964537954041</c:v>
                </c:pt>
                <c:pt idx="850">
                  <c:v>-8.6918244302606453</c:v>
                </c:pt>
                <c:pt idx="851">
                  <c:v>-13.239716086267816</c:v>
                </c:pt>
                <c:pt idx="852">
                  <c:v>-10.417668306101984</c:v>
                </c:pt>
                <c:pt idx="853">
                  <c:v>-15.294321145701964</c:v>
                </c:pt>
                <c:pt idx="854">
                  <c:v>-10.78535101999114</c:v>
                </c:pt>
                <c:pt idx="855">
                  <c:v>-10.0324380984713</c:v>
                </c:pt>
                <c:pt idx="856">
                  <c:v>-13.622581622042972</c:v>
                </c:pt>
                <c:pt idx="857">
                  <c:v>-10.856751941734785</c:v>
                </c:pt>
                <c:pt idx="858">
                  <c:v>-12.185823107182646</c:v>
                </c:pt>
                <c:pt idx="859">
                  <c:v>-12.932869265834899</c:v>
                </c:pt>
                <c:pt idx="860">
                  <c:v>-19.341055208665431</c:v>
                </c:pt>
                <c:pt idx="861">
                  <c:v>-7.7487696086249507</c:v>
                </c:pt>
                <c:pt idx="862">
                  <c:v>-10.378451456540642</c:v>
                </c:pt>
                <c:pt idx="863">
                  <c:v>-9.3176934421589444</c:v>
                </c:pt>
                <c:pt idx="864">
                  <c:v>-10.686784397767468</c:v>
                </c:pt>
                <c:pt idx="865">
                  <c:v>-12.298171297842739</c:v>
                </c:pt>
                <c:pt idx="866">
                  <c:v>-8.9646887707098486</c:v>
                </c:pt>
                <c:pt idx="867">
                  <c:v>-10.782788477093693</c:v>
                </c:pt>
                <c:pt idx="868">
                  <c:v>-8.981026029980935</c:v>
                </c:pt>
                <c:pt idx="869">
                  <c:v>-12.928272355131273</c:v>
                </c:pt>
                <c:pt idx="870">
                  <c:v>-10.966225899988672</c:v>
                </c:pt>
                <c:pt idx="871">
                  <c:v>-12.586877298470331</c:v>
                </c:pt>
                <c:pt idx="872">
                  <c:v>-12.600555711981901</c:v>
                </c:pt>
                <c:pt idx="873">
                  <c:v>-15.596259724913224</c:v>
                </c:pt>
                <c:pt idx="874">
                  <c:v>-10.54715779252524</c:v>
                </c:pt>
                <c:pt idx="875">
                  <c:v>-11.335337066754121</c:v>
                </c:pt>
                <c:pt idx="876">
                  <c:v>-13.409686555420798</c:v>
                </c:pt>
                <c:pt idx="877">
                  <c:v>-13.923564051862769</c:v>
                </c:pt>
                <c:pt idx="878">
                  <c:v>-12.588692537998696</c:v>
                </c:pt>
                <c:pt idx="879">
                  <c:v>-18.355215076406576</c:v>
                </c:pt>
                <c:pt idx="880">
                  <c:v>-6.881880182949665</c:v>
                </c:pt>
                <c:pt idx="881">
                  <c:v>-14.054146969005682</c:v>
                </c:pt>
                <c:pt idx="882">
                  <c:v>-13.817934093877131</c:v>
                </c:pt>
                <c:pt idx="883">
                  <c:v>-12.922989571572831</c:v>
                </c:pt>
                <c:pt idx="884">
                  <c:v>-13.029183107633013</c:v>
                </c:pt>
                <c:pt idx="885">
                  <c:v>-13.335914049808594</c:v>
                </c:pt>
                <c:pt idx="886">
                  <c:v>-14.580706823465277</c:v>
                </c:pt>
                <c:pt idx="887">
                  <c:v>-17.831155527474547</c:v>
                </c:pt>
                <c:pt idx="888">
                  <c:v>-15.320438057985506</c:v>
                </c:pt>
                <c:pt idx="889">
                  <c:v>-16.478516224257284</c:v>
                </c:pt>
                <c:pt idx="890">
                  <c:v>-16.221496698366657</c:v>
                </c:pt>
                <c:pt idx="891">
                  <c:v>-14.910760306411795</c:v>
                </c:pt>
                <c:pt idx="892">
                  <c:v>-14.795828363376181</c:v>
                </c:pt>
                <c:pt idx="893">
                  <c:v>-18.724095625475726</c:v>
                </c:pt>
                <c:pt idx="894">
                  <c:v>-16.041659868272966</c:v>
                </c:pt>
                <c:pt idx="895">
                  <c:v>-14.496126959022742</c:v>
                </c:pt>
                <c:pt idx="896">
                  <c:v>-13.962805308262926</c:v>
                </c:pt>
                <c:pt idx="897">
                  <c:v>-12.798766274554151</c:v>
                </c:pt>
                <c:pt idx="898">
                  <c:v>-15.367273878196443</c:v>
                </c:pt>
                <c:pt idx="899">
                  <c:v>-16.192353012944189</c:v>
                </c:pt>
                <c:pt idx="900">
                  <c:v>-16.529237014205471</c:v>
                </c:pt>
                <c:pt idx="901">
                  <c:v>-17.130294320475272</c:v>
                </c:pt>
                <c:pt idx="902">
                  <c:v>-17.950560839753411</c:v>
                </c:pt>
                <c:pt idx="903">
                  <c:v>-18.458719160464018</c:v>
                </c:pt>
                <c:pt idx="904">
                  <c:v>-13.185887594520086</c:v>
                </c:pt>
                <c:pt idx="905">
                  <c:v>-15.365833877772831</c:v>
                </c:pt>
                <c:pt idx="906">
                  <c:v>-17.861626298430394</c:v>
                </c:pt>
                <c:pt idx="907">
                  <c:v>-14.21292654312993</c:v>
                </c:pt>
                <c:pt idx="908">
                  <c:v>-17.560234210930339</c:v>
                </c:pt>
                <c:pt idx="909">
                  <c:v>-14.111231851648252</c:v>
                </c:pt>
                <c:pt idx="910">
                  <c:v>-13.931540770368624</c:v>
                </c:pt>
                <c:pt idx="911">
                  <c:v>-16.126986876476664</c:v>
                </c:pt>
                <c:pt idx="912">
                  <c:v>-9.9749784798817451</c:v>
                </c:pt>
                <c:pt idx="913">
                  <c:v>-19.194488495040684</c:v>
                </c:pt>
                <c:pt idx="914">
                  <c:v>-15.815952593970282</c:v>
                </c:pt>
                <c:pt idx="915">
                  <c:v>-15.128106830428587</c:v>
                </c:pt>
                <c:pt idx="916">
                  <c:v>-15.118147152220432</c:v>
                </c:pt>
                <c:pt idx="917">
                  <c:v>-15.26310985896669</c:v>
                </c:pt>
                <c:pt idx="918">
                  <c:v>-17.116275890891515</c:v>
                </c:pt>
                <c:pt idx="919">
                  <c:v>-14.542961345497254</c:v>
                </c:pt>
                <c:pt idx="920">
                  <c:v>-16.747934686265779</c:v>
                </c:pt>
                <c:pt idx="921">
                  <c:v>-17.00037898107259</c:v>
                </c:pt>
                <c:pt idx="922">
                  <c:v>-13.546704893746067</c:v>
                </c:pt>
                <c:pt idx="923">
                  <c:v>-17.102865181659237</c:v>
                </c:pt>
                <c:pt idx="924">
                  <c:v>-16.168714534174551</c:v>
                </c:pt>
                <c:pt idx="925">
                  <c:v>-17.392281485933438</c:v>
                </c:pt>
                <c:pt idx="926">
                  <c:v>-19.441332871940133</c:v>
                </c:pt>
                <c:pt idx="927">
                  <c:v>-18.479400840185271</c:v>
                </c:pt>
                <c:pt idx="928">
                  <c:v>-18.6257239621069</c:v>
                </c:pt>
                <c:pt idx="929">
                  <c:v>-18.478654726806241</c:v>
                </c:pt>
                <c:pt idx="930">
                  <c:v>-19.903051698311202</c:v>
                </c:pt>
                <c:pt idx="931">
                  <c:v>-17.64411146503469</c:v>
                </c:pt>
                <c:pt idx="932">
                  <c:v>-16.364516178585376</c:v>
                </c:pt>
                <c:pt idx="933">
                  <c:v>-16.671904374009955</c:v>
                </c:pt>
                <c:pt idx="934">
                  <c:v>-16.846965218933057</c:v>
                </c:pt>
                <c:pt idx="935">
                  <c:v>-16.083727120127762</c:v>
                </c:pt>
                <c:pt idx="936">
                  <c:v>-16.312509063430639</c:v>
                </c:pt>
                <c:pt idx="937">
                  <c:v>-17.038151672197401</c:v>
                </c:pt>
                <c:pt idx="938">
                  <c:v>-15.946150063153921</c:v>
                </c:pt>
                <c:pt idx="939">
                  <c:v>-16.812960175662276</c:v>
                </c:pt>
                <c:pt idx="940">
                  <c:v>-16.935599694478288</c:v>
                </c:pt>
                <c:pt idx="941">
                  <c:v>-17.501823671320629</c:v>
                </c:pt>
                <c:pt idx="942">
                  <c:v>-18.244705066006375</c:v>
                </c:pt>
                <c:pt idx="943">
                  <c:v>-17.538200368747717</c:v>
                </c:pt>
                <c:pt idx="944">
                  <c:v>-18.248104456339263</c:v>
                </c:pt>
                <c:pt idx="945">
                  <c:v>-18.543054281443876</c:v>
                </c:pt>
                <c:pt idx="946">
                  <c:v>-19.126075544761356</c:v>
                </c:pt>
                <c:pt idx="947">
                  <c:v>-20.319228220888693</c:v>
                </c:pt>
                <c:pt idx="948">
                  <c:v>-18.857865148086947</c:v>
                </c:pt>
                <c:pt idx="949">
                  <c:v>-21.88030898867877</c:v>
                </c:pt>
                <c:pt idx="950">
                  <c:v>-22.970992504908256</c:v>
                </c:pt>
                <c:pt idx="951">
                  <c:v>-21.738330580006668</c:v>
                </c:pt>
                <c:pt idx="952">
                  <c:v>-22.713369677363477</c:v>
                </c:pt>
                <c:pt idx="953">
                  <c:v>-22.909486715914763</c:v>
                </c:pt>
                <c:pt idx="954">
                  <c:v>-23.638708426817679</c:v>
                </c:pt>
                <c:pt idx="955">
                  <c:v>-25.529562907946119</c:v>
                </c:pt>
                <c:pt idx="956">
                  <c:v>-24.820543355657122</c:v>
                </c:pt>
                <c:pt idx="957">
                  <c:v>-23.177239397720818</c:v>
                </c:pt>
                <c:pt idx="958">
                  <c:v>-22.429173274163659</c:v>
                </c:pt>
                <c:pt idx="959">
                  <c:v>-22.541136359606458</c:v>
                </c:pt>
                <c:pt idx="960">
                  <c:v>-21.813571830999422</c:v>
                </c:pt>
                <c:pt idx="961">
                  <c:v>-21.241955282366437</c:v>
                </c:pt>
                <c:pt idx="962">
                  <c:v>-21.549022883338857</c:v>
                </c:pt>
                <c:pt idx="963">
                  <c:v>-20.693864572926202</c:v>
                </c:pt>
                <c:pt idx="964">
                  <c:v>-23.781660538478601</c:v>
                </c:pt>
                <c:pt idx="965">
                  <c:v>-24.001315637209924</c:v>
                </c:pt>
                <c:pt idx="966">
                  <c:v>-23.577830600865724</c:v>
                </c:pt>
                <c:pt idx="967">
                  <c:v>-25.011347424580865</c:v>
                </c:pt>
                <c:pt idx="968">
                  <c:v>-23.058036869119633</c:v>
                </c:pt>
                <c:pt idx="969">
                  <c:v>-23.76423630588932</c:v>
                </c:pt>
                <c:pt idx="970">
                  <c:v>-23.722177484367958</c:v>
                </c:pt>
                <c:pt idx="971">
                  <c:v>-23.78507167440528</c:v>
                </c:pt>
                <c:pt idx="972">
                  <c:v>-23.469266422860088</c:v>
                </c:pt>
                <c:pt idx="973">
                  <c:v>-24.111229706341767</c:v>
                </c:pt>
                <c:pt idx="974">
                  <c:v>-23.282596123627577</c:v>
                </c:pt>
                <c:pt idx="975">
                  <c:v>-24.4333888171689</c:v>
                </c:pt>
                <c:pt idx="976">
                  <c:v>-24.333188081416534</c:v>
                </c:pt>
                <c:pt idx="977">
                  <c:v>-24.353962658353176</c:v>
                </c:pt>
                <c:pt idx="978">
                  <c:v>-26.312446811762729</c:v>
                </c:pt>
                <c:pt idx="979">
                  <c:v>-23.951283204082472</c:v>
                </c:pt>
                <c:pt idx="980">
                  <c:v>-23.701113525151857</c:v>
                </c:pt>
                <c:pt idx="981">
                  <c:v>-26.092558730279883</c:v>
                </c:pt>
                <c:pt idx="982">
                  <c:v>-26.00797586471888</c:v>
                </c:pt>
                <c:pt idx="983">
                  <c:v>-23.816714670844277</c:v>
                </c:pt>
                <c:pt idx="984">
                  <c:v>-23.709841900203372</c:v>
                </c:pt>
                <c:pt idx="985">
                  <c:v>-23.691691672971743</c:v>
                </c:pt>
                <c:pt idx="986">
                  <c:v>-23.239112754982969</c:v>
                </c:pt>
                <c:pt idx="987">
                  <c:v>-23.440853558031769</c:v>
                </c:pt>
                <c:pt idx="988">
                  <c:v>-21.296759284198711</c:v>
                </c:pt>
                <c:pt idx="989">
                  <c:v>-20.599897637179531</c:v>
                </c:pt>
                <c:pt idx="990">
                  <c:v>-19.776005293903005</c:v>
                </c:pt>
                <c:pt idx="991">
                  <c:v>-20.511774992207187</c:v>
                </c:pt>
                <c:pt idx="992">
                  <c:v>-20.059131210250399</c:v>
                </c:pt>
                <c:pt idx="993">
                  <c:v>-20.853450728465539</c:v>
                </c:pt>
                <c:pt idx="994">
                  <c:v>-19.275494631968986</c:v>
                </c:pt>
                <c:pt idx="995">
                  <c:v>-20.787917206121588</c:v>
                </c:pt>
                <c:pt idx="996">
                  <c:v>-21.538003979743607</c:v>
                </c:pt>
                <c:pt idx="997">
                  <c:v>-21.306528324932028</c:v>
                </c:pt>
                <c:pt idx="998">
                  <c:v>-21.22161404360503</c:v>
                </c:pt>
                <c:pt idx="999">
                  <c:v>-20.483002971451658</c:v>
                </c:pt>
                <c:pt idx="1000">
                  <c:v>-18.062502869085385</c:v>
                </c:pt>
                <c:pt idx="1001">
                  <c:v>-20.381438311634948</c:v>
                </c:pt>
                <c:pt idx="1002">
                  <c:v>-21.512913667417273</c:v>
                </c:pt>
                <c:pt idx="1003">
                  <c:v>-20.761945120127344</c:v>
                </c:pt>
                <c:pt idx="1004">
                  <c:v>-19.460014904509848</c:v>
                </c:pt>
                <c:pt idx="1005">
                  <c:v>-20.035922027984462</c:v>
                </c:pt>
                <c:pt idx="1006">
                  <c:v>-21.161686243998727</c:v>
                </c:pt>
                <c:pt idx="1007">
                  <c:v>-21.879256359458871</c:v>
                </c:pt>
                <c:pt idx="1008">
                  <c:v>-22.339709302572103</c:v>
                </c:pt>
                <c:pt idx="1009">
                  <c:v>-22.466971950535541</c:v>
                </c:pt>
                <c:pt idx="1010">
                  <c:v>-22.167112287123182</c:v>
                </c:pt>
                <c:pt idx="1011">
                  <c:v>-22.524713048424431</c:v>
                </c:pt>
                <c:pt idx="1012">
                  <c:v>-21.300264492089724</c:v>
                </c:pt>
                <c:pt idx="1013">
                  <c:v>-20.701205752456847</c:v>
                </c:pt>
                <c:pt idx="1014">
                  <c:v>-22.562376206120181</c:v>
                </c:pt>
                <c:pt idx="1015">
                  <c:v>-22.809766964538404</c:v>
                </c:pt>
                <c:pt idx="1016">
                  <c:v>-23.949023729471946</c:v>
                </c:pt>
                <c:pt idx="1017">
                  <c:v>-24.339702815092803</c:v>
                </c:pt>
                <c:pt idx="1018">
                  <c:v>-24.824399739382596</c:v>
                </c:pt>
                <c:pt idx="1019">
                  <c:v>-24.835375800474324</c:v>
                </c:pt>
                <c:pt idx="1020">
                  <c:v>-23.674769938668941</c:v>
                </c:pt>
                <c:pt idx="1021">
                  <c:v>-22.656556707487916</c:v>
                </c:pt>
                <c:pt idx="1022">
                  <c:v>-22.797989793890697</c:v>
                </c:pt>
                <c:pt idx="1023">
                  <c:v>-22.325431880500339</c:v>
                </c:pt>
                <c:pt idx="1024">
                  <c:v>-23.818904621586686</c:v>
                </c:pt>
                <c:pt idx="1025">
                  <c:v>-24.257550071884523</c:v>
                </c:pt>
                <c:pt idx="1026">
                  <c:v>-23.134073117797538</c:v>
                </c:pt>
                <c:pt idx="1027">
                  <c:v>-24.416400000010224</c:v>
                </c:pt>
                <c:pt idx="1028">
                  <c:v>-23.54955143695906</c:v>
                </c:pt>
                <c:pt idx="1029">
                  <c:v>-23.93821856281718</c:v>
                </c:pt>
                <c:pt idx="1030">
                  <c:v>-23.309354785775668</c:v>
                </c:pt>
                <c:pt idx="1031">
                  <c:v>-22.609967617945827</c:v>
                </c:pt>
                <c:pt idx="1032">
                  <c:v>-22.575647137826177</c:v>
                </c:pt>
                <c:pt idx="1033">
                  <c:v>-22.559827736623873</c:v>
                </c:pt>
                <c:pt idx="1034">
                  <c:v>-23.104019958004731</c:v>
                </c:pt>
                <c:pt idx="1035">
                  <c:v>-23.893772956337589</c:v>
                </c:pt>
                <c:pt idx="1036">
                  <c:v>-23.606703431735259</c:v>
                </c:pt>
                <c:pt idx="1037">
                  <c:v>-23.672937698683601</c:v>
                </c:pt>
                <c:pt idx="1038">
                  <c:v>-22.194376816347884</c:v>
                </c:pt>
                <c:pt idx="1039">
                  <c:v>-23.538982256023456</c:v>
                </c:pt>
                <c:pt idx="1040">
                  <c:v>-22.468108001630242</c:v>
                </c:pt>
                <c:pt idx="1041">
                  <c:v>-22.103274797171526</c:v>
                </c:pt>
                <c:pt idx="1042">
                  <c:v>-22.481683950858027</c:v>
                </c:pt>
                <c:pt idx="1043">
                  <c:v>-21.974015357837157</c:v>
                </c:pt>
                <c:pt idx="1044">
                  <c:v>-20.668412947008729</c:v>
                </c:pt>
                <c:pt idx="1045">
                  <c:v>-22.141056929423698</c:v>
                </c:pt>
                <c:pt idx="1046">
                  <c:v>-22.024985169825211</c:v>
                </c:pt>
                <c:pt idx="1047">
                  <c:v>-21.075897761341594</c:v>
                </c:pt>
                <c:pt idx="1048">
                  <c:v>-21.352204882276915</c:v>
                </c:pt>
                <c:pt idx="1049">
                  <c:v>-20.300040138916451</c:v>
                </c:pt>
                <c:pt idx="1050">
                  <c:v>-21.964917802832037</c:v>
                </c:pt>
                <c:pt idx="1051">
                  <c:v>-19.362650421855406</c:v>
                </c:pt>
                <c:pt idx="1052">
                  <c:v>-18.564739695512621</c:v>
                </c:pt>
                <c:pt idx="1053">
                  <c:v>-20.652897805554954</c:v>
                </c:pt>
                <c:pt idx="1054">
                  <c:v>-18.955891754283435</c:v>
                </c:pt>
                <c:pt idx="1055">
                  <c:v>-21.410187969156791</c:v>
                </c:pt>
                <c:pt idx="1056">
                  <c:v>-20.833622736948087</c:v>
                </c:pt>
                <c:pt idx="1057">
                  <c:v>-20.688904806489269</c:v>
                </c:pt>
                <c:pt idx="1058">
                  <c:v>-18.725642941182187</c:v>
                </c:pt>
                <c:pt idx="1059">
                  <c:v>-19.505337721150973</c:v>
                </c:pt>
                <c:pt idx="1060">
                  <c:v>-20.157141317626326</c:v>
                </c:pt>
                <c:pt idx="1061">
                  <c:v>-19.667019212456367</c:v>
                </c:pt>
                <c:pt idx="1062">
                  <c:v>-18.82914781012007</c:v>
                </c:pt>
                <c:pt idx="1063">
                  <c:v>-18.830221766982813</c:v>
                </c:pt>
                <c:pt idx="1064">
                  <c:v>-20.08258329486609</c:v>
                </c:pt>
                <c:pt idx="1065">
                  <c:v>-19.038982270013516</c:v>
                </c:pt>
                <c:pt idx="1066">
                  <c:v>-19.724918898777471</c:v>
                </c:pt>
                <c:pt idx="1067">
                  <c:v>-18.738100902887695</c:v>
                </c:pt>
                <c:pt idx="1068">
                  <c:v>-18.789137463185678</c:v>
                </c:pt>
                <c:pt idx="1069">
                  <c:v>-18.535877284901332</c:v>
                </c:pt>
                <c:pt idx="1070">
                  <c:v>-17.86394170218836</c:v>
                </c:pt>
                <c:pt idx="1071">
                  <c:v>-18.042009432404036</c:v>
                </c:pt>
                <c:pt idx="1072">
                  <c:v>-17.415047651078005</c:v>
                </c:pt>
                <c:pt idx="1073">
                  <c:v>-18.192814502528201</c:v>
                </c:pt>
                <c:pt idx="1074">
                  <c:v>-19.067016158225925</c:v>
                </c:pt>
                <c:pt idx="1075">
                  <c:v>-19.284920525319947</c:v>
                </c:pt>
                <c:pt idx="1076">
                  <c:v>-18.616228113747091</c:v>
                </c:pt>
                <c:pt idx="1077">
                  <c:v>-20.001158175015171</c:v>
                </c:pt>
                <c:pt idx="1078">
                  <c:v>-19.777899109530217</c:v>
                </c:pt>
                <c:pt idx="1079">
                  <c:v>-20.310153318486275</c:v>
                </c:pt>
                <c:pt idx="1080">
                  <c:v>-19.604737849412167</c:v>
                </c:pt>
                <c:pt idx="1081">
                  <c:v>-18.966043699782912</c:v>
                </c:pt>
                <c:pt idx="1082">
                  <c:v>-18.391101017922026</c:v>
                </c:pt>
                <c:pt idx="1083">
                  <c:v>-19.230587499888674</c:v>
                </c:pt>
                <c:pt idx="1084">
                  <c:v>-19.511697824858413</c:v>
                </c:pt>
                <c:pt idx="1085">
                  <c:v>-19.47572635215942</c:v>
                </c:pt>
                <c:pt idx="1086">
                  <c:v>-19.654616936328765</c:v>
                </c:pt>
                <c:pt idx="1087">
                  <c:v>-18.905237782961581</c:v>
                </c:pt>
                <c:pt idx="1088">
                  <c:v>-19.398597690822982</c:v>
                </c:pt>
                <c:pt idx="1089">
                  <c:v>-18.277390451194069</c:v>
                </c:pt>
                <c:pt idx="1090">
                  <c:v>-18.912072626870476</c:v>
                </c:pt>
                <c:pt idx="1091">
                  <c:v>-19.115488379610611</c:v>
                </c:pt>
                <c:pt idx="1092">
                  <c:v>-17.652243565246671</c:v>
                </c:pt>
                <c:pt idx="1093">
                  <c:v>-19.255405077000852</c:v>
                </c:pt>
                <c:pt idx="1094">
                  <c:v>-19.230903249374936</c:v>
                </c:pt>
                <c:pt idx="1095">
                  <c:v>-18.999422135311388</c:v>
                </c:pt>
                <c:pt idx="1096">
                  <c:v>-19.534699418730138</c:v>
                </c:pt>
                <c:pt idx="1097">
                  <c:v>-20.383318475040948</c:v>
                </c:pt>
                <c:pt idx="1098">
                  <c:v>-19.284622525512955</c:v>
                </c:pt>
                <c:pt idx="1099">
                  <c:v>-18.802796757201836</c:v>
                </c:pt>
                <c:pt idx="1100">
                  <c:v>-18.853643503286762</c:v>
                </c:pt>
                <c:pt idx="1101">
                  <c:v>-16.977561042658149</c:v>
                </c:pt>
                <c:pt idx="1102">
                  <c:v>-17.960118696785901</c:v>
                </c:pt>
                <c:pt idx="1103">
                  <c:v>-18.397694315628225</c:v>
                </c:pt>
                <c:pt idx="1104">
                  <c:v>-18.173498686675607</c:v>
                </c:pt>
                <c:pt idx="1105">
                  <c:v>-18.196981577398763</c:v>
                </c:pt>
                <c:pt idx="1106">
                  <c:v>-18.081584124631227</c:v>
                </c:pt>
                <c:pt idx="1107">
                  <c:v>-17.374374781837243</c:v>
                </c:pt>
                <c:pt idx="1108">
                  <c:v>-17.63588339606893</c:v>
                </c:pt>
                <c:pt idx="1109">
                  <c:v>-17.974234218175194</c:v>
                </c:pt>
                <c:pt idx="1110">
                  <c:v>-18.096182460086194</c:v>
                </c:pt>
                <c:pt idx="1111">
                  <c:v>-18.152538728890015</c:v>
                </c:pt>
                <c:pt idx="1112">
                  <c:v>-18.820639898266798</c:v>
                </c:pt>
                <c:pt idx="1113">
                  <c:v>-19.034763017218875</c:v>
                </c:pt>
                <c:pt idx="1114">
                  <c:v>-18.077070667349027</c:v>
                </c:pt>
                <c:pt idx="1115">
                  <c:v>-17.461608112636888</c:v>
                </c:pt>
                <c:pt idx="1116">
                  <c:v>-17.724246768554522</c:v>
                </c:pt>
                <c:pt idx="1117">
                  <c:v>-16.828410278289006</c:v>
                </c:pt>
                <c:pt idx="1118">
                  <c:v>-16.274311392063069</c:v>
                </c:pt>
                <c:pt idx="1119">
                  <c:v>-17.043552281062933</c:v>
                </c:pt>
                <c:pt idx="1120">
                  <c:v>-16.543342259908918</c:v>
                </c:pt>
                <c:pt idx="1121">
                  <c:v>-17.36095109300663</c:v>
                </c:pt>
                <c:pt idx="1122">
                  <c:v>-17.051825578225447</c:v>
                </c:pt>
                <c:pt idx="1123">
                  <c:v>-16.325293452483955</c:v>
                </c:pt>
                <c:pt idx="1124">
                  <c:v>-15.815497057837176</c:v>
                </c:pt>
                <c:pt idx="1125">
                  <c:v>-17.207170116827616</c:v>
                </c:pt>
                <c:pt idx="1126">
                  <c:v>-17.253445663399575</c:v>
                </c:pt>
                <c:pt idx="1127">
                  <c:v>-16.265091614771968</c:v>
                </c:pt>
                <c:pt idx="1128">
                  <c:v>-15.796771240605825</c:v>
                </c:pt>
                <c:pt idx="1129">
                  <c:v>-14.310017675828838</c:v>
                </c:pt>
                <c:pt idx="1130">
                  <c:v>-15.032865916981953</c:v>
                </c:pt>
                <c:pt idx="1131">
                  <c:v>-14.006121961044139</c:v>
                </c:pt>
                <c:pt idx="1132">
                  <c:v>-14.324591096567547</c:v>
                </c:pt>
                <c:pt idx="1133">
                  <c:v>-14.979355684753799</c:v>
                </c:pt>
                <c:pt idx="1134">
                  <c:v>-14.555815780993452</c:v>
                </c:pt>
                <c:pt idx="1135">
                  <c:v>-14.273235728335608</c:v>
                </c:pt>
                <c:pt idx="1136">
                  <c:v>-12.931301558598435</c:v>
                </c:pt>
                <c:pt idx="1137">
                  <c:v>-14.06528639525855</c:v>
                </c:pt>
                <c:pt idx="1138">
                  <c:v>-14.896410666899417</c:v>
                </c:pt>
                <c:pt idx="1139">
                  <c:v>-15.009332831420231</c:v>
                </c:pt>
                <c:pt idx="1140">
                  <c:v>-16.378129424604928</c:v>
                </c:pt>
                <c:pt idx="1141">
                  <c:v>-17.070115548943317</c:v>
                </c:pt>
                <c:pt idx="1142">
                  <c:v>-17.073804222831114</c:v>
                </c:pt>
                <c:pt idx="1143">
                  <c:v>-17.207322541624034</c:v>
                </c:pt>
                <c:pt idx="1144">
                  <c:v>-17.903266936539019</c:v>
                </c:pt>
                <c:pt idx="1145">
                  <c:v>-15.885785613090974</c:v>
                </c:pt>
                <c:pt idx="1146">
                  <c:v>-14.855690649870912</c:v>
                </c:pt>
                <c:pt idx="1147">
                  <c:v>-16.096725803598602</c:v>
                </c:pt>
                <c:pt idx="1148">
                  <c:v>-19.129097674915581</c:v>
                </c:pt>
                <c:pt idx="1149">
                  <c:v>-18.457532753020505</c:v>
                </c:pt>
                <c:pt idx="1150">
                  <c:v>-17.926005332260061</c:v>
                </c:pt>
                <c:pt idx="1151">
                  <c:v>-18.116020017250939</c:v>
                </c:pt>
                <c:pt idx="1152">
                  <c:v>-17.468430912397533</c:v>
                </c:pt>
                <c:pt idx="1153">
                  <c:v>-16.730491922232545</c:v>
                </c:pt>
                <c:pt idx="1154">
                  <c:v>-16.023315761345135</c:v>
                </c:pt>
                <c:pt idx="1155">
                  <c:v>-16.362014884447408</c:v>
                </c:pt>
                <c:pt idx="1156">
                  <c:v>-15.489629780376704</c:v>
                </c:pt>
                <c:pt idx="1157">
                  <c:v>-13.892525059063962</c:v>
                </c:pt>
                <c:pt idx="1158">
                  <c:v>-14.910197991451586</c:v>
                </c:pt>
                <c:pt idx="1159">
                  <c:v>-14.5656094391191</c:v>
                </c:pt>
                <c:pt idx="1160">
                  <c:v>-15.136885824180037</c:v>
                </c:pt>
                <c:pt idx="1161">
                  <c:v>-15.127373290842225</c:v>
                </c:pt>
                <c:pt idx="1162">
                  <c:v>-16.466255424324402</c:v>
                </c:pt>
                <c:pt idx="1163">
                  <c:v>-15.33362032496589</c:v>
                </c:pt>
                <c:pt idx="1164">
                  <c:v>-15.724917150115706</c:v>
                </c:pt>
                <c:pt idx="1165">
                  <c:v>-15.678984312793204</c:v>
                </c:pt>
                <c:pt idx="1166">
                  <c:v>-16.345360387174257</c:v>
                </c:pt>
                <c:pt idx="1167">
                  <c:v>-14.432314092899771</c:v>
                </c:pt>
                <c:pt idx="1168">
                  <c:v>-14.41982749219585</c:v>
                </c:pt>
                <c:pt idx="1169">
                  <c:v>-14.44531218576536</c:v>
                </c:pt>
                <c:pt idx="1170">
                  <c:v>-14.158523119333688</c:v>
                </c:pt>
                <c:pt idx="1171">
                  <c:v>-13.953634558179507</c:v>
                </c:pt>
                <c:pt idx="1172">
                  <c:v>-13.798344370430629</c:v>
                </c:pt>
                <c:pt idx="1173">
                  <c:v>-14.050429132611319</c:v>
                </c:pt>
                <c:pt idx="1174">
                  <c:v>-15.325847182051685</c:v>
                </c:pt>
                <c:pt idx="1175">
                  <c:v>-15.196035165462359</c:v>
                </c:pt>
                <c:pt idx="1176">
                  <c:v>-15.742210039999391</c:v>
                </c:pt>
                <c:pt idx="1177">
                  <c:v>-15.371775971992964</c:v>
                </c:pt>
                <c:pt idx="1178">
                  <c:v>-14.561492011909088</c:v>
                </c:pt>
                <c:pt idx="1179">
                  <c:v>-14.681423212907289</c:v>
                </c:pt>
                <c:pt idx="1180">
                  <c:v>-15.286051051479888</c:v>
                </c:pt>
                <c:pt idx="1181">
                  <c:v>-15.960852866333267</c:v>
                </c:pt>
                <c:pt idx="1182">
                  <c:v>-16.402451787675314</c:v>
                </c:pt>
                <c:pt idx="1183">
                  <c:v>-17.815267642819293</c:v>
                </c:pt>
                <c:pt idx="1184">
                  <c:v>-16.691201113907837</c:v>
                </c:pt>
                <c:pt idx="1185">
                  <c:v>-16.414534799568123</c:v>
                </c:pt>
                <c:pt idx="1186">
                  <c:v>-17.061029379813284</c:v>
                </c:pt>
                <c:pt idx="1187">
                  <c:v>-17.523234876841475</c:v>
                </c:pt>
                <c:pt idx="1188">
                  <c:v>-17.708760268952759</c:v>
                </c:pt>
                <c:pt idx="1189">
                  <c:v>-17.056708378807251</c:v>
                </c:pt>
                <c:pt idx="1190">
                  <c:v>-17.527308667375209</c:v>
                </c:pt>
                <c:pt idx="1191">
                  <c:v>-18.279182798156075</c:v>
                </c:pt>
                <c:pt idx="1192">
                  <c:v>-17.388915365397661</c:v>
                </c:pt>
                <c:pt idx="1193">
                  <c:v>-17.335432090080072</c:v>
                </c:pt>
                <c:pt idx="1194">
                  <c:v>-17.929374972348153</c:v>
                </c:pt>
                <c:pt idx="1195">
                  <c:v>-16.773698530665381</c:v>
                </c:pt>
                <c:pt idx="1196">
                  <c:v>-16.253441088869685</c:v>
                </c:pt>
                <c:pt idx="1197">
                  <c:v>-16.54836791813489</c:v>
                </c:pt>
                <c:pt idx="1198">
                  <c:v>-16.311830963328617</c:v>
                </c:pt>
                <c:pt idx="1199">
                  <c:v>-17.215913515288406</c:v>
                </c:pt>
                <c:pt idx="1200">
                  <c:v>-18.484139463057023</c:v>
                </c:pt>
                <c:pt idx="1201">
                  <c:v>-18.472841933246208</c:v>
                </c:pt>
                <c:pt idx="1202">
                  <c:v>-18.531527330291631</c:v>
                </c:pt>
                <c:pt idx="1203">
                  <c:v>-18.91149760552107</c:v>
                </c:pt>
                <c:pt idx="1204">
                  <c:v>-17.718072650677396</c:v>
                </c:pt>
                <c:pt idx="1205">
                  <c:v>-18.023624427574763</c:v>
                </c:pt>
                <c:pt idx="1206">
                  <c:v>-17.534475542953917</c:v>
                </c:pt>
                <c:pt idx="1207">
                  <c:v>-17.202181518302329</c:v>
                </c:pt>
                <c:pt idx="1208">
                  <c:v>-17.987734711769754</c:v>
                </c:pt>
                <c:pt idx="1209">
                  <c:v>-17.179968476479836</c:v>
                </c:pt>
                <c:pt idx="1210">
                  <c:v>-17.634982770202754</c:v>
                </c:pt>
                <c:pt idx="1211">
                  <c:v>-17.597905790835128</c:v>
                </c:pt>
                <c:pt idx="1212">
                  <c:v>-18.69947865267083</c:v>
                </c:pt>
                <c:pt idx="1213">
                  <c:v>-19.872136353773794</c:v>
                </c:pt>
                <c:pt idx="1214">
                  <c:v>-18.724672989690156</c:v>
                </c:pt>
                <c:pt idx="1215">
                  <c:v>-18.542346198578787</c:v>
                </c:pt>
                <c:pt idx="1216">
                  <c:v>-19.156894524966418</c:v>
                </c:pt>
                <c:pt idx="1217">
                  <c:v>-18.381930818698365</c:v>
                </c:pt>
                <c:pt idx="1218">
                  <c:v>-19.118421336710046</c:v>
                </c:pt>
                <c:pt idx="1219">
                  <c:v>-19.339087594219695</c:v>
                </c:pt>
                <c:pt idx="1220">
                  <c:v>-19.547826927544648</c:v>
                </c:pt>
                <c:pt idx="1221">
                  <c:v>-19.520335621409725</c:v>
                </c:pt>
                <c:pt idx="1222">
                  <c:v>-20.600035524465827</c:v>
                </c:pt>
                <c:pt idx="1223">
                  <c:v>-20.502638728483078</c:v>
                </c:pt>
                <c:pt idx="1224">
                  <c:v>-18.543746743124245</c:v>
                </c:pt>
                <c:pt idx="1225">
                  <c:v>-21.450062600519793</c:v>
                </c:pt>
                <c:pt idx="1226">
                  <c:v>-22.027523947005164</c:v>
                </c:pt>
                <c:pt idx="1227">
                  <c:v>-21.777814485732897</c:v>
                </c:pt>
                <c:pt idx="1228">
                  <c:v>-21.772530442151126</c:v>
                </c:pt>
                <c:pt idx="1229">
                  <c:v>-21.926846704180054</c:v>
                </c:pt>
                <c:pt idx="1230">
                  <c:v>-21.185657662762051</c:v>
                </c:pt>
                <c:pt idx="1231">
                  <c:v>-20.543541530856729</c:v>
                </c:pt>
                <c:pt idx="1232">
                  <c:v>-19.575108934103319</c:v>
                </c:pt>
                <c:pt idx="1233">
                  <c:v>-18.664236330326343</c:v>
                </c:pt>
                <c:pt idx="1234">
                  <c:v>-18.332241970185382</c:v>
                </c:pt>
                <c:pt idx="1235">
                  <c:v>-18.629852375432485</c:v>
                </c:pt>
                <c:pt idx="1236">
                  <c:v>-18.305315803494818</c:v>
                </c:pt>
                <c:pt idx="1237">
                  <c:v>-17.65973124027024</c:v>
                </c:pt>
                <c:pt idx="1238">
                  <c:v>-17.544990591109084</c:v>
                </c:pt>
                <c:pt idx="1239">
                  <c:v>-18.070386248905223</c:v>
                </c:pt>
                <c:pt idx="1240">
                  <c:v>-16.236433476392026</c:v>
                </c:pt>
                <c:pt idx="1241">
                  <c:v>-15.399735567136489</c:v>
                </c:pt>
                <c:pt idx="1242">
                  <c:v>-16.617358359228227</c:v>
                </c:pt>
                <c:pt idx="1243">
                  <c:v>-15.967728623218218</c:v>
                </c:pt>
                <c:pt idx="1244">
                  <c:v>-14.923294853588763</c:v>
                </c:pt>
                <c:pt idx="1245">
                  <c:v>-13.94686343871645</c:v>
                </c:pt>
                <c:pt idx="1246">
                  <c:v>-12.983067251416994</c:v>
                </c:pt>
                <c:pt idx="1247">
                  <c:v>-14.262229893892806</c:v>
                </c:pt>
                <c:pt idx="1248">
                  <c:v>-14.148450447790793</c:v>
                </c:pt>
                <c:pt idx="1249">
                  <c:v>-13.824440581413812</c:v>
                </c:pt>
                <c:pt idx="1250">
                  <c:v>-13.429817749800462</c:v>
                </c:pt>
                <c:pt idx="1251">
                  <c:v>-13.46185717618334</c:v>
                </c:pt>
                <c:pt idx="1252">
                  <c:v>-13.081073067774708</c:v>
                </c:pt>
                <c:pt idx="1253">
                  <c:v>-12.615246207063539</c:v>
                </c:pt>
                <c:pt idx="1254">
                  <c:v>-13.094910642315229</c:v>
                </c:pt>
                <c:pt idx="1255">
                  <c:v>-13.641773735562991</c:v>
                </c:pt>
                <c:pt idx="1256">
                  <c:v>-14.650239188242834</c:v>
                </c:pt>
                <c:pt idx="1257">
                  <c:v>-13.35765820554651</c:v>
                </c:pt>
                <c:pt idx="1258">
                  <c:v>-15.424069371289386</c:v>
                </c:pt>
                <c:pt idx="1259">
                  <c:v>-15.234186909535731</c:v>
                </c:pt>
                <c:pt idx="1260">
                  <c:v>-18.150918685324221</c:v>
                </c:pt>
                <c:pt idx="1261">
                  <c:v>-17.65344585002568</c:v>
                </c:pt>
                <c:pt idx="1262">
                  <c:v>-17.873000085594146</c:v>
                </c:pt>
                <c:pt idx="1263">
                  <c:v>-18.307864777188325</c:v>
                </c:pt>
                <c:pt idx="1264">
                  <c:v>-17.359699144043965</c:v>
                </c:pt>
                <c:pt idx="1265">
                  <c:v>-17.034496676223441</c:v>
                </c:pt>
                <c:pt idx="1266">
                  <c:v>-17.025820886715287</c:v>
                </c:pt>
                <c:pt idx="1267">
                  <c:v>-17.498693315426593</c:v>
                </c:pt>
                <c:pt idx="1268">
                  <c:v>-18.111401666611847</c:v>
                </c:pt>
                <c:pt idx="1269">
                  <c:v>-24.863539116683448</c:v>
                </c:pt>
                <c:pt idx="1270">
                  <c:v>-17.132533429490749</c:v>
                </c:pt>
                <c:pt idx="1271">
                  <c:v>-16.220506738892876</c:v>
                </c:pt>
                <c:pt idx="1272">
                  <c:v>-15.423952176106486</c:v>
                </c:pt>
                <c:pt idx="1273">
                  <c:v>-14.885408718217898</c:v>
                </c:pt>
                <c:pt idx="1274">
                  <c:v>-10.177403173366461</c:v>
                </c:pt>
                <c:pt idx="1275">
                  <c:v>-14.649376355015157</c:v>
                </c:pt>
                <c:pt idx="1276">
                  <c:v>-12.556348023194996</c:v>
                </c:pt>
                <c:pt idx="1277">
                  <c:v>-12.449400654546611</c:v>
                </c:pt>
                <c:pt idx="1278">
                  <c:v>-12.438263600971714</c:v>
                </c:pt>
                <c:pt idx="1279">
                  <c:v>-8.5388455567728965</c:v>
                </c:pt>
                <c:pt idx="1280">
                  <c:v>-13.495771715649475</c:v>
                </c:pt>
                <c:pt idx="1281">
                  <c:v>-1.1529245909563812</c:v>
                </c:pt>
                <c:pt idx="1282">
                  <c:v>-17.444322797783848</c:v>
                </c:pt>
                <c:pt idx="1283">
                  <c:v>-11.498497300181169</c:v>
                </c:pt>
                <c:pt idx="1284">
                  <c:v>-12.223155561071216</c:v>
                </c:pt>
                <c:pt idx="1285">
                  <c:v>-15.904371017592345</c:v>
                </c:pt>
                <c:pt idx="1286">
                  <c:v>-15.600096738952759</c:v>
                </c:pt>
                <c:pt idx="1287">
                  <c:v>-16.210924246787378</c:v>
                </c:pt>
                <c:pt idx="1288">
                  <c:v>-13.811429032008601</c:v>
                </c:pt>
                <c:pt idx="1289">
                  <c:v>-13.372282953827881</c:v>
                </c:pt>
                <c:pt idx="1290">
                  <c:v>-15.48950325963836</c:v>
                </c:pt>
                <c:pt idx="1291">
                  <c:v>-15.187244906518353</c:v>
                </c:pt>
                <c:pt idx="1292">
                  <c:v>-15.154621536177229</c:v>
                </c:pt>
                <c:pt idx="1293">
                  <c:v>-13.358218838540299</c:v>
                </c:pt>
                <c:pt idx="1294">
                  <c:v>-14.767588692996346</c:v>
                </c:pt>
                <c:pt idx="1295">
                  <c:v>-15.682251915996048</c:v>
                </c:pt>
                <c:pt idx="1296">
                  <c:v>-15.430217257967978</c:v>
                </c:pt>
                <c:pt idx="1297">
                  <c:v>-15.791385067301881</c:v>
                </c:pt>
                <c:pt idx="1298">
                  <c:v>-12.85185138295264</c:v>
                </c:pt>
                <c:pt idx="1299">
                  <c:v>-16.380305481728161</c:v>
                </c:pt>
                <c:pt idx="1300">
                  <c:v>-15.936973301257426</c:v>
                </c:pt>
                <c:pt idx="1301">
                  <c:v>-15.65766781115123</c:v>
                </c:pt>
                <c:pt idx="1302">
                  <c:v>-15.681542396303747</c:v>
                </c:pt>
                <c:pt idx="1303">
                  <c:v>-16.479562632749222</c:v>
                </c:pt>
                <c:pt idx="1304">
                  <c:v>-15.047828583485757</c:v>
                </c:pt>
                <c:pt idx="1305">
                  <c:v>-15.727798693148729</c:v>
                </c:pt>
                <c:pt idx="1306">
                  <c:v>-15.496514033196913</c:v>
                </c:pt>
                <c:pt idx="1307">
                  <c:v>-15.704894546405704</c:v>
                </c:pt>
                <c:pt idx="1308">
                  <c:v>-17.77629167674435</c:v>
                </c:pt>
                <c:pt idx="1309">
                  <c:v>-15.927361540433601</c:v>
                </c:pt>
                <c:pt idx="1310">
                  <c:v>-16.58925948209794</c:v>
                </c:pt>
                <c:pt idx="1311">
                  <c:v>-16.539360311833022</c:v>
                </c:pt>
                <c:pt idx="1312">
                  <c:v>-16.636832984128816</c:v>
                </c:pt>
                <c:pt idx="1313">
                  <c:v>-17.350936922281864</c:v>
                </c:pt>
                <c:pt idx="1314">
                  <c:v>-16.426828724561751</c:v>
                </c:pt>
                <c:pt idx="1315">
                  <c:v>-16.654313288035222</c:v>
                </c:pt>
                <c:pt idx="1316">
                  <c:v>-18.139751704426107</c:v>
                </c:pt>
                <c:pt idx="1317">
                  <c:v>-17.22084909107377</c:v>
                </c:pt>
                <c:pt idx="1318">
                  <c:v>-28.467342655227984</c:v>
                </c:pt>
                <c:pt idx="1319">
                  <c:v>-17.339336247640009</c:v>
                </c:pt>
                <c:pt idx="1320">
                  <c:v>-17.673784259407352</c:v>
                </c:pt>
                <c:pt idx="1321">
                  <c:v>-17.808396714630234</c:v>
                </c:pt>
                <c:pt idx="1322">
                  <c:v>-17.485187220819686</c:v>
                </c:pt>
                <c:pt idx="1323">
                  <c:v>-37.055760874638665</c:v>
                </c:pt>
                <c:pt idx="1324">
                  <c:v>-23.127636729333862</c:v>
                </c:pt>
                <c:pt idx="1325">
                  <c:v>-23.315601175900277</c:v>
                </c:pt>
                <c:pt idx="1326">
                  <c:v>-21.525330993326037</c:v>
                </c:pt>
                <c:pt idx="1327">
                  <c:v>-20.47342272596784</c:v>
                </c:pt>
                <c:pt idx="1328">
                  <c:v>-20.319702304026297</c:v>
                </c:pt>
                <c:pt idx="1329">
                  <c:v>-21.107526920170201</c:v>
                </c:pt>
                <c:pt idx="1330">
                  <c:v>-21.098613189218948</c:v>
                </c:pt>
                <c:pt idx="1331">
                  <c:v>-19.524301699194236</c:v>
                </c:pt>
                <c:pt idx="1332">
                  <c:v>-25.279816859264152</c:v>
                </c:pt>
                <c:pt idx="1333">
                  <c:v>-21.093943130016314</c:v>
                </c:pt>
                <c:pt idx="1334">
                  <c:v>-21.47285123706741</c:v>
                </c:pt>
                <c:pt idx="1335">
                  <c:v>-20.821688522353334</c:v>
                </c:pt>
                <c:pt idx="1336">
                  <c:v>-21.673964462620443</c:v>
                </c:pt>
                <c:pt idx="1337">
                  <c:v>-17.483289922014762</c:v>
                </c:pt>
                <c:pt idx="1338">
                  <c:v>-21.894955728577617</c:v>
                </c:pt>
                <c:pt idx="1339">
                  <c:v>-21.767778929992076</c:v>
                </c:pt>
                <c:pt idx="1340">
                  <c:v>-21.241078211866508</c:v>
                </c:pt>
                <c:pt idx="1341">
                  <c:v>-22.041216255646574</c:v>
                </c:pt>
                <c:pt idx="1342">
                  <c:v>-17.448062751816419</c:v>
                </c:pt>
                <c:pt idx="1343">
                  <c:v>-21.358714004643403</c:v>
                </c:pt>
                <c:pt idx="1344">
                  <c:v>-20.379910035095016</c:v>
                </c:pt>
                <c:pt idx="1345">
                  <c:v>-22.375086375154865</c:v>
                </c:pt>
                <c:pt idx="1346">
                  <c:v>-22.148909960416454</c:v>
                </c:pt>
                <c:pt idx="1347">
                  <c:v>-32.846758939094556</c:v>
                </c:pt>
                <c:pt idx="1348">
                  <c:v>-23.018525424821981</c:v>
                </c:pt>
                <c:pt idx="1349">
                  <c:v>-23.415955285333261</c:v>
                </c:pt>
                <c:pt idx="1350">
                  <c:v>-22.999527469837069</c:v>
                </c:pt>
                <c:pt idx="1351">
                  <c:v>-22.657743291661365</c:v>
                </c:pt>
                <c:pt idx="1352">
                  <c:v>-9.0333090193820063</c:v>
                </c:pt>
                <c:pt idx="1353">
                  <c:v>-21.623578355199403</c:v>
                </c:pt>
                <c:pt idx="1354">
                  <c:v>-12.639847851329179</c:v>
                </c:pt>
                <c:pt idx="1355">
                  <c:v>-20.912898371617626</c:v>
                </c:pt>
                <c:pt idx="1356">
                  <c:v>-21.132927753851323</c:v>
                </c:pt>
                <c:pt idx="1357">
                  <c:v>-23.507103862694443</c:v>
                </c:pt>
                <c:pt idx="1358">
                  <c:v>-23.849941279651969</c:v>
                </c:pt>
                <c:pt idx="1359">
                  <c:v>-31.397238310800333</c:v>
                </c:pt>
                <c:pt idx="1360">
                  <c:v>-25.199035306823124</c:v>
                </c:pt>
                <c:pt idx="1361">
                  <c:v>-24.448869121156516</c:v>
                </c:pt>
                <c:pt idx="1362">
                  <c:v>-24.569520060453332</c:v>
                </c:pt>
                <c:pt idx="1363">
                  <c:v>-23.87938650158959</c:v>
                </c:pt>
                <c:pt idx="1364">
                  <c:v>-22.998311104007097</c:v>
                </c:pt>
                <c:pt idx="1365">
                  <c:v>-23.40870665885317</c:v>
                </c:pt>
                <c:pt idx="1366">
                  <c:v>-22.345760386013382</c:v>
                </c:pt>
                <c:pt idx="1367">
                  <c:v>-22.941745202500641</c:v>
                </c:pt>
                <c:pt idx="1368">
                  <c:v>-22.703308137673798</c:v>
                </c:pt>
                <c:pt idx="1369">
                  <c:v>-22.49076884925627</c:v>
                </c:pt>
                <c:pt idx="1370">
                  <c:v>-22.608300692881965</c:v>
                </c:pt>
                <c:pt idx="1371">
                  <c:v>-21.88741390581162</c:v>
                </c:pt>
                <c:pt idx="1372">
                  <c:v>-22.414850660117498</c:v>
                </c:pt>
                <c:pt idx="1373">
                  <c:v>-21.681247312068248</c:v>
                </c:pt>
                <c:pt idx="1374">
                  <c:v>-21.63966304655295</c:v>
                </c:pt>
                <c:pt idx="1375">
                  <c:v>-22.093549537265122</c:v>
                </c:pt>
                <c:pt idx="1376">
                  <c:v>-21.818334000578215</c:v>
                </c:pt>
                <c:pt idx="1377">
                  <c:v>-22.067701123513611</c:v>
                </c:pt>
                <c:pt idx="1378">
                  <c:v>-21.249832871464427</c:v>
                </c:pt>
                <c:pt idx="1379">
                  <c:v>-22.163187264096763</c:v>
                </c:pt>
                <c:pt idx="1380">
                  <c:v>-22.320538174390208</c:v>
                </c:pt>
                <c:pt idx="1381">
                  <c:v>-21.687111860989667</c:v>
                </c:pt>
                <c:pt idx="1382">
                  <c:v>-23.15489145249115</c:v>
                </c:pt>
                <c:pt idx="1383">
                  <c:v>-23.788865292016141</c:v>
                </c:pt>
                <c:pt idx="1384">
                  <c:v>-25.942442723296157</c:v>
                </c:pt>
                <c:pt idx="1385">
                  <c:v>-26.63437204430808</c:v>
                </c:pt>
                <c:pt idx="1386">
                  <c:v>-26.017215837422178</c:v>
                </c:pt>
                <c:pt idx="1387">
                  <c:v>-25.791421135384649</c:v>
                </c:pt>
                <c:pt idx="1388">
                  <c:v>-25.811917904459239</c:v>
                </c:pt>
                <c:pt idx="1389">
                  <c:v>-27.867877565641905</c:v>
                </c:pt>
                <c:pt idx="1390">
                  <c:v>-28.772129312444338</c:v>
                </c:pt>
                <c:pt idx="1391">
                  <c:v>-29.64578211028347</c:v>
                </c:pt>
                <c:pt idx="1392">
                  <c:v>-29.093260382501501</c:v>
                </c:pt>
                <c:pt idx="1393">
                  <c:v>-28.67017411097812</c:v>
                </c:pt>
                <c:pt idx="1394">
                  <c:v>-29.888191443958444</c:v>
                </c:pt>
                <c:pt idx="1395">
                  <c:v>-30.532970034009352</c:v>
                </c:pt>
                <c:pt idx="1396">
                  <c:v>-30.738258649429365</c:v>
                </c:pt>
                <c:pt idx="1397">
                  <c:v>-29.940869832270529</c:v>
                </c:pt>
                <c:pt idx="1398">
                  <c:v>-30.925185015246811</c:v>
                </c:pt>
                <c:pt idx="1399">
                  <c:v>-33.482951687211511</c:v>
                </c:pt>
                <c:pt idx="1400">
                  <c:v>-34.748336637254411</c:v>
                </c:pt>
                <c:pt idx="1401">
                  <c:v>-34.760053192314061</c:v>
                </c:pt>
                <c:pt idx="1402">
                  <c:v>-33.645301385649233</c:v>
                </c:pt>
                <c:pt idx="1403">
                  <c:v>-33.391166272384638</c:v>
                </c:pt>
                <c:pt idx="1404">
                  <c:v>-35.275645345646467</c:v>
                </c:pt>
                <c:pt idx="1405">
                  <c:v>-34.725105314715854</c:v>
                </c:pt>
                <c:pt idx="1406">
                  <c:v>-34.434820327477553</c:v>
                </c:pt>
                <c:pt idx="1407">
                  <c:v>-33.808219987057171</c:v>
                </c:pt>
                <c:pt idx="1408">
                  <c:v>-35.872188547794877</c:v>
                </c:pt>
                <c:pt idx="1409">
                  <c:v>-36.263547481461885</c:v>
                </c:pt>
                <c:pt idx="1410">
                  <c:v>-36.717106220735047</c:v>
                </c:pt>
                <c:pt idx="1411">
                  <c:v>-36.679675989197023</c:v>
                </c:pt>
                <c:pt idx="1412">
                  <c:v>-37.40136470655488</c:v>
                </c:pt>
                <c:pt idx="1413">
                  <c:v>-38.613940961463491</c:v>
                </c:pt>
                <c:pt idx="1414">
                  <c:v>-38.243203410505402</c:v>
                </c:pt>
                <c:pt idx="1415">
                  <c:v>-36.844041775673098</c:v>
                </c:pt>
                <c:pt idx="1416">
                  <c:v>-34.841498464157851</c:v>
                </c:pt>
                <c:pt idx="1417">
                  <c:v>-34.871979654438597</c:v>
                </c:pt>
                <c:pt idx="1418">
                  <c:v>-34.047716570602368</c:v>
                </c:pt>
                <c:pt idx="1419">
                  <c:v>-34.318706658564679</c:v>
                </c:pt>
                <c:pt idx="1420">
                  <c:v>-34.895919317639013</c:v>
                </c:pt>
                <c:pt idx="1421">
                  <c:v>-34.959250307940835</c:v>
                </c:pt>
                <c:pt idx="1422">
                  <c:v>-34.817746225599805</c:v>
                </c:pt>
                <c:pt idx="1423">
                  <c:v>-36.311469290327494</c:v>
                </c:pt>
                <c:pt idx="1424">
                  <c:v>-38.580602395595029</c:v>
                </c:pt>
                <c:pt idx="1425">
                  <c:v>-37.952427791583311</c:v>
                </c:pt>
                <c:pt idx="1426">
                  <c:v>-37.300238129933469</c:v>
                </c:pt>
                <c:pt idx="1427">
                  <c:v>-37.373099986427547</c:v>
                </c:pt>
                <c:pt idx="1428">
                  <c:v>-37.830766927396162</c:v>
                </c:pt>
                <c:pt idx="1429">
                  <c:v>-36.963207572946899</c:v>
                </c:pt>
                <c:pt idx="1430">
                  <c:v>-37.514064682451476</c:v>
                </c:pt>
                <c:pt idx="1431">
                  <c:v>-38.799158236402945</c:v>
                </c:pt>
                <c:pt idx="1432">
                  <c:v>-40.650761362070938</c:v>
                </c:pt>
                <c:pt idx="1433">
                  <c:v>-39.427783402556365</c:v>
                </c:pt>
                <c:pt idx="1434">
                  <c:v>-40.026705220492481</c:v>
                </c:pt>
                <c:pt idx="1435">
                  <c:v>-40.787742678168051</c:v>
                </c:pt>
                <c:pt idx="1436">
                  <c:v>-42.438780783447619</c:v>
                </c:pt>
                <c:pt idx="1437">
                  <c:v>-41.638189514894194</c:v>
                </c:pt>
                <c:pt idx="1438">
                  <c:v>-44.561621285307425</c:v>
                </c:pt>
                <c:pt idx="1439">
                  <c:v>-45.478902819612856</c:v>
                </c:pt>
                <c:pt idx="1440">
                  <c:v>-45.897244834013961</c:v>
                </c:pt>
                <c:pt idx="1441">
                  <c:v>-43.888101523870908</c:v>
                </c:pt>
                <c:pt idx="1442">
                  <c:v>-44.37046908947292</c:v>
                </c:pt>
                <c:pt idx="1443">
                  <c:v>-44.504850527318609</c:v>
                </c:pt>
                <c:pt idx="1444">
                  <c:v>-45.251777835029557</c:v>
                </c:pt>
                <c:pt idx="1445">
                  <c:v>-45.525985334324609</c:v>
                </c:pt>
                <c:pt idx="1446">
                  <c:v>-46.737465552262321</c:v>
                </c:pt>
                <c:pt idx="1447">
                  <c:v>-47.261246682954862</c:v>
                </c:pt>
                <c:pt idx="1448">
                  <c:v>-48.296227020806029</c:v>
                </c:pt>
                <c:pt idx="1449">
                  <c:v>-50.630373994798234</c:v>
                </c:pt>
                <c:pt idx="1450">
                  <c:v>-51.038733792303084</c:v>
                </c:pt>
                <c:pt idx="1451">
                  <c:v>-47.945940172406587</c:v>
                </c:pt>
                <c:pt idx="1452">
                  <c:v>-46.503582074353815</c:v>
                </c:pt>
                <c:pt idx="1453">
                  <c:v>-46.880036053493889</c:v>
                </c:pt>
                <c:pt idx="1454">
                  <c:v>-46.601700261456344</c:v>
                </c:pt>
                <c:pt idx="1455">
                  <c:v>-48.988364370264385</c:v>
                </c:pt>
                <c:pt idx="1456">
                  <c:v>-47.191084419683975</c:v>
                </c:pt>
                <c:pt idx="1457">
                  <c:v>-46.9550828172111</c:v>
                </c:pt>
                <c:pt idx="1458">
                  <c:v>-57.394205253523737</c:v>
                </c:pt>
                <c:pt idx="1459">
                  <c:v>-48.51724734752797</c:v>
                </c:pt>
                <c:pt idx="1460">
                  <c:v>-49.274999798768604</c:v>
                </c:pt>
                <c:pt idx="1461">
                  <c:v>-47.343856922560363</c:v>
                </c:pt>
                <c:pt idx="1462">
                  <c:v>-47.15275600000124</c:v>
                </c:pt>
                <c:pt idx="1463">
                  <c:v>-46.177383548263506</c:v>
                </c:pt>
                <c:pt idx="1464">
                  <c:v>-44.380981230637126</c:v>
                </c:pt>
                <c:pt idx="1465">
                  <c:v>-49.837439888930106</c:v>
                </c:pt>
                <c:pt idx="1466">
                  <c:v>-50.286933407370199</c:v>
                </c:pt>
                <c:pt idx="1467">
                  <c:v>-50.793595115788904</c:v>
                </c:pt>
                <c:pt idx="1468">
                  <c:v>-49.084811841567856</c:v>
                </c:pt>
                <c:pt idx="1469">
                  <c:v>-45.696176586988209</c:v>
                </c:pt>
                <c:pt idx="1470">
                  <c:v>-45.939244886156892</c:v>
                </c:pt>
                <c:pt idx="1471">
                  <c:v>-47.365034131072036</c:v>
                </c:pt>
                <c:pt idx="1472">
                  <c:v>-48.429691229770114</c:v>
                </c:pt>
                <c:pt idx="1473">
                  <c:v>-48.354672599599823</c:v>
                </c:pt>
                <c:pt idx="1474">
                  <c:v>-47.766577804991357</c:v>
                </c:pt>
                <c:pt idx="1475">
                  <c:v>-49.304354548874493</c:v>
                </c:pt>
                <c:pt idx="1476">
                  <c:v>-49.79162148421662</c:v>
                </c:pt>
                <c:pt idx="1477">
                  <c:v>-49.235262622356842</c:v>
                </c:pt>
                <c:pt idx="1478">
                  <c:v>-48.727503304002056</c:v>
                </c:pt>
                <c:pt idx="1479">
                  <c:v>-49.753722239388551</c:v>
                </c:pt>
                <c:pt idx="1480">
                  <c:v>-48.421300972426025</c:v>
                </c:pt>
                <c:pt idx="1481">
                  <c:v>-48.607570674603664</c:v>
                </c:pt>
                <c:pt idx="1482">
                  <c:v>-49.804611108241126</c:v>
                </c:pt>
                <c:pt idx="1483">
                  <c:v>-50.486075418426388</c:v>
                </c:pt>
                <c:pt idx="1484">
                  <c:v>-50.281185199400916</c:v>
                </c:pt>
                <c:pt idx="1485">
                  <c:v>-49.808929743666155</c:v>
                </c:pt>
                <c:pt idx="1486">
                  <c:v>-51.103900223976666</c:v>
                </c:pt>
                <c:pt idx="1487">
                  <c:v>-50.786878925991978</c:v>
                </c:pt>
                <c:pt idx="1488">
                  <c:v>-50.893924204244946</c:v>
                </c:pt>
                <c:pt idx="1489">
                  <c:v>-49.6926422932967</c:v>
                </c:pt>
                <c:pt idx="1490">
                  <c:v>-49.4528410210619</c:v>
                </c:pt>
                <c:pt idx="1491">
                  <c:v>-49.171023401222222</c:v>
                </c:pt>
                <c:pt idx="1492">
                  <c:v>-48.206042977831956</c:v>
                </c:pt>
                <c:pt idx="1493">
                  <c:v>-48.02884564001927</c:v>
                </c:pt>
                <c:pt idx="1494">
                  <c:v>-45.771815851622918</c:v>
                </c:pt>
                <c:pt idx="1495">
                  <c:v>-45.788208800562472</c:v>
                </c:pt>
                <c:pt idx="1496">
                  <c:v>-45.596576524319175</c:v>
                </c:pt>
                <c:pt idx="1497">
                  <c:v>-45.999835165949953</c:v>
                </c:pt>
                <c:pt idx="1498">
                  <c:v>-37.46160167338455</c:v>
                </c:pt>
                <c:pt idx="1499">
                  <c:v>-47.36506981287954</c:v>
                </c:pt>
                <c:pt idx="1500">
                  <c:v>-45.15668056702242</c:v>
                </c:pt>
                <c:pt idx="1501">
                  <c:v>-43.888372346484999</c:v>
                </c:pt>
                <c:pt idx="1502">
                  <c:v>-44.390826887342747</c:v>
                </c:pt>
                <c:pt idx="1503">
                  <c:v>-47.707510012614897</c:v>
                </c:pt>
                <c:pt idx="1504">
                  <c:v>-49.594237947501497</c:v>
                </c:pt>
                <c:pt idx="1505">
                  <c:v>-53.298524561648392</c:v>
                </c:pt>
                <c:pt idx="1506">
                  <c:v>-50.891364000000834</c:v>
                </c:pt>
                <c:pt idx="1507">
                  <c:v>-53.02283368551543</c:v>
                </c:pt>
                <c:pt idx="1508">
                  <c:v>-52.512484219213491</c:v>
                </c:pt>
                <c:pt idx="1509">
                  <c:v>-52.14956005695548</c:v>
                </c:pt>
                <c:pt idx="1510">
                  <c:v>-52.432359590547698</c:v>
                </c:pt>
                <c:pt idx="1511">
                  <c:v>-53.035324918017963</c:v>
                </c:pt>
                <c:pt idx="1512">
                  <c:v>-53.870654484327488</c:v>
                </c:pt>
                <c:pt idx="1513">
                  <c:v>-52.880631302699477</c:v>
                </c:pt>
                <c:pt idx="1514">
                  <c:v>-53.949564478739674</c:v>
                </c:pt>
                <c:pt idx="1515">
                  <c:v>-55.476933156100827</c:v>
                </c:pt>
                <c:pt idx="1516">
                  <c:v>-54.215338374605182</c:v>
                </c:pt>
                <c:pt idx="1517">
                  <c:v>-54.783633553592736</c:v>
                </c:pt>
                <c:pt idx="1518">
                  <c:v>-55.674481246645641</c:v>
                </c:pt>
                <c:pt idx="1519">
                  <c:v>-53.625654577664747</c:v>
                </c:pt>
                <c:pt idx="1520">
                  <c:v>-53.110051551416021</c:v>
                </c:pt>
                <c:pt idx="1521">
                  <c:v>-53.562056728275039</c:v>
                </c:pt>
                <c:pt idx="1522">
                  <c:v>-53.893537574188329</c:v>
                </c:pt>
                <c:pt idx="1523">
                  <c:v>-55.006636012978461</c:v>
                </c:pt>
                <c:pt idx="1524">
                  <c:v>-54.300249000001685</c:v>
                </c:pt>
                <c:pt idx="1525">
                  <c:v>-54.152424428537415</c:v>
                </c:pt>
                <c:pt idx="1526">
                  <c:v>-54.118886398019491</c:v>
                </c:pt>
                <c:pt idx="1527">
                  <c:v>-53.763421534650512</c:v>
                </c:pt>
                <c:pt idx="1528">
                  <c:v>-53.754645767355619</c:v>
                </c:pt>
                <c:pt idx="1529">
                  <c:v>-53.127398034979834</c:v>
                </c:pt>
                <c:pt idx="1530">
                  <c:v>-51.937043327093122</c:v>
                </c:pt>
                <c:pt idx="1531">
                  <c:v>-51.986140852552012</c:v>
                </c:pt>
                <c:pt idx="1532">
                  <c:v>-52.371106277010568</c:v>
                </c:pt>
                <c:pt idx="1533">
                  <c:v>-48.058437282719282</c:v>
                </c:pt>
                <c:pt idx="1534">
                  <c:v>-48.144823912645407</c:v>
                </c:pt>
                <c:pt idx="1535">
                  <c:v>-49.008536291424683</c:v>
                </c:pt>
                <c:pt idx="1536">
                  <c:v>-47.712970103024503</c:v>
                </c:pt>
                <c:pt idx="1537">
                  <c:v>-46.500836039387849</c:v>
                </c:pt>
                <c:pt idx="1538">
                  <c:v>-46.394896387227647</c:v>
                </c:pt>
                <c:pt idx="1539">
                  <c:v>-46.732282398279153</c:v>
                </c:pt>
                <c:pt idx="1540">
                  <c:v>-47.036753182402947</c:v>
                </c:pt>
                <c:pt idx="1541">
                  <c:v>-44.524473893740499</c:v>
                </c:pt>
                <c:pt idx="1542">
                  <c:v>-43.143894003698371</c:v>
                </c:pt>
                <c:pt idx="1543">
                  <c:v>-44.843319315106541</c:v>
                </c:pt>
                <c:pt idx="1544">
                  <c:v>-46.643802946342262</c:v>
                </c:pt>
                <c:pt idx="1545">
                  <c:v>-49.835075736263732</c:v>
                </c:pt>
                <c:pt idx="1546">
                  <c:v>-49.951640899210467</c:v>
                </c:pt>
                <c:pt idx="1547">
                  <c:v>-49.62496792726958</c:v>
                </c:pt>
                <c:pt idx="1548">
                  <c:v>-49.333824728121115</c:v>
                </c:pt>
                <c:pt idx="1549">
                  <c:v>-48.86110372579887</c:v>
                </c:pt>
                <c:pt idx="1550">
                  <c:v>-47.647439310388521</c:v>
                </c:pt>
                <c:pt idx="1551">
                  <c:v>-48.085801133579565</c:v>
                </c:pt>
                <c:pt idx="1552">
                  <c:v>-47.887903876408771</c:v>
                </c:pt>
                <c:pt idx="1553">
                  <c:v>-48.630386316986332</c:v>
                </c:pt>
                <c:pt idx="1554">
                  <c:v>-47.411469059903858</c:v>
                </c:pt>
                <c:pt idx="1555">
                  <c:v>-47.047557962857702</c:v>
                </c:pt>
                <c:pt idx="1556">
                  <c:v>-46.474106325352885</c:v>
                </c:pt>
                <c:pt idx="1557">
                  <c:v>-46.446680000797038</c:v>
                </c:pt>
                <c:pt idx="1558">
                  <c:v>-45.393033706764555</c:v>
                </c:pt>
                <c:pt idx="1559">
                  <c:v>-45.423313383492186</c:v>
                </c:pt>
                <c:pt idx="1560">
                  <c:v>-46.325201405632576</c:v>
                </c:pt>
                <c:pt idx="1561">
                  <c:v>-46.930428646333738</c:v>
                </c:pt>
                <c:pt idx="1562">
                  <c:v>-47.407556767432638</c:v>
                </c:pt>
                <c:pt idx="1563">
                  <c:v>-48.460349491084472</c:v>
                </c:pt>
                <c:pt idx="1564">
                  <c:v>-48.239764570545091</c:v>
                </c:pt>
                <c:pt idx="1565">
                  <c:v>-48.090409495050849</c:v>
                </c:pt>
                <c:pt idx="1566">
                  <c:v>-48.014156104633507</c:v>
                </c:pt>
                <c:pt idx="1567">
                  <c:v>-47.021889717399382</c:v>
                </c:pt>
                <c:pt idx="1568">
                  <c:v>-50.785770489082978</c:v>
                </c:pt>
                <c:pt idx="1569">
                  <c:v>-50.515538597569474</c:v>
                </c:pt>
                <c:pt idx="1570">
                  <c:v>-51.515124227516651</c:v>
                </c:pt>
                <c:pt idx="1571">
                  <c:v>-50.739656147956453</c:v>
                </c:pt>
                <c:pt idx="1572">
                  <c:v>-51.146476090862649</c:v>
                </c:pt>
                <c:pt idx="1573">
                  <c:v>-49.682425699453404</c:v>
                </c:pt>
                <c:pt idx="1574">
                  <c:v>-47.838563938015668</c:v>
                </c:pt>
                <c:pt idx="1575">
                  <c:v>-49.37256506865198</c:v>
                </c:pt>
                <c:pt idx="1576">
                  <c:v>-48.350256483118059</c:v>
                </c:pt>
                <c:pt idx="1577">
                  <c:v>-48.334096701110887</c:v>
                </c:pt>
                <c:pt idx="1578">
                  <c:v>-48.619572873801857</c:v>
                </c:pt>
                <c:pt idx="1579">
                  <c:v>-48.321112750668036</c:v>
                </c:pt>
                <c:pt idx="1580">
                  <c:v>-47.226687092011119</c:v>
                </c:pt>
                <c:pt idx="1581">
                  <c:v>-48.995692999999775</c:v>
                </c:pt>
                <c:pt idx="1582">
                  <c:v>-48.882197000001291</c:v>
                </c:pt>
                <c:pt idx="1583">
                  <c:v>-49.212287999998821</c:v>
                </c:pt>
                <c:pt idx="1584">
                  <c:v>-49.956441999995938</c:v>
                </c:pt>
                <c:pt idx="1585">
                  <c:v>-50.719825000000284</c:v>
                </c:pt>
                <c:pt idx="1586">
                  <c:v>-50.157330000002446</c:v>
                </c:pt>
                <c:pt idx="1587">
                  <c:v>-50.872401000000281</c:v>
                </c:pt>
                <c:pt idx="1588">
                  <c:v>-50.250992000000508</c:v>
                </c:pt>
                <c:pt idx="1589">
                  <c:v>-49.910087000001198</c:v>
                </c:pt>
                <c:pt idx="1590">
                  <c:v>-50.375588129696396</c:v>
                </c:pt>
                <c:pt idx="1591">
                  <c:v>-48.282830999998893</c:v>
                </c:pt>
                <c:pt idx="1592">
                  <c:v>-50.156536000001267</c:v>
                </c:pt>
                <c:pt idx="1593">
                  <c:v>-49.742206558526007</c:v>
                </c:pt>
                <c:pt idx="1594">
                  <c:v>-49.441370309028841</c:v>
                </c:pt>
                <c:pt idx="1595">
                  <c:v>-50.715214218087979</c:v>
                </c:pt>
                <c:pt idx="1596">
                  <c:v>-50.043449258108218</c:v>
                </c:pt>
                <c:pt idx="1597">
                  <c:v>-50.523421999999549</c:v>
                </c:pt>
                <c:pt idx="1598">
                  <c:v>-50.27998900000042</c:v>
                </c:pt>
                <c:pt idx="1599">
                  <c:v>-49.711440154714666</c:v>
                </c:pt>
                <c:pt idx="1600">
                  <c:v>-49.206234371214137</c:v>
                </c:pt>
                <c:pt idx="1601">
                  <c:v>-48.147132000000312</c:v>
                </c:pt>
                <c:pt idx="1602">
                  <c:v>-47.736478000000595</c:v>
                </c:pt>
                <c:pt idx="1603">
                  <c:v>-49.533494000000267</c:v>
                </c:pt>
                <c:pt idx="1604">
                  <c:v>-49.948215774190729</c:v>
                </c:pt>
                <c:pt idx="1605">
                  <c:v>-49.129868606945877</c:v>
                </c:pt>
                <c:pt idx="1606">
                  <c:v>-50.51847005898567</c:v>
                </c:pt>
                <c:pt idx="1607">
                  <c:v>-51.475505041141474</c:v>
                </c:pt>
                <c:pt idx="1608">
                  <c:v>-52.832006499518258</c:v>
                </c:pt>
                <c:pt idx="1609">
                  <c:v>-52.262323502625499</c:v>
                </c:pt>
                <c:pt idx="1610">
                  <c:v>-51.461284478289912</c:v>
                </c:pt>
                <c:pt idx="1611">
                  <c:v>-51.840091255625808</c:v>
                </c:pt>
                <c:pt idx="1612">
                  <c:v>-51.623873441240868</c:v>
                </c:pt>
                <c:pt idx="1613">
                  <c:v>-51.370260539789662</c:v>
                </c:pt>
                <c:pt idx="1614">
                  <c:v>-49.23938399999858</c:v>
                </c:pt>
                <c:pt idx="1615">
                  <c:v>-47.679307000001579</c:v>
                </c:pt>
                <c:pt idx="1616">
                  <c:v>-47.499329000001232</c:v>
                </c:pt>
                <c:pt idx="1617">
                  <c:v>-50.105714999998128</c:v>
                </c:pt>
                <c:pt idx="1618">
                  <c:v>-48.812526000003359</c:v>
                </c:pt>
                <c:pt idx="1619">
                  <c:v>-49.281086377981843</c:v>
                </c:pt>
                <c:pt idx="1620">
                  <c:v>-47.18936446013074</c:v>
                </c:pt>
                <c:pt idx="1621">
                  <c:v>-49.173667143526089</c:v>
                </c:pt>
                <c:pt idx="1622">
                  <c:v>-50.819574662631148</c:v>
                </c:pt>
                <c:pt idx="1623">
                  <c:v>-48.705394011987373</c:v>
                </c:pt>
                <c:pt idx="1624">
                  <c:v>-49.614637203024373</c:v>
                </c:pt>
                <c:pt idx="1625">
                  <c:v>-49.696374151903235</c:v>
                </c:pt>
                <c:pt idx="1626">
                  <c:v>-49.363338999999733</c:v>
                </c:pt>
                <c:pt idx="1627">
                  <c:v>-49.524004999999491</c:v>
                </c:pt>
                <c:pt idx="1628">
                  <c:v>-49.855956000001228</c:v>
                </c:pt>
                <c:pt idx="1629">
                  <c:v>-49.280790317233567</c:v>
                </c:pt>
                <c:pt idx="1630">
                  <c:v>-47.297183000002612</c:v>
                </c:pt>
                <c:pt idx="1631">
                  <c:v>-48.009863999999965</c:v>
                </c:pt>
                <c:pt idx="1632">
                  <c:v>-48.660454157845336</c:v>
                </c:pt>
                <c:pt idx="1633">
                  <c:v>-47.55124315902907</c:v>
                </c:pt>
                <c:pt idx="1634">
                  <c:v>-47.475921000001385</c:v>
                </c:pt>
                <c:pt idx="1635">
                  <c:v>-48.63153211009385</c:v>
                </c:pt>
                <c:pt idx="1636">
                  <c:v>-49.736519763409788</c:v>
                </c:pt>
                <c:pt idx="1637">
                  <c:v>-50.324941175689645</c:v>
                </c:pt>
                <c:pt idx="1638">
                  <c:v>-50.107790900226249</c:v>
                </c:pt>
                <c:pt idx="1639">
                  <c:v>-48.808788529671524</c:v>
                </c:pt>
                <c:pt idx="1640">
                  <c:v>-49.825541111198746</c:v>
                </c:pt>
                <c:pt idx="1641">
                  <c:v>-47.827186411922185</c:v>
                </c:pt>
                <c:pt idx="1642">
                  <c:v>-48.919665106513456</c:v>
                </c:pt>
                <c:pt idx="1643">
                  <c:v>-48.797292241733359</c:v>
                </c:pt>
                <c:pt idx="1644">
                  <c:v>-47.966426093839651</c:v>
                </c:pt>
                <c:pt idx="1645">
                  <c:v>-49.644430000000241</c:v>
                </c:pt>
                <c:pt idx="1646">
                  <c:v>-48.89725399999908</c:v>
                </c:pt>
                <c:pt idx="1647">
                  <c:v>-49.783671000000879</c:v>
                </c:pt>
                <c:pt idx="1648">
                  <c:v>-50.641000155502311</c:v>
                </c:pt>
                <c:pt idx="1649">
                  <c:v>-50.771896000001902</c:v>
                </c:pt>
                <c:pt idx="1650">
                  <c:v>-50.872328999999468</c:v>
                </c:pt>
                <c:pt idx="1651">
                  <c:v>-51.660206000000571</c:v>
                </c:pt>
                <c:pt idx="1652">
                  <c:v>-51.572866999998482</c:v>
                </c:pt>
                <c:pt idx="1653">
                  <c:v>-50.905623575332058</c:v>
                </c:pt>
                <c:pt idx="1654">
                  <c:v>-49.48557127664477</c:v>
                </c:pt>
                <c:pt idx="1655">
                  <c:v>-51.281411000000332</c:v>
                </c:pt>
                <c:pt idx="1656">
                  <c:v>-50.618846000001014</c:v>
                </c:pt>
                <c:pt idx="1657">
                  <c:v>-49.710029750307513</c:v>
                </c:pt>
                <c:pt idx="1658">
                  <c:v>-50.231140252975791</c:v>
                </c:pt>
                <c:pt idx="1659">
                  <c:v>-50.231140252975791</c:v>
                </c:pt>
                <c:pt idx="1660">
                  <c:v>-48.26434957228031</c:v>
                </c:pt>
                <c:pt idx="1661">
                  <c:v>-48.227429000000079</c:v>
                </c:pt>
                <c:pt idx="1662">
                  <c:v>-49.220855000000668</c:v>
                </c:pt>
                <c:pt idx="1663">
                  <c:v>-47.643441082370707</c:v>
                </c:pt>
                <c:pt idx="1664">
                  <c:v>-52.151071868659074</c:v>
                </c:pt>
                <c:pt idx="1665">
                  <c:v>-49.525404553474942</c:v>
                </c:pt>
                <c:pt idx="1666">
                  <c:v>-50.624685000000824</c:v>
                </c:pt>
                <c:pt idx="1667">
                  <c:v>-54.039876092479545</c:v>
                </c:pt>
                <c:pt idx="1668">
                  <c:v>-49.678859515129872</c:v>
                </c:pt>
                <c:pt idx="1669">
                  <c:v>-49.678859515129872</c:v>
                </c:pt>
                <c:pt idx="1670">
                  <c:v>-52.387707621177285</c:v>
                </c:pt>
                <c:pt idx="1671">
                  <c:v>-50.473154506685809</c:v>
                </c:pt>
                <c:pt idx="1672">
                  <c:v>-47.803488655588275</c:v>
                </c:pt>
                <c:pt idx="1673">
                  <c:v>-47.803488655588275</c:v>
                </c:pt>
                <c:pt idx="1674">
                  <c:v>-47.613801168479299</c:v>
                </c:pt>
                <c:pt idx="1675">
                  <c:v>-47.744449547145024</c:v>
                </c:pt>
                <c:pt idx="1676">
                  <c:v>-48.93272003817394</c:v>
                </c:pt>
                <c:pt idx="1677">
                  <c:v>-48.463413999999851</c:v>
                </c:pt>
                <c:pt idx="1678">
                  <c:v>-47.711234000001014</c:v>
                </c:pt>
                <c:pt idx="1679">
                  <c:v>-48.375754999998719</c:v>
                </c:pt>
                <c:pt idx="1680">
                  <c:v>-48.255365999999242</c:v>
                </c:pt>
                <c:pt idx="1681">
                  <c:v>-48.473722999996625</c:v>
                </c:pt>
                <c:pt idx="1682">
                  <c:v>-49.136367999999159</c:v>
                </c:pt>
                <c:pt idx="1683">
                  <c:v>-49.136367999999159</c:v>
                </c:pt>
                <c:pt idx="1684">
                  <c:v>-48.265858152222741</c:v>
                </c:pt>
                <c:pt idx="1685">
                  <c:v>-47.532870745991147</c:v>
                </c:pt>
                <c:pt idx="1686">
                  <c:v>-46.794691763616555</c:v>
                </c:pt>
                <c:pt idx="1687">
                  <c:v>-46.34298787824568</c:v>
                </c:pt>
                <c:pt idx="1688">
                  <c:v>-46.34298787824568</c:v>
                </c:pt>
                <c:pt idx="1689">
                  <c:v>-45.818443000002247</c:v>
                </c:pt>
                <c:pt idx="1690">
                  <c:v>-46.314483999999467</c:v>
                </c:pt>
                <c:pt idx="1691">
                  <c:v>-61.771968217246481</c:v>
                </c:pt>
                <c:pt idx="1692">
                  <c:v>-45.151802999999958</c:v>
                </c:pt>
                <c:pt idx="1693">
                  <c:v>-45.847124000000086</c:v>
                </c:pt>
                <c:pt idx="1694">
                  <c:v>-47.332416999999985</c:v>
                </c:pt>
                <c:pt idx="1695">
                  <c:v>-47.590290000002184</c:v>
                </c:pt>
                <c:pt idx="1696">
                  <c:v>-49.586113999998929</c:v>
                </c:pt>
                <c:pt idx="1697">
                  <c:v>-56.342907771202377</c:v>
                </c:pt>
                <c:pt idx="1698">
                  <c:v>-50.754945101430067</c:v>
                </c:pt>
                <c:pt idx="1699">
                  <c:v>-51.703406046822948</c:v>
                </c:pt>
                <c:pt idx="1700">
                  <c:v>-50.732069203159156</c:v>
                </c:pt>
                <c:pt idx="1701">
                  <c:v>-51.928996441988652</c:v>
                </c:pt>
                <c:pt idx="1702">
                  <c:v>-52.261897019392094</c:v>
                </c:pt>
                <c:pt idx="1703">
                  <c:v>-53.296085000001241</c:v>
                </c:pt>
                <c:pt idx="1704">
                  <c:v>-53.076104219777463</c:v>
                </c:pt>
                <c:pt idx="1705">
                  <c:v>-53.178693126074755</c:v>
                </c:pt>
                <c:pt idx="1706">
                  <c:v>-53.178693126074755</c:v>
                </c:pt>
                <c:pt idx="1707">
                  <c:v>-51.49241799999993</c:v>
                </c:pt>
                <c:pt idx="1708">
                  <c:v>-50.392392999998606</c:v>
                </c:pt>
                <c:pt idx="1709">
                  <c:v>-50.541103999999507</c:v>
                </c:pt>
                <c:pt idx="1710">
                  <c:v>-50.069411999999879</c:v>
                </c:pt>
                <c:pt idx="1711">
                  <c:v>-50.069411999999879</c:v>
                </c:pt>
                <c:pt idx="1712">
                  <c:v>-50.454818000000145</c:v>
                </c:pt>
                <c:pt idx="1713">
                  <c:v>-51.882910999999538</c:v>
                </c:pt>
                <c:pt idx="1714">
                  <c:v>-50.66816013581014</c:v>
                </c:pt>
                <c:pt idx="1715">
                  <c:v>-49.765827539807262</c:v>
                </c:pt>
                <c:pt idx="1716">
                  <c:v>-49.962129299074071</c:v>
                </c:pt>
                <c:pt idx="1717">
                  <c:v>-49.85173814242318</c:v>
                </c:pt>
                <c:pt idx="1718">
                  <c:v>-50.143431073987898</c:v>
                </c:pt>
                <c:pt idx="1719">
                  <c:v>-50.09374075859855</c:v>
                </c:pt>
                <c:pt idx="1720">
                  <c:v>-49.728041068630446</c:v>
                </c:pt>
                <c:pt idx="1721">
                  <c:v>-49.004401674008918</c:v>
                </c:pt>
                <c:pt idx="1722">
                  <c:v>-49.530800044573994</c:v>
                </c:pt>
                <c:pt idx="1723">
                  <c:v>-49.299774115720908</c:v>
                </c:pt>
                <c:pt idx="1724">
                  <c:v>-48.115348457373734</c:v>
                </c:pt>
                <c:pt idx="1725">
                  <c:v>-45.373366406540065</c:v>
                </c:pt>
                <c:pt idx="1726">
                  <c:v>-48.174501612077592</c:v>
                </c:pt>
                <c:pt idx="1727">
                  <c:v>-50.316879149104821</c:v>
                </c:pt>
                <c:pt idx="1728">
                  <c:v>-48.294766062007653</c:v>
                </c:pt>
                <c:pt idx="1729">
                  <c:v>-48.178679885556981</c:v>
                </c:pt>
                <c:pt idx="1730">
                  <c:v>-48.461501442144659</c:v>
                </c:pt>
                <c:pt idx="1731">
                  <c:v>-48.843221387377433</c:v>
                </c:pt>
                <c:pt idx="1732">
                  <c:v>-48.974107026282958</c:v>
                </c:pt>
                <c:pt idx="1733">
                  <c:v>-48.775166639499595</c:v>
                </c:pt>
                <c:pt idx="1734">
                  <c:v>-48.607317102774324</c:v>
                </c:pt>
                <c:pt idx="1735">
                  <c:v>-49.524484381891313</c:v>
                </c:pt>
                <c:pt idx="1736">
                  <c:v>-49.722857653804816</c:v>
                </c:pt>
                <c:pt idx="1737">
                  <c:v>-48.848615052963837</c:v>
                </c:pt>
                <c:pt idx="1738">
                  <c:v>-48.448095068096691</c:v>
                </c:pt>
                <c:pt idx="1739">
                  <c:v>-46.74144514052665</c:v>
                </c:pt>
                <c:pt idx="1740">
                  <c:v>-53.062900612292651</c:v>
                </c:pt>
                <c:pt idx="1741">
                  <c:v>-49.881708180846879</c:v>
                </c:pt>
                <c:pt idx="1742">
                  <c:v>-47.06217221902493</c:v>
                </c:pt>
                <c:pt idx="1743">
                  <c:v>-47.402499999999826</c:v>
                </c:pt>
                <c:pt idx="1744">
                  <c:v>-47.253760440569806</c:v>
                </c:pt>
                <c:pt idx="1745">
                  <c:v>-47.587949660550699</c:v>
                </c:pt>
                <c:pt idx="1746">
                  <c:v>-46.414708967156024</c:v>
                </c:pt>
                <c:pt idx="1747">
                  <c:v>-46.52951553736893</c:v>
                </c:pt>
                <c:pt idx="1748">
                  <c:v>-47.840176264289219</c:v>
                </c:pt>
                <c:pt idx="1749">
                  <c:v>-44.317235254370672</c:v>
                </c:pt>
                <c:pt idx="1750">
                  <c:v>-44.990570999999676</c:v>
                </c:pt>
                <c:pt idx="1751">
                  <c:v>-44.886480138301827</c:v>
                </c:pt>
                <c:pt idx="1752">
                  <c:v>-45.132890081007289</c:v>
                </c:pt>
                <c:pt idx="1753">
                  <c:v>-45.349528097142588</c:v>
                </c:pt>
                <c:pt idx="1754">
                  <c:v>-44.785589087524606</c:v>
                </c:pt>
                <c:pt idx="1755">
                  <c:v>-45.378625117477945</c:v>
                </c:pt>
                <c:pt idx="1756">
                  <c:v>-45.036134128938158</c:v>
                </c:pt>
                <c:pt idx="1757">
                  <c:v>-39.906105387041663</c:v>
                </c:pt>
                <c:pt idx="1758">
                  <c:v>-43.662888142164732</c:v>
                </c:pt>
                <c:pt idx="1759">
                  <c:v>-41.822994146375564</c:v>
                </c:pt>
                <c:pt idx="1760">
                  <c:v>-42.530531047055611</c:v>
                </c:pt>
                <c:pt idx="1761">
                  <c:v>-39.054736776951138</c:v>
                </c:pt>
                <c:pt idx="1762">
                  <c:v>-41.260143110421126</c:v>
                </c:pt>
                <c:pt idx="1763">
                  <c:v>-41.972141999998691</c:v>
                </c:pt>
                <c:pt idx="1764">
                  <c:v>-42.396822522482964</c:v>
                </c:pt>
                <c:pt idx="1765">
                  <c:v>-43.795600858518611</c:v>
                </c:pt>
                <c:pt idx="1766">
                  <c:v>-46.965279822070677</c:v>
                </c:pt>
                <c:pt idx="1767">
                  <c:v>-40.493709049183906</c:v>
                </c:pt>
                <c:pt idx="1768">
                  <c:v>-41.528602118992168</c:v>
                </c:pt>
                <c:pt idx="1769">
                  <c:v>-44.530497365658931</c:v>
                </c:pt>
                <c:pt idx="1770">
                  <c:v>-46.814243767347037</c:v>
                </c:pt>
                <c:pt idx="1771">
                  <c:v>-42.922287043864898</c:v>
                </c:pt>
                <c:pt idx="1772">
                  <c:v>-41.678699048434183</c:v>
                </c:pt>
                <c:pt idx="1773">
                  <c:v>-41.783341024476179</c:v>
                </c:pt>
                <c:pt idx="1774">
                  <c:v>-41.611266023514361</c:v>
                </c:pt>
                <c:pt idx="1775">
                  <c:v>-31.434602757715545</c:v>
                </c:pt>
                <c:pt idx="1776">
                  <c:v>-39.863614920494463</c:v>
                </c:pt>
                <c:pt idx="1777">
                  <c:v>-39.188288028033341</c:v>
                </c:pt>
                <c:pt idx="1778">
                  <c:v>-38.441909040878997</c:v>
                </c:pt>
                <c:pt idx="1779">
                  <c:v>-38.290128721032715</c:v>
                </c:pt>
                <c:pt idx="1780">
                  <c:v>-37.851000758643821</c:v>
                </c:pt>
                <c:pt idx="1781">
                  <c:v>-35.813632995676883</c:v>
                </c:pt>
                <c:pt idx="1782">
                  <c:v>-35.116405544942715</c:v>
                </c:pt>
                <c:pt idx="1783">
                  <c:v>-33.455615209616887</c:v>
                </c:pt>
                <c:pt idx="1784">
                  <c:v>-37.35093246862742</c:v>
                </c:pt>
                <c:pt idx="1785">
                  <c:v>-34.250521174202923</c:v>
                </c:pt>
                <c:pt idx="1786">
                  <c:v>-34.707588599944074</c:v>
                </c:pt>
                <c:pt idx="1787">
                  <c:v>-31.302110039483889</c:v>
                </c:pt>
                <c:pt idx="1788">
                  <c:v>-33.237998713695909</c:v>
                </c:pt>
                <c:pt idx="1789">
                  <c:v>-34.117680119591761</c:v>
                </c:pt>
                <c:pt idx="1790">
                  <c:v>-33.583580461114757</c:v>
                </c:pt>
                <c:pt idx="1791">
                  <c:v>-35.415835416676622</c:v>
                </c:pt>
                <c:pt idx="1792">
                  <c:v>-36.046128772587274</c:v>
                </c:pt>
                <c:pt idx="1793">
                  <c:v>-36.483851595343118</c:v>
                </c:pt>
                <c:pt idx="1794">
                  <c:v>-36.343903624574935</c:v>
                </c:pt>
                <c:pt idx="1795">
                  <c:v>-35.769574851178859</c:v>
                </c:pt>
                <c:pt idx="1796">
                  <c:v>-34.916614896017641</c:v>
                </c:pt>
                <c:pt idx="1797">
                  <c:v>-35.554409433695405</c:v>
                </c:pt>
                <c:pt idx="1798">
                  <c:v>-33.793798246603167</c:v>
                </c:pt>
                <c:pt idx="1799">
                  <c:v>-32.466137363383929</c:v>
                </c:pt>
                <c:pt idx="1800">
                  <c:v>-32.270642048302022</c:v>
                </c:pt>
                <c:pt idx="1801">
                  <c:v>-29.898919072750083</c:v>
                </c:pt>
                <c:pt idx="1802">
                  <c:v>-31.282357137139005</c:v>
                </c:pt>
                <c:pt idx="1803">
                  <c:v>-29.898349060395216</c:v>
                </c:pt>
                <c:pt idx="1804">
                  <c:v>-30.871903208535901</c:v>
                </c:pt>
                <c:pt idx="1805">
                  <c:v>-31.677905721090188</c:v>
                </c:pt>
                <c:pt idx="1806">
                  <c:v>-30.990852725488519</c:v>
                </c:pt>
                <c:pt idx="1807">
                  <c:v>-31.703352719869223</c:v>
                </c:pt>
                <c:pt idx="1808">
                  <c:v>-35.850952926760044</c:v>
                </c:pt>
                <c:pt idx="1809">
                  <c:v>-32.904422046614187</c:v>
                </c:pt>
                <c:pt idx="1810">
                  <c:v>-31.87322104214655</c:v>
                </c:pt>
                <c:pt idx="1811">
                  <c:v>-32.679679031681239</c:v>
                </c:pt>
                <c:pt idx="1812">
                  <c:v>-33.436289897115685</c:v>
                </c:pt>
                <c:pt idx="1813">
                  <c:v>-32.004421057323327</c:v>
                </c:pt>
                <c:pt idx="1814">
                  <c:v>-31.680230080819843</c:v>
                </c:pt>
                <c:pt idx="1815">
                  <c:v>-33.788888103328617</c:v>
                </c:pt>
                <c:pt idx="1816">
                  <c:v>-34.901950103513471</c:v>
                </c:pt>
                <c:pt idx="1817">
                  <c:v>-34.581352084107323</c:v>
                </c:pt>
                <c:pt idx="1818">
                  <c:v>-37.185992532802537</c:v>
                </c:pt>
                <c:pt idx="1819">
                  <c:v>-33.074142095838958</c:v>
                </c:pt>
                <c:pt idx="1820">
                  <c:v>-32.604893671210817</c:v>
                </c:pt>
                <c:pt idx="1821">
                  <c:v>-31.881243087023506</c:v>
                </c:pt>
                <c:pt idx="1822">
                  <c:v>-29.368468871342806</c:v>
                </c:pt>
                <c:pt idx="1823">
                  <c:v>-31.016678761174283</c:v>
                </c:pt>
                <c:pt idx="1824">
                  <c:v>-29.560467997890896</c:v>
                </c:pt>
                <c:pt idx="1825">
                  <c:v>-29.883821000000612</c:v>
                </c:pt>
                <c:pt idx="1826">
                  <c:v>-30.034845610412869</c:v>
                </c:pt>
                <c:pt idx="1827">
                  <c:v>-29.452688999999292</c:v>
                </c:pt>
                <c:pt idx="1828">
                  <c:v>-29.452688999999292</c:v>
                </c:pt>
                <c:pt idx="1829">
                  <c:v>-30.070308000000978</c:v>
                </c:pt>
                <c:pt idx="1830">
                  <c:v>-26.658601514311151</c:v>
                </c:pt>
                <c:pt idx="1831">
                  <c:v>-29.173683080777053</c:v>
                </c:pt>
                <c:pt idx="1832">
                  <c:v>-30.797657392966443</c:v>
                </c:pt>
                <c:pt idx="1833">
                  <c:v>-29.87118899999928</c:v>
                </c:pt>
                <c:pt idx="1834">
                  <c:v>-30.682705083650692</c:v>
                </c:pt>
                <c:pt idx="1835">
                  <c:v>-29.002570130227177</c:v>
                </c:pt>
                <c:pt idx="1836">
                  <c:v>-28.386840066972251</c:v>
                </c:pt>
                <c:pt idx="1837">
                  <c:v>-29.774137995865246</c:v>
                </c:pt>
                <c:pt idx="1838">
                  <c:v>-30.942387583563256</c:v>
                </c:pt>
                <c:pt idx="1839">
                  <c:v>-31.931484058090579</c:v>
                </c:pt>
                <c:pt idx="1840">
                  <c:v>-31.935366087394385</c:v>
                </c:pt>
                <c:pt idx="1841">
                  <c:v>-33.182214064179732</c:v>
                </c:pt>
                <c:pt idx="1842">
                  <c:v>-33.574969565661554</c:v>
                </c:pt>
                <c:pt idx="1843">
                  <c:v>-30.129744528919076</c:v>
                </c:pt>
                <c:pt idx="1844">
                  <c:v>-30.481044066607087</c:v>
                </c:pt>
                <c:pt idx="1845">
                  <c:v>-30.282564187582107</c:v>
                </c:pt>
                <c:pt idx="1846">
                  <c:v>-28.976666147502677</c:v>
                </c:pt>
                <c:pt idx="1847">
                  <c:v>-29.555454063467739</c:v>
                </c:pt>
                <c:pt idx="1848">
                  <c:v>-29.908776251278908</c:v>
                </c:pt>
                <c:pt idx="1849">
                  <c:v>-29.642493064874181</c:v>
                </c:pt>
                <c:pt idx="1850">
                  <c:v>-28.118908889987619</c:v>
                </c:pt>
                <c:pt idx="1851">
                  <c:v>-28.744767267522828</c:v>
                </c:pt>
                <c:pt idx="1852">
                  <c:v>-29.656699799931395</c:v>
                </c:pt>
                <c:pt idx="1853">
                  <c:v>-29.967337211642359</c:v>
                </c:pt>
                <c:pt idx="1854">
                  <c:v>-31.370612993357092</c:v>
                </c:pt>
                <c:pt idx="1855">
                  <c:v>-31.348438137133744</c:v>
                </c:pt>
                <c:pt idx="1856">
                  <c:v>-33.447615435305487</c:v>
                </c:pt>
                <c:pt idx="1857">
                  <c:v>-32.513181994413102</c:v>
                </c:pt>
                <c:pt idx="1858">
                  <c:v>-32.94385477195997</c:v>
                </c:pt>
                <c:pt idx="1859">
                  <c:v>-31.810688375733513</c:v>
                </c:pt>
                <c:pt idx="1860">
                  <c:v>-30.919570311698216</c:v>
                </c:pt>
                <c:pt idx="1861">
                  <c:v>-30.628436125297661</c:v>
                </c:pt>
                <c:pt idx="1862">
                  <c:v>-27.273293596565718</c:v>
                </c:pt>
                <c:pt idx="1863">
                  <c:v>-30.82565299999926</c:v>
                </c:pt>
                <c:pt idx="1864">
                  <c:v>-31.874496094808613</c:v>
                </c:pt>
                <c:pt idx="1865">
                  <c:v>-26.361105968115325</c:v>
                </c:pt>
                <c:pt idx="1866">
                  <c:v>-31.243466000000261</c:v>
                </c:pt>
                <c:pt idx="1867">
                  <c:v>-31.243466000000261</c:v>
                </c:pt>
                <c:pt idx="1868">
                  <c:v>-32.193769489559237</c:v>
                </c:pt>
                <c:pt idx="1869">
                  <c:v>-32.311136476946231</c:v>
                </c:pt>
                <c:pt idx="1870">
                  <c:v>-32.328472774404695</c:v>
                </c:pt>
                <c:pt idx="1871">
                  <c:v>-30.930240654231934</c:v>
                </c:pt>
                <c:pt idx="1872">
                  <c:v>-30.930240654231934</c:v>
                </c:pt>
                <c:pt idx="1873">
                  <c:v>-32.682484999997378</c:v>
                </c:pt>
                <c:pt idx="1874">
                  <c:v>-32.150769000000579</c:v>
                </c:pt>
                <c:pt idx="1875">
                  <c:v>-28.95132516550165</c:v>
                </c:pt>
                <c:pt idx="1876">
                  <c:v>-31.587699000001297</c:v>
                </c:pt>
                <c:pt idx="1877">
                  <c:v>-32.329754000000854</c:v>
                </c:pt>
                <c:pt idx="1878">
                  <c:v>-32.319987000000197</c:v>
                </c:pt>
                <c:pt idx="1879">
                  <c:v>-33.277934150855572</c:v>
                </c:pt>
                <c:pt idx="1880">
                  <c:v>-32.701281999997875</c:v>
                </c:pt>
                <c:pt idx="1881">
                  <c:v>-30.674918394975176</c:v>
                </c:pt>
                <c:pt idx="1882">
                  <c:v>-32.56402899999884</c:v>
                </c:pt>
                <c:pt idx="1883">
                  <c:v>-32.906704999999647</c:v>
                </c:pt>
                <c:pt idx="1884">
                  <c:v>-33.893410078354272</c:v>
                </c:pt>
                <c:pt idx="1885">
                  <c:v>-34.136480197281195</c:v>
                </c:pt>
                <c:pt idx="1886">
                  <c:v>-35.957157629309926</c:v>
                </c:pt>
                <c:pt idx="1887">
                  <c:v>-34.289887344455082</c:v>
                </c:pt>
                <c:pt idx="1888">
                  <c:v>-34.492190220005668</c:v>
                </c:pt>
                <c:pt idx="1889">
                  <c:v>-34.278362245876224</c:v>
                </c:pt>
                <c:pt idx="1890">
                  <c:v>-36.158843923942847</c:v>
                </c:pt>
                <c:pt idx="1891">
                  <c:v>-33.539323999999603</c:v>
                </c:pt>
                <c:pt idx="1892">
                  <c:v>-33.708163999998952</c:v>
                </c:pt>
                <c:pt idx="1893">
                  <c:v>-33.393918999998085</c:v>
                </c:pt>
                <c:pt idx="1894">
                  <c:v>-32.472272015263798</c:v>
                </c:pt>
                <c:pt idx="1895">
                  <c:v>-30.817775139433216</c:v>
                </c:pt>
                <c:pt idx="1896">
                  <c:v>-31.093572674974173</c:v>
                </c:pt>
                <c:pt idx="1897">
                  <c:v>-31.616364150078951</c:v>
                </c:pt>
                <c:pt idx="1898">
                  <c:v>-36.0088613360859</c:v>
                </c:pt>
                <c:pt idx="1899">
                  <c:v>-31.219344043213059</c:v>
                </c:pt>
                <c:pt idx="1900">
                  <c:v>-30.288762575344055</c:v>
                </c:pt>
                <c:pt idx="1901">
                  <c:v>-29.712939381742927</c:v>
                </c:pt>
                <c:pt idx="1902">
                  <c:v>-30.371341675248278</c:v>
                </c:pt>
                <c:pt idx="1903">
                  <c:v>-30.587158091023586</c:v>
                </c:pt>
                <c:pt idx="1904">
                  <c:v>-30.236119000001999</c:v>
                </c:pt>
                <c:pt idx="1905">
                  <c:v>-31.082025327934247</c:v>
                </c:pt>
                <c:pt idx="1906">
                  <c:v>-29.990683324091027</c:v>
                </c:pt>
                <c:pt idx="1907">
                  <c:v>-30.477904289706849</c:v>
                </c:pt>
                <c:pt idx="1908">
                  <c:v>-31.687430369838729</c:v>
                </c:pt>
                <c:pt idx="1909">
                  <c:v>-31.618072258336475</c:v>
                </c:pt>
                <c:pt idx="1910">
                  <c:v>-30.454996733026505</c:v>
                </c:pt>
                <c:pt idx="1911">
                  <c:v>-30.79910036923923</c:v>
                </c:pt>
                <c:pt idx="1912">
                  <c:v>-30.808125693223246</c:v>
                </c:pt>
                <c:pt idx="1913">
                  <c:v>-30.728080189397932</c:v>
                </c:pt>
                <c:pt idx="1914">
                  <c:v>-30.667639000000964</c:v>
                </c:pt>
                <c:pt idx="1915">
                  <c:v>-31.695860354205859</c:v>
                </c:pt>
                <c:pt idx="1916">
                  <c:v>-31.248886655497856</c:v>
                </c:pt>
                <c:pt idx="1917">
                  <c:v>-31.585120617512835</c:v>
                </c:pt>
                <c:pt idx="1918">
                  <c:v>-31.35110435035342</c:v>
                </c:pt>
                <c:pt idx="1919">
                  <c:v>-31.252227991554825</c:v>
                </c:pt>
                <c:pt idx="1920">
                  <c:v>-30.000646691946145</c:v>
                </c:pt>
                <c:pt idx="1921">
                  <c:v>-29.166134580945489</c:v>
                </c:pt>
                <c:pt idx="1922">
                  <c:v>-28.925576076436236</c:v>
                </c:pt>
                <c:pt idx="1923">
                  <c:v>-28.573587757119398</c:v>
                </c:pt>
                <c:pt idx="1924">
                  <c:v>-28.684401065784556</c:v>
                </c:pt>
                <c:pt idx="1925">
                  <c:v>-28.525504172761028</c:v>
                </c:pt>
                <c:pt idx="1926">
                  <c:v>-28.860393085138622</c:v>
                </c:pt>
                <c:pt idx="1927">
                  <c:v>-31.374219864277929</c:v>
                </c:pt>
                <c:pt idx="1928">
                  <c:v>-32.479972046722303</c:v>
                </c:pt>
                <c:pt idx="1929">
                  <c:v>-29.046472051148843</c:v>
                </c:pt>
                <c:pt idx="1930">
                  <c:v>-28.379544155707269</c:v>
                </c:pt>
                <c:pt idx="1931">
                  <c:v>-28.502910972305177</c:v>
                </c:pt>
                <c:pt idx="1932">
                  <c:v>-28.90343398772718</c:v>
                </c:pt>
                <c:pt idx="1933">
                  <c:v>-28.487388411237525</c:v>
                </c:pt>
                <c:pt idx="1934">
                  <c:v>-28.530299919743427</c:v>
                </c:pt>
                <c:pt idx="1935">
                  <c:v>-27.350357186051816</c:v>
                </c:pt>
                <c:pt idx="1936">
                  <c:v>-28.309395698853759</c:v>
                </c:pt>
                <c:pt idx="1937">
                  <c:v>-28.539861026839304</c:v>
                </c:pt>
                <c:pt idx="1938">
                  <c:v>-30.179903178696112</c:v>
                </c:pt>
                <c:pt idx="1939">
                  <c:v>-29.999864149498553</c:v>
                </c:pt>
                <c:pt idx="1940">
                  <c:v>-29.304576202527787</c:v>
                </c:pt>
                <c:pt idx="1941">
                  <c:v>-30.806219244070874</c:v>
                </c:pt>
                <c:pt idx="1942">
                  <c:v>-28.788950277893225</c:v>
                </c:pt>
                <c:pt idx="1943">
                  <c:v>-30.623020044124264</c:v>
                </c:pt>
                <c:pt idx="1944">
                  <c:v>-34.59532808657297</c:v>
                </c:pt>
                <c:pt idx="1945">
                  <c:v>-31.753200148824586</c:v>
                </c:pt>
                <c:pt idx="1946">
                  <c:v>-32.306928032812678</c:v>
                </c:pt>
                <c:pt idx="1947">
                  <c:v>-32.028314311786183</c:v>
                </c:pt>
                <c:pt idx="1948">
                  <c:v>-30.979543864971745</c:v>
                </c:pt>
                <c:pt idx="1949">
                  <c:v>-30.115278431525837</c:v>
                </c:pt>
                <c:pt idx="1950">
                  <c:v>-30.810274274387453</c:v>
                </c:pt>
                <c:pt idx="1951">
                  <c:v>-30.895418949906986</c:v>
                </c:pt>
                <c:pt idx="1952">
                  <c:v>-33.701913952215655</c:v>
                </c:pt>
                <c:pt idx="1953">
                  <c:v>-30.752156014738116</c:v>
                </c:pt>
                <c:pt idx="1954">
                  <c:v>-30.305643004463995</c:v>
                </c:pt>
                <c:pt idx="1955">
                  <c:v>-33.014499826743737</c:v>
                </c:pt>
                <c:pt idx="1956">
                  <c:v>-30.781464012910572</c:v>
                </c:pt>
                <c:pt idx="1957">
                  <c:v>-30.431488022228063</c:v>
                </c:pt>
                <c:pt idx="1958">
                  <c:v>-31.055969073108937</c:v>
                </c:pt>
                <c:pt idx="1959">
                  <c:v>-30.946000003644816</c:v>
                </c:pt>
                <c:pt idx="1960">
                  <c:v>-30.532167001252112</c:v>
                </c:pt>
                <c:pt idx="1961">
                  <c:v>-31.838245738897523</c:v>
                </c:pt>
                <c:pt idx="1962">
                  <c:v>-30.533781022096811</c:v>
                </c:pt>
                <c:pt idx="1963">
                  <c:v>-31.148631574823469</c:v>
                </c:pt>
                <c:pt idx="1964">
                  <c:v>-31.882817880681067</c:v>
                </c:pt>
                <c:pt idx="1965">
                  <c:v>-31.350731721565179</c:v>
                </c:pt>
                <c:pt idx="1966">
                  <c:v>-32.270473997871733</c:v>
                </c:pt>
                <c:pt idx="1967">
                  <c:v>-33.102848987530876</c:v>
                </c:pt>
                <c:pt idx="1968">
                  <c:v>-33.16014574500926</c:v>
                </c:pt>
                <c:pt idx="1969">
                  <c:v>-32.811297114900952</c:v>
                </c:pt>
                <c:pt idx="1970">
                  <c:v>-33.02565830665381</c:v>
                </c:pt>
                <c:pt idx="1971">
                  <c:v>-32.109763007053132</c:v>
                </c:pt>
                <c:pt idx="1972">
                  <c:v>-31.787629574924974</c:v>
                </c:pt>
                <c:pt idx="1973">
                  <c:v>-31.978445141265926</c:v>
                </c:pt>
                <c:pt idx="1974">
                  <c:v>-32.773504416127295</c:v>
                </c:pt>
                <c:pt idx="1975">
                  <c:v>-31.732496628241162</c:v>
                </c:pt>
                <c:pt idx="1976">
                  <c:v>-30.76124129013181</c:v>
                </c:pt>
                <c:pt idx="1977">
                  <c:v>-32.919648754140468</c:v>
                </c:pt>
                <c:pt idx="1978">
                  <c:v>-31.277164926640413</c:v>
                </c:pt>
                <c:pt idx="1979">
                  <c:v>-31.593955543688722</c:v>
                </c:pt>
                <c:pt idx="1980">
                  <c:v>-32.16996185574272</c:v>
                </c:pt>
                <c:pt idx="1981">
                  <c:v>-32.106682404803763</c:v>
                </c:pt>
                <c:pt idx="1982">
                  <c:v>-31.46378475299397</c:v>
                </c:pt>
                <c:pt idx="1983">
                  <c:v>-30.861726265117657</c:v>
                </c:pt>
                <c:pt idx="1984">
                  <c:v>-31.752618632128758</c:v>
                </c:pt>
                <c:pt idx="1985">
                  <c:v>-32.24537144473797</c:v>
                </c:pt>
                <c:pt idx="1986">
                  <c:v>-29.259621006168086</c:v>
                </c:pt>
                <c:pt idx="1987">
                  <c:v>-29.527868993881786</c:v>
                </c:pt>
                <c:pt idx="1988">
                  <c:v>-29.132798111516063</c:v>
                </c:pt>
                <c:pt idx="1989">
                  <c:v>-30.146058987466386</c:v>
                </c:pt>
                <c:pt idx="1990">
                  <c:v>-29.829930136110374</c:v>
                </c:pt>
                <c:pt idx="1991">
                  <c:v>-30.245141028749028</c:v>
                </c:pt>
                <c:pt idx="1992">
                  <c:v>-33.262196638828868</c:v>
                </c:pt>
                <c:pt idx="1993">
                  <c:v>-31.166068731120394</c:v>
                </c:pt>
                <c:pt idx="1994">
                  <c:v>-30.840663021545492</c:v>
                </c:pt>
                <c:pt idx="1995">
                  <c:v>-34.690326445185867</c:v>
                </c:pt>
                <c:pt idx="1996">
                  <c:v>-30.924070098884386</c:v>
                </c:pt>
                <c:pt idx="1997">
                  <c:v>-24.194554602858425</c:v>
                </c:pt>
                <c:pt idx="1998">
                  <c:v>-30.513007121408283</c:v>
                </c:pt>
                <c:pt idx="1999">
                  <c:v>-37.449937257735208</c:v>
                </c:pt>
                <c:pt idx="2000">
                  <c:v>-36.801836032022756</c:v>
                </c:pt>
                <c:pt idx="2001">
                  <c:v>-36.432698027727561</c:v>
                </c:pt>
                <c:pt idx="2002">
                  <c:v>-36.143311105104871</c:v>
                </c:pt>
                <c:pt idx="2003">
                  <c:v>-35.156930027648372</c:v>
                </c:pt>
                <c:pt idx="2004">
                  <c:v>-35.775799022893779</c:v>
                </c:pt>
                <c:pt idx="2005">
                  <c:v>-35.790208176197865</c:v>
                </c:pt>
                <c:pt idx="2006">
                  <c:v>-37.156683993298998</c:v>
                </c:pt>
                <c:pt idx="2007">
                  <c:v>-38.645695020961362</c:v>
                </c:pt>
                <c:pt idx="2008">
                  <c:v>-35.651438020309762</c:v>
                </c:pt>
                <c:pt idx="2009">
                  <c:v>-36.052840798401476</c:v>
                </c:pt>
                <c:pt idx="2010">
                  <c:v>-35.088290736736134</c:v>
                </c:pt>
                <c:pt idx="2011">
                  <c:v>-34.628834134192971</c:v>
                </c:pt>
                <c:pt idx="2012">
                  <c:v>-35.309240000013283</c:v>
                </c:pt>
                <c:pt idx="2013">
                  <c:v>-32.503574948874423</c:v>
                </c:pt>
                <c:pt idx="2014">
                  <c:v>-27.021729854817092</c:v>
                </c:pt>
                <c:pt idx="2015">
                  <c:v>-37.532656784399471</c:v>
                </c:pt>
                <c:pt idx="2016">
                  <c:v>-33.767417000007647</c:v>
                </c:pt>
                <c:pt idx="2017">
                  <c:v>-34.395456674415932</c:v>
                </c:pt>
                <c:pt idx="2018">
                  <c:v>-32.794639000011308</c:v>
                </c:pt>
                <c:pt idx="2019">
                  <c:v>-32.967031000000844</c:v>
                </c:pt>
                <c:pt idx="2020">
                  <c:v>-32.671994000000637</c:v>
                </c:pt>
                <c:pt idx="2021">
                  <c:v>-32.829348986593594</c:v>
                </c:pt>
                <c:pt idx="2022">
                  <c:v>-33.988690000000332</c:v>
                </c:pt>
                <c:pt idx="2023">
                  <c:v>-33.721611000004543</c:v>
                </c:pt>
                <c:pt idx="2024">
                  <c:v>-32.111302884468181</c:v>
                </c:pt>
                <c:pt idx="2025">
                  <c:v>-31.582201723491082</c:v>
                </c:pt>
                <c:pt idx="2026">
                  <c:v>-32.540042000011674</c:v>
                </c:pt>
                <c:pt idx="2027">
                  <c:v>-36.296969202791928</c:v>
                </c:pt>
                <c:pt idx="2028">
                  <c:v>-34.378630572811474</c:v>
                </c:pt>
                <c:pt idx="2029">
                  <c:v>-30.055018592445251</c:v>
                </c:pt>
                <c:pt idx="2030">
                  <c:v>-28.870890769433885</c:v>
                </c:pt>
                <c:pt idx="2031">
                  <c:v>-29.653455982884246</c:v>
                </c:pt>
                <c:pt idx="2032">
                  <c:v>-30.631262650731234</c:v>
                </c:pt>
                <c:pt idx="2033">
                  <c:v>-29.901701198819215</c:v>
                </c:pt>
                <c:pt idx="2034">
                  <c:v>-30.919602907787738</c:v>
                </c:pt>
                <c:pt idx="2035">
                  <c:v>-30.770195000039728</c:v>
                </c:pt>
                <c:pt idx="2036">
                  <c:v>-30.858161786148273</c:v>
                </c:pt>
                <c:pt idx="2037">
                  <c:v>-31.853383869625191</c:v>
                </c:pt>
                <c:pt idx="2038">
                  <c:v>-31.712931571442756</c:v>
                </c:pt>
                <c:pt idx="2039">
                  <c:v>-32.214030211241521</c:v>
                </c:pt>
                <c:pt idx="2040">
                  <c:v>-31.767769618944687</c:v>
                </c:pt>
                <c:pt idx="2041">
                  <c:v>-32.180075259420072</c:v>
                </c:pt>
                <c:pt idx="2042">
                  <c:v>-33.192980416169725</c:v>
                </c:pt>
                <c:pt idx="2043">
                  <c:v>-32.721321921091274</c:v>
                </c:pt>
                <c:pt idx="2044">
                  <c:v>-32.373069894202047</c:v>
                </c:pt>
                <c:pt idx="2045">
                  <c:v>-33.924278775801092</c:v>
                </c:pt>
                <c:pt idx="2046">
                  <c:v>-34.28203800001463</c:v>
                </c:pt>
                <c:pt idx="2047">
                  <c:v>-33.848661000017024</c:v>
                </c:pt>
                <c:pt idx="2048">
                  <c:v>-34.553387000021004</c:v>
                </c:pt>
                <c:pt idx="2049">
                  <c:v>-34.70607800000456</c:v>
                </c:pt>
                <c:pt idx="2050">
                  <c:v>-34.137987000006795</c:v>
                </c:pt>
                <c:pt idx="2051">
                  <c:v>-33.200436000014982</c:v>
                </c:pt>
                <c:pt idx="2052">
                  <c:v>-33.256403449013405</c:v>
                </c:pt>
                <c:pt idx="2053">
                  <c:v>-33.085333334269606</c:v>
                </c:pt>
                <c:pt idx="2054">
                  <c:v>-31.607545583461352</c:v>
                </c:pt>
                <c:pt idx="2055">
                  <c:v>-31.823274599507034</c:v>
                </c:pt>
                <c:pt idx="2056">
                  <c:v>-28.690824471399779</c:v>
                </c:pt>
                <c:pt idx="2057">
                  <c:v>-32.262898509047133</c:v>
                </c:pt>
                <c:pt idx="2058">
                  <c:v>-31.660400000065451</c:v>
                </c:pt>
                <c:pt idx="2059">
                  <c:v>-31.457977000009926</c:v>
                </c:pt>
                <c:pt idx="2060">
                  <c:v>-31.933525000020225</c:v>
                </c:pt>
                <c:pt idx="2061">
                  <c:v>-31.874206000004161</c:v>
                </c:pt>
                <c:pt idx="2062">
                  <c:v>-31.839068000018237</c:v>
                </c:pt>
                <c:pt idx="2063">
                  <c:v>-31.165215000035378</c:v>
                </c:pt>
                <c:pt idx="2064">
                  <c:v>-31.56899700006915</c:v>
                </c:pt>
                <c:pt idx="2065">
                  <c:v>-33.763903648199758</c:v>
                </c:pt>
                <c:pt idx="2066">
                  <c:v>-32.839383000021293</c:v>
                </c:pt>
                <c:pt idx="2067">
                  <c:v>-32.466780000588507</c:v>
                </c:pt>
                <c:pt idx="2068">
                  <c:v>-32.082762000212597</c:v>
                </c:pt>
                <c:pt idx="2069">
                  <c:v>-34.783740581960295</c:v>
                </c:pt>
                <c:pt idx="2070">
                  <c:v>-35.288436399509088</c:v>
                </c:pt>
                <c:pt idx="2071">
                  <c:v>-34.870186353534201</c:v>
                </c:pt>
                <c:pt idx="2072">
                  <c:v>-34.5560376866909</c:v>
                </c:pt>
                <c:pt idx="2073">
                  <c:v>-35.337827532583589</c:v>
                </c:pt>
                <c:pt idx="2074">
                  <c:v>-34.347224000013938</c:v>
                </c:pt>
                <c:pt idx="2075">
                  <c:v>-33.905600000007105</c:v>
                </c:pt>
                <c:pt idx="2076">
                  <c:v>-33.693886000005548</c:v>
                </c:pt>
                <c:pt idx="2077">
                  <c:v>-33.538907000004272</c:v>
                </c:pt>
                <c:pt idx="2078">
                  <c:v>-33.130164000005912</c:v>
                </c:pt>
                <c:pt idx="2079">
                  <c:v>-34.414295000013453</c:v>
                </c:pt>
                <c:pt idx="2080">
                  <c:v>-33.80913900000359</c:v>
                </c:pt>
                <c:pt idx="2081">
                  <c:v>-32.83137700000924</c:v>
                </c:pt>
                <c:pt idx="2082">
                  <c:v>-32.240925000011423</c:v>
                </c:pt>
                <c:pt idx="2083">
                  <c:v>-30.978831000009983</c:v>
                </c:pt>
                <c:pt idx="2084">
                  <c:v>-30.59206300001096</c:v>
                </c:pt>
                <c:pt idx="2085">
                  <c:v>-30.887751460219079</c:v>
                </c:pt>
                <c:pt idx="2086">
                  <c:v>-30.449763486963434</c:v>
                </c:pt>
                <c:pt idx="2087">
                  <c:v>-30.072511292835866</c:v>
                </c:pt>
                <c:pt idx="2088">
                  <c:v>-30.124368000011355</c:v>
                </c:pt>
                <c:pt idx="2089">
                  <c:v>-29.281595000028837</c:v>
                </c:pt>
                <c:pt idx="2090">
                  <c:v>-28.916742307417692</c:v>
                </c:pt>
                <c:pt idx="2091">
                  <c:v>-28.873265276145826</c:v>
                </c:pt>
                <c:pt idx="2092">
                  <c:v>-28.802390409300614</c:v>
                </c:pt>
                <c:pt idx="2093">
                  <c:v>-28.808239971729225</c:v>
                </c:pt>
                <c:pt idx="2094">
                  <c:v>-28.550401000015569</c:v>
                </c:pt>
                <c:pt idx="2095">
                  <c:v>-29.483030439901619</c:v>
                </c:pt>
                <c:pt idx="2096">
                  <c:v>-29.434185918211835</c:v>
                </c:pt>
                <c:pt idx="2097">
                  <c:v>-28.970195509083119</c:v>
                </c:pt>
                <c:pt idx="2098">
                  <c:v>-28.910027000063025</c:v>
                </c:pt>
                <c:pt idx="2099">
                  <c:v>-28.567641263886934</c:v>
                </c:pt>
                <c:pt idx="2100">
                  <c:v>-28.747471388182348</c:v>
                </c:pt>
                <c:pt idx="2101">
                  <c:v>-28.831706165627786</c:v>
                </c:pt>
                <c:pt idx="2102">
                  <c:v>-29.504546461430785</c:v>
                </c:pt>
                <c:pt idx="2103">
                  <c:v>-29.566816854178313</c:v>
                </c:pt>
                <c:pt idx="2104">
                  <c:v>-30.580573168644424</c:v>
                </c:pt>
                <c:pt idx="2105">
                  <c:v>-29.542135619177188</c:v>
                </c:pt>
                <c:pt idx="2106">
                  <c:v>-31.526416694670615</c:v>
                </c:pt>
                <c:pt idx="2107">
                  <c:v>-30.025131566668911</c:v>
                </c:pt>
                <c:pt idx="2108">
                  <c:v>-28.101751620325299</c:v>
                </c:pt>
                <c:pt idx="2109">
                  <c:v>-27.175673000013308</c:v>
                </c:pt>
                <c:pt idx="2110">
                  <c:v>-26.679438000053757</c:v>
                </c:pt>
                <c:pt idx="2111">
                  <c:v>-27.222953000064106</c:v>
                </c:pt>
                <c:pt idx="2112">
                  <c:v>-26.397726000033884</c:v>
                </c:pt>
                <c:pt idx="2113">
                  <c:v>-27.188812000010287</c:v>
                </c:pt>
                <c:pt idx="2114">
                  <c:v>-26.955978000005835</c:v>
                </c:pt>
                <c:pt idx="2115">
                  <c:v>-26.229467000013457</c:v>
                </c:pt>
                <c:pt idx="2116">
                  <c:v>-26.547714646335024</c:v>
                </c:pt>
                <c:pt idx="2117">
                  <c:v>-27.376136785840131</c:v>
                </c:pt>
                <c:pt idx="2118">
                  <c:v>-27.227726109934622</c:v>
                </c:pt>
                <c:pt idx="2119">
                  <c:v>-26.752919045536061</c:v>
                </c:pt>
                <c:pt idx="2120">
                  <c:v>-26.206882991168641</c:v>
                </c:pt>
                <c:pt idx="2121">
                  <c:v>-26.222087449391207</c:v>
                </c:pt>
                <c:pt idx="2122">
                  <c:v>-26.509483000017497</c:v>
                </c:pt>
                <c:pt idx="2123">
                  <c:v>-26.9140880000331</c:v>
                </c:pt>
                <c:pt idx="2124">
                  <c:v>-26.119524000023048</c:v>
                </c:pt>
                <c:pt idx="2125">
                  <c:v>-25.643241000032344</c:v>
                </c:pt>
                <c:pt idx="2126">
                  <c:v>-25.094972000018711</c:v>
                </c:pt>
                <c:pt idx="2127">
                  <c:v>-24.250129000014802</c:v>
                </c:pt>
                <c:pt idx="2128">
                  <c:v>-25.328662000010908</c:v>
                </c:pt>
                <c:pt idx="2129">
                  <c:v>-25.79663800001385</c:v>
                </c:pt>
                <c:pt idx="2130">
                  <c:v>-25.79663800001385</c:v>
                </c:pt>
                <c:pt idx="2131">
                  <c:v>-25.179844000012313</c:v>
                </c:pt>
                <c:pt idx="2132">
                  <c:v>-25.725328000008076</c:v>
                </c:pt>
                <c:pt idx="2133">
                  <c:v>-24.742253992950843</c:v>
                </c:pt>
                <c:pt idx="2134">
                  <c:v>-25.282071785355122</c:v>
                </c:pt>
                <c:pt idx="2135">
                  <c:v>-24.785312334915673</c:v>
                </c:pt>
                <c:pt idx="2136">
                  <c:v>-25.440550175483537</c:v>
                </c:pt>
                <c:pt idx="2137">
                  <c:v>-25.961307398523964</c:v>
                </c:pt>
                <c:pt idx="2138">
                  <c:v>-24.922416604886422</c:v>
                </c:pt>
                <c:pt idx="2139">
                  <c:v>-26.472916000013612</c:v>
                </c:pt>
                <c:pt idx="2140">
                  <c:v>-26.003560000010779</c:v>
                </c:pt>
                <c:pt idx="2141">
                  <c:v>-26.183906000025857</c:v>
                </c:pt>
                <c:pt idx="2142">
                  <c:v>-25.738162000031981</c:v>
                </c:pt>
                <c:pt idx="2143">
                  <c:v>-25.256902000030216</c:v>
                </c:pt>
                <c:pt idx="2144">
                  <c:v>-25.539602000005509</c:v>
                </c:pt>
                <c:pt idx="2145">
                  <c:v>-26.305474000025214</c:v>
                </c:pt>
                <c:pt idx="2146">
                  <c:v>-25.492922000064446</c:v>
                </c:pt>
                <c:pt idx="2147">
                  <c:v>-24.869338191963987</c:v>
                </c:pt>
                <c:pt idx="2148">
                  <c:v>-24.75082817457524</c:v>
                </c:pt>
                <c:pt idx="2149">
                  <c:v>-24.320980165304746</c:v>
                </c:pt>
                <c:pt idx="2150">
                  <c:v>-25.098129000054712</c:v>
                </c:pt>
                <c:pt idx="2151">
                  <c:v>-25.246558866792682</c:v>
                </c:pt>
                <c:pt idx="2152">
                  <c:v>-25.606097392975837</c:v>
                </c:pt>
                <c:pt idx="2153">
                  <c:v>-26.206187638690167</c:v>
                </c:pt>
                <c:pt idx="2154">
                  <c:v>-27.349543432192739</c:v>
                </c:pt>
                <c:pt idx="2155">
                  <c:v>-26.461544964663496</c:v>
                </c:pt>
                <c:pt idx="2156">
                  <c:v>-26.341228929773678</c:v>
                </c:pt>
                <c:pt idx="2157">
                  <c:v>-26.293433866500205</c:v>
                </c:pt>
                <c:pt idx="2158">
                  <c:v>-26.13046129001723</c:v>
                </c:pt>
                <c:pt idx="2159">
                  <c:v>-26.546483526143412</c:v>
                </c:pt>
                <c:pt idx="2160">
                  <c:v>-26.843174695885153</c:v>
                </c:pt>
                <c:pt idx="2161">
                  <c:v>-25.259383230909609</c:v>
                </c:pt>
                <c:pt idx="2162">
                  <c:v>-25.425742141657604</c:v>
                </c:pt>
                <c:pt idx="2163">
                  <c:v>-25.068589479419224</c:v>
                </c:pt>
                <c:pt idx="2164">
                  <c:v>-25.365388593624729</c:v>
                </c:pt>
                <c:pt idx="2165">
                  <c:v>-26.382483444482705</c:v>
                </c:pt>
                <c:pt idx="2166">
                  <c:v>-26.772760654092227</c:v>
                </c:pt>
                <c:pt idx="2167">
                  <c:v>-26.726841153829536</c:v>
                </c:pt>
                <c:pt idx="2168">
                  <c:v>-26.791361886709062</c:v>
                </c:pt>
                <c:pt idx="2169">
                  <c:v>-27.007103749016601</c:v>
                </c:pt>
                <c:pt idx="2170">
                  <c:v>-28.162470079449029</c:v>
                </c:pt>
                <c:pt idx="2171">
                  <c:v>-27.959195002452645</c:v>
                </c:pt>
                <c:pt idx="2172">
                  <c:v>-26.961094002303092</c:v>
                </c:pt>
                <c:pt idx="2173">
                  <c:v>-26.372812000673601</c:v>
                </c:pt>
                <c:pt idx="2174">
                  <c:v>-26.562650008050667</c:v>
                </c:pt>
                <c:pt idx="2175">
                  <c:v>-27.091619002758328</c:v>
                </c:pt>
                <c:pt idx="2176">
                  <c:v>-25.630202003298734</c:v>
                </c:pt>
                <c:pt idx="2177">
                  <c:v>-24.45834600494042</c:v>
                </c:pt>
                <c:pt idx="2178">
                  <c:v>-24.907492330699867</c:v>
                </c:pt>
                <c:pt idx="2179">
                  <c:v>-24.641407854191836</c:v>
                </c:pt>
                <c:pt idx="2180">
                  <c:v>-25.14138381351011</c:v>
                </c:pt>
                <c:pt idx="2181">
                  <c:v>-25.953239059279603</c:v>
                </c:pt>
                <c:pt idx="2182">
                  <c:v>-25.401290698181782</c:v>
                </c:pt>
                <c:pt idx="2183">
                  <c:v>-25.319424188207616</c:v>
                </c:pt>
                <c:pt idx="2184">
                  <c:v>-25.744996005048328</c:v>
                </c:pt>
                <c:pt idx="2185">
                  <c:v>-26.27083900382879</c:v>
                </c:pt>
                <c:pt idx="2186">
                  <c:v>-25.311439007324758</c:v>
                </c:pt>
                <c:pt idx="2187">
                  <c:v>-25.145290013662152</c:v>
                </c:pt>
                <c:pt idx="2188">
                  <c:v>-24.668950004522813</c:v>
                </c:pt>
                <c:pt idx="2189">
                  <c:v>-25.365435009238769</c:v>
                </c:pt>
                <c:pt idx="2190">
                  <c:v>-26.233856015273105</c:v>
                </c:pt>
                <c:pt idx="2191">
                  <c:v>-26.809045006258714</c:v>
                </c:pt>
                <c:pt idx="2192">
                  <c:v>-26.330376002820962</c:v>
                </c:pt>
                <c:pt idx="2193">
                  <c:v>-26.522246446121251</c:v>
                </c:pt>
                <c:pt idx="2194">
                  <c:v>-26.335432071805918</c:v>
                </c:pt>
                <c:pt idx="2195">
                  <c:v>-25.619232190991276</c:v>
                </c:pt>
                <c:pt idx="2196">
                  <c:v>-25.905528331422452</c:v>
                </c:pt>
                <c:pt idx="2197">
                  <c:v>-27.170598729658813</c:v>
                </c:pt>
                <c:pt idx="2198">
                  <c:v>-26.974645527994447</c:v>
                </c:pt>
                <c:pt idx="2199">
                  <c:v>-25.25659500395577</c:v>
                </c:pt>
                <c:pt idx="2200">
                  <c:v>-26.373931017780848</c:v>
                </c:pt>
                <c:pt idx="2201">
                  <c:v>-28.138509039205086</c:v>
                </c:pt>
                <c:pt idx="2202">
                  <c:v>-30.443946015298692</c:v>
                </c:pt>
                <c:pt idx="2203">
                  <c:v>-29.099280169510553</c:v>
                </c:pt>
                <c:pt idx="2204">
                  <c:v>-28.129445005014695</c:v>
                </c:pt>
                <c:pt idx="2205">
                  <c:v>-28.876849859915119</c:v>
                </c:pt>
                <c:pt idx="2206">
                  <c:v>-28.673108619554505</c:v>
                </c:pt>
                <c:pt idx="2207">
                  <c:v>-29.381030351777085</c:v>
                </c:pt>
                <c:pt idx="2208">
                  <c:v>-29.80349019854193</c:v>
                </c:pt>
                <c:pt idx="2209">
                  <c:v>-29.146089128678661</c:v>
                </c:pt>
                <c:pt idx="2210">
                  <c:v>-28.04741563370396</c:v>
                </c:pt>
                <c:pt idx="2211">
                  <c:v>-28.341645763458317</c:v>
                </c:pt>
                <c:pt idx="2212">
                  <c:v>-29.168397797545147</c:v>
                </c:pt>
                <c:pt idx="2213">
                  <c:v>-30.490911489283452</c:v>
                </c:pt>
                <c:pt idx="2214">
                  <c:v>-28.938200006240884</c:v>
                </c:pt>
                <c:pt idx="2215">
                  <c:v>-29.176345694858085</c:v>
                </c:pt>
                <c:pt idx="2216">
                  <c:v>-28.290541371077936</c:v>
                </c:pt>
                <c:pt idx="2217">
                  <c:v>-27.997003832286207</c:v>
                </c:pt>
                <c:pt idx="2218">
                  <c:v>-29.459382951740594</c:v>
                </c:pt>
                <c:pt idx="2219">
                  <c:v>-28.009058252666733</c:v>
                </c:pt>
                <c:pt idx="2220">
                  <c:v>-28.321858713614581</c:v>
                </c:pt>
                <c:pt idx="2221">
                  <c:v>-27.980667791774021</c:v>
                </c:pt>
                <c:pt idx="2222">
                  <c:v>-27.430064633419587</c:v>
                </c:pt>
                <c:pt idx="2223">
                  <c:v>-27.854558004118886</c:v>
                </c:pt>
                <c:pt idx="2224">
                  <c:v>-27.358914454787637</c:v>
                </c:pt>
                <c:pt idx="2225">
                  <c:v>-27.49321244876073</c:v>
                </c:pt>
                <c:pt idx="2226">
                  <c:v>-27.523893881265458</c:v>
                </c:pt>
                <c:pt idx="2227">
                  <c:v>-28.334979529709962</c:v>
                </c:pt>
                <c:pt idx="2228">
                  <c:v>-28.235713260540813</c:v>
                </c:pt>
                <c:pt idx="2229">
                  <c:v>-27.838106107155578</c:v>
                </c:pt>
                <c:pt idx="2230">
                  <c:v>-28.69283200249809</c:v>
                </c:pt>
                <c:pt idx="2231">
                  <c:v>-29.001407012553656</c:v>
                </c:pt>
                <c:pt idx="2232">
                  <c:v>-28.252269028785509</c:v>
                </c:pt>
                <c:pt idx="2233">
                  <c:v>-27.581012958768145</c:v>
                </c:pt>
                <c:pt idx="2234">
                  <c:v>-27.649072930987945</c:v>
                </c:pt>
                <c:pt idx="2235">
                  <c:v>-26.957719509107609</c:v>
                </c:pt>
                <c:pt idx="2236">
                  <c:v>-25.865707541796098</c:v>
                </c:pt>
                <c:pt idx="2237">
                  <c:v>-25.803140863676813</c:v>
                </c:pt>
                <c:pt idx="2238">
                  <c:v>-26.657525535200097</c:v>
                </c:pt>
                <c:pt idx="2239">
                  <c:v>-27.239076425434636</c:v>
                </c:pt>
                <c:pt idx="2240">
                  <c:v>-27.447855399244613</c:v>
                </c:pt>
                <c:pt idx="2241">
                  <c:v>-27.358668033457143</c:v>
                </c:pt>
                <c:pt idx="2242">
                  <c:v>-26.917960735962044</c:v>
                </c:pt>
                <c:pt idx="2243">
                  <c:v>-26.908082612629382</c:v>
                </c:pt>
                <c:pt idx="2244">
                  <c:v>-27.302654046764726</c:v>
                </c:pt>
                <c:pt idx="2245">
                  <c:v>-27.141713659959802</c:v>
                </c:pt>
                <c:pt idx="2246">
                  <c:v>-27.47198235506815</c:v>
                </c:pt>
                <c:pt idx="2247">
                  <c:v>-26.394094099958377</c:v>
                </c:pt>
                <c:pt idx="2248">
                  <c:v>-26.723901977438462</c:v>
                </c:pt>
                <c:pt idx="2249">
                  <c:v>-28.039986414230544</c:v>
                </c:pt>
                <c:pt idx="2250">
                  <c:v>-27.631555887942358</c:v>
                </c:pt>
                <c:pt idx="2251">
                  <c:v>-31.35207424932937</c:v>
                </c:pt>
                <c:pt idx="2252">
                  <c:v>-28.792164805654803</c:v>
                </c:pt>
                <c:pt idx="2253">
                  <c:v>-30.283413197574845</c:v>
                </c:pt>
                <c:pt idx="2254">
                  <c:v>-28.902919162146038</c:v>
                </c:pt>
                <c:pt idx="2255">
                  <c:v>-34.76138486776393</c:v>
                </c:pt>
                <c:pt idx="2256">
                  <c:v>-32.085403097952259</c:v>
                </c:pt>
                <c:pt idx="2257">
                  <c:v>-30.169486668051839</c:v>
                </c:pt>
                <c:pt idx="2258">
                  <c:v>-29.827861905480972</c:v>
                </c:pt>
                <c:pt idx="2259">
                  <c:v>-29.201591989857871</c:v>
                </c:pt>
                <c:pt idx="2260">
                  <c:v>-28.175877403167132</c:v>
                </c:pt>
                <c:pt idx="2261">
                  <c:v>-27.385586430221437</c:v>
                </c:pt>
                <c:pt idx="2262">
                  <c:v>-26.807010386690958</c:v>
                </c:pt>
                <c:pt idx="2263">
                  <c:v>-27.904760568290538</c:v>
                </c:pt>
                <c:pt idx="2264">
                  <c:v>-27.842322435428272</c:v>
                </c:pt>
                <c:pt idx="2265">
                  <c:v>-28.571758360659093</c:v>
                </c:pt>
                <c:pt idx="2266">
                  <c:v>-28.376031202710472</c:v>
                </c:pt>
                <c:pt idx="2267">
                  <c:v>-28.675589876897011</c:v>
                </c:pt>
                <c:pt idx="2268">
                  <c:v>-29.68436631018751</c:v>
                </c:pt>
                <c:pt idx="2269">
                  <c:v>-29.688548719648715</c:v>
                </c:pt>
                <c:pt idx="2270">
                  <c:v>-28.439909454143191</c:v>
                </c:pt>
                <c:pt idx="2271">
                  <c:v>-29.801044406499905</c:v>
                </c:pt>
                <c:pt idx="2272">
                  <c:v>-29.963317470290367</c:v>
                </c:pt>
                <c:pt idx="2273">
                  <c:v>-32.339053533520776</c:v>
                </c:pt>
                <c:pt idx="2274">
                  <c:v>-30.488294752608422</c:v>
                </c:pt>
                <c:pt idx="2275">
                  <c:v>-30.540448425269982</c:v>
                </c:pt>
                <c:pt idx="2276">
                  <c:v>-29.466001234996131</c:v>
                </c:pt>
                <c:pt idx="2277">
                  <c:v>-28.85759544731426</c:v>
                </c:pt>
                <c:pt idx="2278">
                  <c:v>-30.943275114480279</c:v>
                </c:pt>
                <c:pt idx="2279">
                  <c:v>-30.281366509979318</c:v>
                </c:pt>
                <c:pt idx="2280">
                  <c:v>-31.439936515132864</c:v>
                </c:pt>
                <c:pt idx="2281">
                  <c:v>-29.745643156383139</c:v>
                </c:pt>
                <c:pt idx="2282">
                  <c:v>-30.191694875104769</c:v>
                </c:pt>
                <c:pt idx="2283">
                  <c:v>-29.518918376579418</c:v>
                </c:pt>
                <c:pt idx="2284">
                  <c:v>-29.173697227964162</c:v>
                </c:pt>
                <c:pt idx="2285">
                  <c:v>-29.713240614048196</c:v>
                </c:pt>
                <c:pt idx="2286">
                  <c:v>-28.76686096841479</c:v>
                </c:pt>
                <c:pt idx="2287">
                  <c:v>-29.815686522698641</c:v>
                </c:pt>
                <c:pt idx="2288">
                  <c:v>-28.966910316124519</c:v>
                </c:pt>
                <c:pt idx="2289">
                  <c:v>-29.948679018686015</c:v>
                </c:pt>
                <c:pt idx="2290">
                  <c:v>-30.14131323167819</c:v>
                </c:pt>
                <c:pt idx="2291">
                  <c:v>-27.51571158858005</c:v>
                </c:pt>
                <c:pt idx="2292">
                  <c:v>-29.43157355814067</c:v>
                </c:pt>
                <c:pt idx="2293">
                  <c:v>-29.193945294280056</c:v>
                </c:pt>
                <c:pt idx="2294">
                  <c:v>-29.609522975389151</c:v>
                </c:pt>
                <c:pt idx="2295">
                  <c:v>-30.513069414284125</c:v>
                </c:pt>
                <c:pt idx="2296">
                  <c:v>-29.449586851051283</c:v>
                </c:pt>
                <c:pt idx="2297">
                  <c:v>-28.263752671389632</c:v>
                </c:pt>
                <c:pt idx="2298">
                  <c:v>-29.098016759311328</c:v>
                </c:pt>
                <c:pt idx="2299">
                  <c:v>-28.849841944180355</c:v>
                </c:pt>
                <c:pt idx="2300">
                  <c:v>-29.320814043715146</c:v>
                </c:pt>
                <c:pt idx="2301">
                  <c:v>-29.39556441825458</c:v>
                </c:pt>
                <c:pt idx="2302">
                  <c:v>-29.809478346889456</c:v>
                </c:pt>
                <c:pt idx="2303">
                  <c:v>-29.395631379184447</c:v>
                </c:pt>
                <c:pt idx="2304">
                  <c:v>-29.353681185497777</c:v>
                </c:pt>
                <c:pt idx="2305">
                  <c:v>-30.50315718351154</c:v>
                </c:pt>
                <c:pt idx="2306">
                  <c:v>-31.238648614102981</c:v>
                </c:pt>
                <c:pt idx="2307">
                  <c:v>-31.301090160830157</c:v>
                </c:pt>
                <c:pt idx="2308">
                  <c:v>-33.027095819293486</c:v>
                </c:pt>
                <c:pt idx="2309">
                  <c:v>-33.067772105522408</c:v>
                </c:pt>
                <c:pt idx="2310">
                  <c:v>-33.45008566811974</c:v>
                </c:pt>
                <c:pt idx="2311">
                  <c:v>-32.453422839989784</c:v>
                </c:pt>
                <c:pt idx="2312">
                  <c:v>-29.159983602130723</c:v>
                </c:pt>
                <c:pt idx="2313">
                  <c:v>-32.508201793835127</c:v>
                </c:pt>
                <c:pt idx="2314">
                  <c:v>-34.407287024383287</c:v>
                </c:pt>
                <c:pt idx="2315">
                  <c:v>-32.700739846909542</c:v>
                </c:pt>
                <c:pt idx="2316">
                  <c:v>-28.970640260767738</c:v>
                </c:pt>
                <c:pt idx="2317">
                  <c:v>-32.401713330785938</c:v>
                </c:pt>
                <c:pt idx="2318">
                  <c:v>-22.682884798890772</c:v>
                </c:pt>
                <c:pt idx="2319">
                  <c:v>-34.802450109244901</c:v>
                </c:pt>
                <c:pt idx="2320">
                  <c:v>-33.421561943749531</c:v>
                </c:pt>
                <c:pt idx="2321">
                  <c:v>-32.575698426649495</c:v>
                </c:pt>
                <c:pt idx="2322">
                  <c:v>-31.362138449433179</c:v>
                </c:pt>
                <c:pt idx="2323">
                  <c:v>-31.129992211026284</c:v>
                </c:pt>
                <c:pt idx="2324">
                  <c:v>-32.308933505966621</c:v>
                </c:pt>
                <c:pt idx="2325">
                  <c:v>-33.808883709771763</c:v>
                </c:pt>
                <c:pt idx="2326">
                  <c:v>-33.854310940606901</c:v>
                </c:pt>
                <c:pt idx="2327">
                  <c:v>-35.203692267382053</c:v>
                </c:pt>
                <c:pt idx="2328">
                  <c:v>-35.902310477682398</c:v>
                </c:pt>
                <c:pt idx="2329">
                  <c:v>-33.890797913713669</c:v>
                </c:pt>
                <c:pt idx="2330">
                  <c:v>-34.276580525988507</c:v>
                </c:pt>
                <c:pt idx="2331">
                  <c:v>-36.004688008630417</c:v>
                </c:pt>
                <c:pt idx="2332">
                  <c:v>-33.84910358178719</c:v>
                </c:pt>
                <c:pt idx="2333">
                  <c:v>-35.296664856454498</c:v>
                </c:pt>
                <c:pt idx="2334">
                  <c:v>-35.22347590555615</c:v>
                </c:pt>
                <c:pt idx="2335">
                  <c:v>-35.759308381297593</c:v>
                </c:pt>
                <c:pt idx="2336">
                  <c:v>-35.584995101391279</c:v>
                </c:pt>
                <c:pt idx="2337">
                  <c:v>-33.993304180834102</c:v>
                </c:pt>
                <c:pt idx="2338">
                  <c:v>-32.417336864432016</c:v>
                </c:pt>
                <c:pt idx="2339">
                  <c:v>-32.656315341048796</c:v>
                </c:pt>
                <c:pt idx="2340">
                  <c:v>-32.955347239543954</c:v>
                </c:pt>
                <c:pt idx="2341">
                  <c:v>-33.243769972903024</c:v>
                </c:pt>
                <c:pt idx="2342">
                  <c:v>-32.775370418568571</c:v>
                </c:pt>
                <c:pt idx="2343">
                  <c:v>-35.117112278828927</c:v>
                </c:pt>
                <c:pt idx="2344">
                  <c:v>-33.824455769166178</c:v>
                </c:pt>
                <c:pt idx="2345">
                  <c:v>-32.078821590862262</c:v>
                </c:pt>
                <c:pt idx="2346">
                  <c:v>-31.63660091556477</c:v>
                </c:pt>
                <c:pt idx="2347">
                  <c:v>-32.095505441929873</c:v>
                </c:pt>
                <c:pt idx="2348">
                  <c:v>-32.942709196761697</c:v>
                </c:pt>
                <c:pt idx="2349">
                  <c:v>-32.696680176983065</c:v>
                </c:pt>
                <c:pt idx="2350">
                  <c:v>-32.925792487466438</c:v>
                </c:pt>
                <c:pt idx="2351">
                  <c:v>-34.929454702577708</c:v>
                </c:pt>
                <c:pt idx="2352">
                  <c:v>-33.319930342650849</c:v>
                </c:pt>
                <c:pt idx="2353">
                  <c:v>-33.495413494838608</c:v>
                </c:pt>
                <c:pt idx="2354">
                  <c:v>-33.433128975782019</c:v>
                </c:pt>
                <c:pt idx="2355">
                  <c:v>-35.44575212758658</c:v>
                </c:pt>
                <c:pt idx="2356">
                  <c:v>-35.893664100369641</c:v>
                </c:pt>
                <c:pt idx="2357">
                  <c:v>-35.773459772949408</c:v>
                </c:pt>
                <c:pt idx="2358">
                  <c:v>-35.868403430187151</c:v>
                </c:pt>
                <c:pt idx="2359">
                  <c:v>-36.699378977310154</c:v>
                </c:pt>
                <c:pt idx="2360">
                  <c:v>-35.192853105860884</c:v>
                </c:pt>
                <c:pt idx="2361">
                  <c:v>-34.833976605993108</c:v>
                </c:pt>
                <c:pt idx="2362">
                  <c:v>-36.008766446617194</c:v>
                </c:pt>
                <c:pt idx="2363">
                  <c:v>-39.277954569085267</c:v>
                </c:pt>
                <c:pt idx="2364">
                  <c:v>-37.330818040549133</c:v>
                </c:pt>
                <c:pt idx="2365">
                  <c:v>-39.912274116202312</c:v>
                </c:pt>
                <c:pt idx="2366">
                  <c:v>-39.49666329785628</c:v>
                </c:pt>
                <c:pt idx="2367">
                  <c:v>-38.869221743732218</c:v>
                </c:pt>
                <c:pt idx="2368">
                  <c:v>-38.658161366250575</c:v>
                </c:pt>
                <c:pt idx="2369">
                  <c:v>-38.342907316313813</c:v>
                </c:pt>
                <c:pt idx="2370">
                  <c:v>-38.515568967454271</c:v>
                </c:pt>
                <c:pt idx="2371">
                  <c:v>-38.806016795909898</c:v>
                </c:pt>
                <c:pt idx="2372">
                  <c:v>-39.794109816213876</c:v>
                </c:pt>
                <c:pt idx="2373">
                  <c:v>-39.694209588505615</c:v>
                </c:pt>
                <c:pt idx="2374">
                  <c:v>-39.252670612053045</c:v>
                </c:pt>
                <c:pt idx="2375">
                  <c:v>-39.545890748848478</c:v>
                </c:pt>
                <c:pt idx="2376">
                  <c:v>-38.672382186584471</c:v>
                </c:pt>
                <c:pt idx="2377">
                  <c:v>-38.743893433038949</c:v>
                </c:pt>
                <c:pt idx="2378">
                  <c:v>-37.318345946668295</c:v>
                </c:pt>
                <c:pt idx="2379">
                  <c:v>-38.922359821113901</c:v>
                </c:pt>
                <c:pt idx="2380">
                  <c:v>-41.102722134534403</c:v>
                </c:pt>
                <c:pt idx="2381">
                  <c:v>-41.074214600969732</c:v>
                </c:pt>
                <c:pt idx="2382">
                  <c:v>-42.147282041120292</c:v>
                </c:pt>
                <c:pt idx="2383">
                  <c:v>-42.83480861099882</c:v>
                </c:pt>
                <c:pt idx="2384">
                  <c:v>-42.978118809679586</c:v>
                </c:pt>
                <c:pt idx="2385">
                  <c:v>-44.009289255525502</c:v>
                </c:pt>
                <c:pt idx="2386">
                  <c:v>-43.394010296000211</c:v>
                </c:pt>
                <c:pt idx="2387">
                  <c:v>-42.835022985210401</c:v>
                </c:pt>
                <c:pt idx="2388">
                  <c:v>-43.64730362004228</c:v>
                </c:pt>
                <c:pt idx="2389">
                  <c:v>-43.494829707810226</c:v>
                </c:pt>
                <c:pt idx="2390">
                  <c:v>-42.852970476503629</c:v>
                </c:pt>
                <c:pt idx="2391">
                  <c:v>-43.414521870907748</c:v>
                </c:pt>
                <c:pt idx="2392">
                  <c:v>-44.4490263408373</c:v>
                </c:pt>
                <c:pt idx="2393">
                  <c:v>-42.639696483922471</c:v>
                </c:pt>
                <c:pt idx="2394">
                  <c:v>-43.732078864520105</c:v>
                </c:pt>
                <c:pt idx="2395">
                  <c:v>-43.198596395232272</c:v>
                </c:pt>
                <c:pt idx="2396">
                  <c:v>-40.039539773394338</c:v>
                </c:pt>
                <c:pt idx="2397">
                  <c:v>-40.378191428915066</c:v>
                </c:pt>
                <c:pt idx="2398">
                  <c:v>-41.106663287209564</c:v>
                </c:pt>
                <c:pt idx="2399">
                  <c:v>-40.736985502745526</c:v>
                </c:pt>
                <c:pt idx="2400">
                  <c:v>-39.259341523272084</c:v>
                </c:pt>
                <c:pt idx="2401">
                  <c:v>-37.770424383732184</c:v>
                </c:pt>
                <c:pt idx="2402">
                  <c:v>-37.52833622228399</c:v>
                </c:pt>
                <c:pt idx="2403">
                  <c:v>-37.629680606000008</c:v>
                </c:pt>
                <c:pt idx="2404">
                  <c:v>-37.573777624866992</c:v>
                </c:pt>
                <c:pt idx="2405">
                  <c:v>-36.804406288744325</c:v>
                </c:pt>
                <c:pt idx="2406">
                  <c:v>-35.941698432307263</c:v>
                </c:pt>
                <c:pt idx="2407">
                  <c:v>-35.394947925186045</c:v>
                </c:pt>
                <c:pt idx="2408">
                  <c:v>-36.938721712001865</c:v>
                </c:pt>
                <c:pt idx="2409">
                  <c:v>-35.978899546152917</c:v>
                </c:pt>
                <c:pt idx="2410">
                  <c:v>-36.418452295428516</c:v>
                </c:pt>
                <c:pt idx="2411">
                  <c:v>-35.143716640064966</c:v>
                </c:pt>
                <c:pt idx="2412">
                  <c:v>-34.420118627443536</c:v>
                </c:pt>
                <c:pt idx="2413">
                  <c:v>-34.947861200300125</c:v>
                </c:pt>
                <c:pt idx="2414">
                  <c:v>-34.851800645022323</c:v>
                </c:pt>
                <c:pt idx="2415">
                  <c:v>-34.370855360642913</c:v>
                </c:pt>
                <c:pt idx="2416">
                  <c:v>-35.208181844094888</c:v>
                </c:pt>
                <c:pt idx="2417">
                  <c:v>-35.91236451742666</c:v>
                </c:pt>
                <c:pt idx="2418">
                  <c:v>-36.885559677500979</c:v>
                </c:pt>
                <c:pt idx="2419">
                  <c:v>-37.333479075569386</c:v>
                </c:pt>
                <c:pt idx="2420">
                  <c:v>-38.414094853274293</c:v>
                </c:pt>
                <c:pt idx="2421">
                  <c:v>-38.225078814401712</c:v>
                </c:pt>
                <c:pt idx="2422">
                  <c:v>-38.211629773769751</c:v>
                </c:pt>
                <c:pt idx="2423">
                  <c:v>-38.913350398209197</c:v>
                </c:pt>
                <c:pt idx="2424">
                  <c:v>-38.217933135368</c:v>
                </c:pt>
                <c:pt idx="2425">
                  <c:v>-37.175364919807294</c:v>
                </c:pt>
                <c:pt idx="2426">
                  <c:v>-36.193822364284706</c:v>
                </c:pt>
                <c:pt idx="2427">
                  <c:v>-37.29085177166499</c:v>
                </c:pt>
                <c:pt idx="2428">
                  <c:v>-37.037376246318416</c:v>
                </c:pt>
                <c:pt idx="2429">
                  <c:v>-37.925710117466394</c:v>
                </c:pt>
                <c:pt idx="2430">
                  <c:v>-38.307993779059565</c:v>
                </c:pt>
                <c:pt idx="2431">
                  <c:v>-37.618091224480999</c:v>
                </c:pt>
                <c:pt idx="2432">
                  <c:v>-38.690500272986782</c:v>
                </c:pt>
                <c:pt idx="2433">
                  <c:v>-38.430609254502365</c:v>
                </c:pt>
                <c:pt idx="2434">
                  <c:v>-38.440117893084931</c:v>
                </c:pt>
                <c:pt idx="2435">
                  <c:v>-39.455671394920039</c:v>
                </c:pt>
                <c:pt idx="2436">
                  <c:v>-41.039741084248661</c:v>
                </c:pt>
                <c:pt idx="2437">
                  <c:v>-41.099459363849903</c:v>
                </c:pt>
                <c:pt idx="2438">
                  <c:v>-41.288979231497137</c:v>
                </c:pt>
                <c:pt idx="2439">
                  <c:v>-41.590024322251928</c:v>
                </c:pt>
                <c:pt idx="2440">
                  <c:v>-40.424810160808377</c:v>
                </c:pt>
                <c:pt idx="2441">
                  <c:v>-40.131118933168459</c:v>
                </c:pt>
                <c:pt idx="2442">
                  <c:v>-40.117782926655742</c:v>
                </c:pt>
                <c:pt idx="2443">
                  <c:v>-40.940715157728796</c:v>
                </c:pt>
                <c:pt idx="2444">
                  <c:v>-40.809844771259662</c:v>
                </c:pt>
                <c:pt idx="2445">
                  <c:v>-39.851960661351626</c:v>
                </c:pt>
                <c:pt idx="2446">
                  <c:v>-39.111385044943319</c:v>
                </c:pt>
                <c:pt idx="2447">
                  <c:v>-39.155951783084802</c:v>
                </c:pt>
                <c:pt idx="2448">
                  <c:v>-39.051235068445607</c:v>
                </c:pt>
                <c:pt idx="2449">
                  <c:v>-38.408471726480727</c:v>
                </c:pt>
                <c:pt idx="2450">
                  <c:v>-38.910674364815371</c:v>
                </c:pt>
                <c:pt idx="2451">
                  <c:v>-39.362716743887646</c:v>
                </c:pt>
                <c:pt idx="2452">
                  <c:v>-36.540305513218591</c:v>
                </c:pt>
                <c:pt idx="2453">
                  <c:v>-38.284493777677625</c:v>
                </c:pt>
                <c:pt idx="2454">
                  <c:v>-37.860462148868962</c:v>
                </c:pt>
                <c:pt idx="2455">
                  <c:v>-37.230449594954642</c:v>
                </c:pt>
                <c:pt idx="2456">
                  <c:v>-37.961152387297844</c:v>
                </c:pt>
                <c:pt idx="2457">
                  <c:v>-38.172581322976967</c:v>
                </c:pt>
                <c:pt idx="2458">
                  <c:v>-36.611774486509965</c:v>
                </c:pt>
                <c:pt idx="2459">
                  <c:v>-36.54645716409479</c:v>
                </c:pt>
                <c:pt idx="2460">
                  <c:v>-35.385935088843652</c:v>
                </c:pt>
                <c:pt idx="2461">
                  <c:v>-35.838969777394475</c:v>
                </c:pt>
                <c:pt idx="2462">
                  <c:v>-35.838969777394475</c:v>
                </c:pt>
                <c:pt idx="2463">
                  <c:v>-32.854411445801745</c:v>
                </c:pt>
                <c:pt idx="2464">
                  <c:v>-31.99836629634563</c:v>
                </c:pt>
                <c:pt idx="2465">
                  <c:v>-32.870224855608448</c:v>
                </c:pt>
                <c:pt idx="2466">
                  <c:v>-32.028934472336196</c:v>
                </c:pt>
                <c:pt idx="2467">
                  <c:v>-34.804496378540691</c:v>
                </c:pt>
                <c:pt idx="2468">
                  <c:v>-34.534148543890012</c:v>
                </c:pt>
                <c:pt idx="2469">
                  <c:v>-33.595608949893418</c:v>
                </c:pt>
                <c:pt idx="2470">
                  <c:v>-33.429796357853753</c:v>
                </c:pt>
                <c:pt idx="2471">
                  <c:v>-32.832239859259381</c:v>
                </c:pt>
                <c:pt idx="2472">
                  <c:v>-33.164793514934246</c:v>
                </c:pt>
                <c:pt idx="2473">
                  <c:v>-31.817588179175992</c:v>
                </c:pt>
                <c:pt idx="2474">
                  <c:v>-30.617100890212964</c:v>
                </c:pt>
                <c:pt idx="2475">
                  <c:v>-31.227736168210974</c:v>
                </c:pt>
                <c:pt idx="2476">
                  <c:v>-30.493639051135165</c:v>
                </c:pt>
                <c:pt idx="2477">
                  <c:v>-29.66644987737018</c:v>
                </c:pt>
                <c:pt idx="2478">
                  <c:v>-30.075981540068753</c:v>
                </c:pt>
                <c:pt idx="2479">
                  <c:v>-29.859195644490164</c:v>
                </c:pt>
                <c:pt idx="2480">
                  <c:v>-29.435686484589468</c:v>
                </c:pt>
                <c:pt idx="2481">
                  <c:v>-30.424142613901289</c:v>
                </c:pt>
                <c:pt idx="2482">
                  <c:v>-29.852303124863351</c:v>
                </c:pt>
                <c:pt idx="2483">
                  <c:v>-28.490889206417819</c:v>
                </c:pt>
                <c:pt idx="2484">
                  <c:v>-29.442549169132661</c:v>
                </c:pt>
                <c:pt idx="2485">
                  <c:v>-29.018310992969312</c:v>
                </c:pt>
                <c:pt idx="2486">
                  <c:v>-28.636205532375833</c:v>
                </c:pt>
                <c:pt idx="2487">
                  <c:v>-27.982451795349739</c:v>
                </c:pt>
                <c:pt idx="2488">
                  <c:v>-27.006087835461866</c:v>
                </c:pt>
                <c:pt idx="2489">
                  <c:v>-26.729740570459732</c:v>
                </c:pt>
                <c:pt idx="2490">
                  <c:v>-26.515357025028017</c:v>
                </c:pt>
                <c:pt idx="2491">
                  <c:v>-26.447009821578902</c:v>
                </c:pt>
                <c:pt idx="2492">
                  <c:v>-26.845756690651633</c:v>
                </c:pt>
                <c:pt idx="2493">
                  <c:v>-26.487127467019523</c:v>
                </c:pt>
                <c:pt idx="2494">
                  <c:v>-26.986041228654781</c:v>
                </c:pt>
                <c:pt idx="2495">
                  <c:v>-27.656618056265557</c:v>
                </c:pt>
                <c:pt idx="2496">
                  <c:v>-29.515610145309495</c:v>
                </c:pt>
                <c:pt idx="2497">
                  <c:v>-29.159750998978932</c:v>
                </c:pt>
                <c:pt idx="2498">
                  <c:v>-28.533869794300522</c:v>
                </c:pt>
                <c:pt idx="2499">
                  <c:v>-29.154923998482847</c:v>
                </c:pt>
                <c:pt idx="2500">
                  <c:v>-27.681609126935705</c:v>
                </c:pt>
                <c:pt idx="2501">
                  <c:v>-27.122683064353456</c:v>
                </c:pt>
                <c:pt idx="2502">
                  <c:v>-25.8364970714082</c:v>
                </c:pt>
                <c:pt idx="2503">
                  <c:v>-27.865118726584239</c:v>
                </c:pt>
                <c:pt idx="2504">
                  <c:v>-27.02997122604669</c:v>
                </c:pt>
                <c:pt idx="2505">
                  <c:v>-23.834592229042933</c:v>
                </c:pt>
                <c:pt idx="2506">
                  <c:v>-23.867567748181685</c:v>
                </c:pt>
                <c:pt idx="2507">
                  <c:v>-23.867567748181685</c:v>
                </c:pt>
                <c:pt idx="2508">
                  <c:v>-26.652786685117576</c:v>
                </c:pt>
                <c:pt idx="2509">
                  <c:v>-23.242252511838306</c:v>
                </c:pt>
                <c:pt idx="2510">
                  <c:v>-30.114970000338786</c:v>
                </c:pt>
                <c:pt idx="2511">
                  <c:v>-30.456969380351552</c:v>
                </c:pt>
                <c:pt idx="2512">
                  <c:v>-33.853008334412181</c:v>
                </c:pt>
                <c:pt idx="2513">
                  <c:v>-37.142144133217037</c:v>
                </c:pt>
                <c:pt idx="2514">
                  <c:v>-35.396839044594842</c:v>
                </c:pt>
                <c:pt idx="2515">
                  <c:v>-30.961286409409876</c:v>
                </c:pt>
                <c:pt idx="2516">
                  <c:v>-42.094317364129161</c:v>
                </c:pt>
                <c:pt idx="2517">
                  <c:v>-52.08019834648271</c:v>
                </c:pt>
                <c:pt idx="2518">
                  <c:v>-55.105448343398265</c:v>
                </c:pt>
                <c:pt idx="2519">
                  <c:v>-44.546243831988377</c:v>
                </c:pt>
                <c:pt idx="2520">
                  <c:v>-41.26803158490943</c:v>
                </c:pt>
                <c:pt idx="2521">
                  <c:v>-42.712420668244292</c:v>
                </c:pt>
                <c:pt idx="2522">
                  <c:v>-39.161592638828409</c:v>
                </c:pt>
                <c:pt idx="2523">
                  <c:v>-39.053226830152376</c:v>
                </c:pt>
                <c:pt idx="2524">
                  <c:v>-34.224899369647844</c:v>
                </c:pt>
                <c:pt idx="2525">
                  <c:v>-32.980333935914253</c:v>
                </c:pt>
                <c:pt idx="2526">
                  <c:v>-30.310569698908768</c:v>
                </c:pt>
                <c:pt idx="2527">
                  <c:v>-28.354211713798836</c:v>
                </c:pt>
                <c:pt idx="2528">
                  <c:v>-25.784946435411317</c:v>
                </c:pt>
                <c:pt idx="2529">
                  <c:v>-27.727503508149425</c:v>
                </c:pt>
                <c:pt idx="2530">
                  <c:v>-28.619386903401534</c:v>
                </c:pt>
                <c:pt idx="2531">
                  <c:v>-28.690700551490686</c:v>
                </c:pt>
                <c:pt idx="2532">
                  <c:v>-25.709464390605991</c:v>
                </c:pt>
                <c:pt idx="2533">
                  <c:v>-24.937680397220028</c:v>
                </c:pt>
                <c:pt idx="2534">
                  <c:v>-25.027195353316042</c:v>
                </c:pt>
                <c:pt idx="2535">
                  <c:v>-25.798121409411646</c:v>
                </c:pt>
                <c:pt idx="2536">
                  <c:v>-26.874094006311811</c:v>
                </c:pt>
                <c:pt idx="2537">
                  <c:v>-26.908240767859535</c:v>
                </c:pt>
                <c:pt idx="2538">
                  <c:v>-28.913609764076639</c:v>
                </c:pt>
                <c:pt idx="2539">
                  <c:v>-31.694458007925206</c:v>
                </c:pt>
                <c:pt idx="2540">
                  <c:v>-32.421831756471946</c:v>
                </c:pt>
                <c:pt idx="2541">
                  <c:v>-31.675682935790714</c:v>
                </c:pt>
                <c:pt idx="2542">
                  <c:v>-32.221588199901305</c:v>
                </c:pt>
                <c:pt idx="2543">
                  <c:v>-31.836866917305606</c:v>
                </c:pt>
                <c:pt idx="2544">
                  <c:v>-32.356399075316929</c:v>
                </c:pt>
                <c:pt idx="2545">
                  <c:v>-32.645442941813087</c:v>
                </c:pt>
                <c:pt idx="2546">
                  <c:v>-32.879277173570429</c:v>
                </c:pt>
                <c:pt idx="2547">
                  <c:v>-33.73261351781575</c:v>
                </c:pt>
                <c:pt idx="2548">
                  <c:v>-34.149974226274367</c:v>
                </c:pt>
                <c:pt idx="2549">
                  <c:v>-36.509217509785501</c:v>
                </c:pt>
                <c:pt idx="2550">
                  <c:v>-36.484657000639253</c:v>
                </c:pt>
                <c:pt idx="2551">
                  <c:v>-35.941434298400864</c:v>
                </c:pt>
                <c:pt idx="2552">
                  <c:v>-37.739410586300565</c:v>
                </c:pt>
                <c:pt idx="2553">
                  <c:v>-37.410318295500346</c:v>
                </c:pt>
                <c:pt idx="2554">
                  <c:v>-36.225834507501133</c:v>
                </c:pt>
                <c:pt idx="2555">
                  <c:v>-36.320757653159639</c:v>
                </c:pt>
                <c:pt idx="2556">
                  <c:v>-34.208085515830447</c:v>
                </c:pt>
                <c:pt idx="2557">
                  <c:v>-34.700941707398826</c:v>
                </c:pt>
                <c:pt idx="2558">
                  <c:v>-34.285184159842544</c:v>
                </c:pt>
                <c:pt idx="2559">
                  <c:v>-33.268053577599673</c:v>
                </c:pt>
                <c:pt idx="2560">
                  <c:v>-33.206230325222236</c:v>
                </c:pt>
                <c:pt idx="2561">
                  <c:v>-33.384409159298116</c:v>
                </c:pt>
                <c:pt idx="2562">
                  <c:v>-34.386567628533868</c:v>
                </c:pt>
                <c:pt idx="2563">
                  <c:v>-32.60387677809107</c:v>
                </c:pt>
                <c:pt idx="2564">
                  <c:v>-34.030816925801147</c:v>
                </c:pt>
                <c:pt idx="2565">
                  <c:v>-33.35043313267019</c:v>
                </c:pt>
                <c:pt idx="2566">
                  <c:v>-33.608388084054795</c:v>
                </c:pt>
                <c:pt idx="2567">
                  <c:v>-34.592535340799344</c:v>
                </c:pt>
                <c:pt idx="2568">
                  <c:v>-35.521796553600034</c:v>
                </c:pt>
                <c:pt idx="2569">
                  <c:v>-36.119282499469904</c:v>
                </c:pt>
                <c:pt idx="2570">
                  <c:v>-35.204006961299527</c:v>
                </c:pt>
                <c:pt idx="2571">
                  <c:v>-36.153654866700997</c:v>
                </c:pt>
                <c:pt idx="2572">
                  <c:v>-35.086526437399684</c:v>
                </c:pt>
                <c:pt idx="2573">
                  <c:v>-32.300965854299783</c:v>
                </c:pt>
                <c:pt idx="2574">
                  <c:v>-35.863484292466175</c:v>
                </c:pt>
                <c:pt idx="2575">
                  <c:v>-34.434333600591785</c:v>
                </c:pt>
                <c:pt idx="2576">
                  <c:v>-34.116478388955429</c:v>
                </c:pt>
                <c:pt idx="2577">
                  <c:v>-33.8012399951578</c:v>
                </c:pt>
                <c:pt idx="2578">
                  <c:v>-35.244002517189422</c:v>
                </c:pt>
                <c:pt idx="2579">
                  <c:v>-34.308773972701104</c:v>
                </c:pt>
                <c:pt idx="2580">
                  <c:v>-34.411988766266042</c:v>
                </c:pt>
                <c:pt idx="2581">
                  <c:v>-34.418802494101399</c:v>
                </c:pt>
                <c:pt idx="2582">
                  <c:v>-34.215206531402785</c:v>
                </c:pt>
                <c:pt idx="2583">
                  <c:v>-33.566957755048044</c:v>
                </c:pt>
                <c:pt idx="2584">
                  <c:v>-33.803647329202107</c:v>
                </c:pt>
                <c:pt idx="2585">
                  <c:v>-33.115981778598865</c:v>
                </c:pt>
                <c:pt idx="2586">
                  <c:v>-32.819538842963993</c:v>
                </c:pt>
                <c:pt idx="2587">
                  <c:v>-33.102476261571411</c:v>
                </c:pt>
                <c:pt idx="2588">
                  <c:v>-33.297237489959585</c:v>
                </c:pt>
                <c:pt idx="2589">
                  <c:v>-32.604260046542805</c:v>
                </c:pt>
                <c:pt idx="2590">
                  <c:v>-32.669601274194157</c:v>
                </c:pt>
                <c:pt idx="2591">
                  <c:v>-32.097486259201041</c:v>
                </c:pt>
                <c:pt idx="2592">
                  <c:v>-32.315964248399638</c:v>
                </c:pt>
                <c:pt idx="2593">
                  <c:v>-31.432074978048874</c:v>
                </c:pt>
                <c:pt idx="2594">
                  <c:v>-30.531259642812664</c:v>
                </c:pt>
                <c:pt idx="2595">
                  <c:v>-32.100454738651862</c:v>
                </c:pt>
                <c:pt idx="2596">
                  <c:v>-31.368233870570354</c:v>
                </c:pt>
                <c:pt idx="2597">
                  <c:v>-31.017367546502889</c:v>
                </c:pt>
                <c:pt idx="2598">
                  <c:v>-31.823626694200534</c:v>
                </c:pt>
                <c:pt idx="2599">
                  <c:v>-30.824482682400365</c:v>
                </c:pt>
                <c:pt idx="2600">
                  <c:v>-30.811351591300355</c:v>
                </c:pt>
                <c:pt idx="2601">
                  <c:v>-30.872393052099625</c:v>
                </c:pt>
                <c:pt idx="2602">
                  <c:v>-30.855789037200879</c:v>
                </c:pt>
                <c:pt idx="2603">
                  <c:v>-30.758009818898813</c:v>
                </c:pt>
                <c:pt idx="2604">
                  <c:v>-29.375114005802349</c:v>
                </c:pt>
                <c:pt idx="2605">
                  <c:v>-29.458127056697382</c:v>
                </c:pt>
                <c:pt idx="2606">
                  <c:v>-29.796063511928384</c:v>
                </c:pt>
                <c:pt idx="2607">
                  <c:v>-29.117091503364556</c:v>
                </c:pt>
                <c:pt idx="2608">
                  <c:v>-28.669019266744169</c:v>
                </c:pt>
                <c:pt idx="2609">
                  <c:v>-27.755041956633399</c:v>
                </c:pt>
                <c:pt idx="2610">
                  <c:v>-27.838656949439361</c:v>
                </c:pt>
                <c:pt idx="2611">
                  <c:v>-27.122237052900168</c:v>
                </c:pt>
                <c:pt idx="2612">
                  <c:v>-26.653833555200507</c:v>
                </c:pt>
                <c:pt idx="2613">
                  <c:v>-26.493124844299256</c:v>
                </c:pt>
                <c:pt idx="2614">
                  <c:v>-27.928821491301253</c:v>
                </c:pt>
                <c:pt idx="2615">
                  <c:v>-28.510983681999193</c:v>
                </c:pt>
                <c:pt idx="2616">
                  <c:v>-29.230101738799576</c:v>
                </c:pt>
                <c:pt idx="2617">
                  <c:v>-27.527083058600262</c:v>
                </c:pt>
                <c:pt idx="2618">
                  <c:v>-28.246478309100535</c:v>
                </c:pt>
                <c:pt idx="2619">
                  <c:v>-28.891405406723536</c:v>
                </c:pt>
                <c:pt idx="2620">
                  <c:v>-29.131827663501692</c:v>
                </c:pt>
                <c:pt idx="2621">
                  <c:v>-28.102012304219912</c:v>
                </c:pt>
                <c:pt idx="2622">
                  <c:v>-27.534461528622877</c:v>
                </c:pt>
                <c:pt idx="2623">
                  <c:v>-28.111100436455658</c:v>
                </c:pt>
                <c:pt idx="2624">
                  <c:v>-27.6901037425135</c:v>
                </c:pt>
                <c:pt idx="2625">
                  <c:v>-26.703737327898203</c:v>
                </c:pt>
                <c:pt idx="2626">
                  <c:v>-27.128868106768547</c:v>
                </c:pt>
                <c:pt idx="2627">
                  <c:v>-26.237024572123424</c:v>
                </c:pt>
                <c:pt idx="2628">
                  <c:v>-26.324224013539901</c:v>
                </c:pt>
                <c:pt idx="2629">
                  <c:v>-25.641683713922248</c:v>
                </c:pt>
                <c:pt idx="2630">
                  <c:v>-24.364904281500184</c:v>
                </c:pt>
                <c:pt idx="2631">
                  <c:v>-24.945100741901825</c:v>
                </c:pt>
                <c:pt idx="2632">
                  <c:v>-25.696795612017286</c:v>
                </c:pt>
                <c:pt idx="2633">
                  <c:v>-25.78278849440078</c:v>
                </c:pt>
                <c:pt idx="2634">
                  <c:v>-25.890079591300722</c:v>
                </c:pt>
                <c:pt idx="2635">
                  <c:v>-25.209050977001237</c:v>
                </c:pt>
                <c:pt idx="2636">
                  <c:v>-25.346655990701873</c:v>
                </c:pt>
                <c:pt idx="2637">
                  <c:v>-25.622269313500638</c:v>
                </c:pt>
                <c:pt idx="2638">
                  <c:v>-25.644162285334559</c:v>
                </c:pt>
                <c:pt idx="2639">
                  <c:v>-26.030537854525583</c:v>
                </c:pt>
                <c:pt idx="2640">
                  <c:v>-25.439485586653745</c:v>
                </c:pt>
                <c:pt idx="2641">
                  <c:v>-25.549111246134544</c:v>
                </c:pt>
                <c:pt idx="2642">
                  <c:v>-25.317854675563392</c:v>
                </c:pt>
                <c:pt idx="2643">
                  <c:v>-24.875357394618078</c:v>
                </c:pt>
                <c:pt idx="2644">
                  <c:v>-25.15823522613924</c:v>
                </c:pt>
                <c:pt idx="2645">
                  <c:v>-24.054613349404072</c:v>
                </c:pt>
                <c:pt idx="2646">
                  <c:v>-23.761741578600919</c:v>
                </c:pt>
                <c:pt idx="2647">
                  <c:v>-23.36142059640002</c:v>
                </c:pt>
                <c:pt idx="2648">
                  <c:v>-23.19779962820202</c:v>
                </c:pt>
                <c:pt idx="2649">
                  <c:v>-23.699730928023275</c:v>
                </c:pt>
                <c:pt idx="2650">
                  <c:v>-23.192302188918678</c:v>
                </c:pt>
                <c:pt idx="2651">
                  <c:v>-24.090510475914201</c:v>
                </c:pt>
                <c:pt idx="2652">
                  <c:v>-25.290462285259956</c:v>
                </c:pt>
                <c:pt idx="2653">
                  <c:v>-24.622257624812192</c:v>
                </c:pt>
                <c:pt idx="2654">
                  <c:v>-24.701865412759275</c:v>
                </c:pt>
                <c:pt idx="2655">
                  <c:v>-23.966529795498566</c:v>
                </c:pt>
                <c:pt idx="2656">
                  <c:v>-23.571732420201499</c:v>
                </c:pt>
                <c:pt idx="2657">
                  <c:v>-23.848449148802537</c:v>
                </c:pt>
                <c:pt idx="2658">
                  <c:v>-23.835611422654431</c:v>
                </c:pt>
                <c:pt idx="2659">
                  <c:v>-24.402077137973073</c:v>
                </c:pt>
                <c:pt idx="2660">
                  <c:v>-23.917979955968931</c:v>
                </c:pt>
                <c:pt idx="2661">
                  <c:v>-23.892208520026461</c:v>
                </c:pt>
                <c:pt idx="2662">
                  <c:v>-24.126659437301782</c:v>
                </c:pt>
                <c:pt idx="2663">
                  <c:v>-24.809505805202019</c:v>
                </c:pt>
                <c:pt idx="2664">
                  <c:v>-24.878254448599574</c:v>
                </c:pt>
                <c:pt idx="2665">
                  <c:v>-24.79267898560218</c:v>
                </c:pt>
                <c:pt idx="2666">
                  <c:v>-24.872324628898483</c:v>
                </c:pt>
                <c:pt idx="2667">
                  <c:v>-23.950855028100602</c:v>
                </c:pt>
                <c:pt idx="2668">
                  <c:v>-24.000652358899995</c:v>
                </c:pt>
                <c:pt idx="2669">
                  <c:v>-24.682777701242706</c:v>
                </c:pt>
                <c:pt idx="2670">
                  <c:v>-25.570393737864752</c:v>
                </c:pt>
                <c:pt idx="2671">
                  <c:v>-26.174591961966023</c:v>
                </c:pt>
                <c:pt idx="2672">
                  <c:v>-26.049403938351489</c:v>
                </c:pt>
                <c:pt idx="2673">
                  <c:v>-24.408793686914386</c:v>
                </c:pt>
                <c:pt idx="2674">
                  <c:v>-24.210507469298161</c:v>
                </c:pt>
                <c:pt idx="2675">
                  <c:v>-24.492350193300485</c:v>
                </c:pt>
                <c:pt idx="2676">
                  <c:v>-25.704634286801788</c:v>
                </c:pt>
                <c:pt idx="2677">
                  <c:v>-25.506665721101889</c:v>
                </c:pt>
                <c:pt idx="2678">
                  <c:v>-25.425709817700344</c:v>
                </c:pt>
                <c:pt idx="2679">
                  <c:v>-25.227190411402184</c:v>
                </c:pt>
                <c:pt idx="2680">
                  <c:v>-27.881784354501221</c:v>
                </c:pt>
                <c:pt idx="2681">
                  <c:v>-26.942874565101661</c:v>
                </c:pt>
                <c:pt idx="2682">
                  <c:v>-26.937472758501585</c:v>
                </c:pt>
                <c:pt idx="2683">
                  <c:v>-26.332045342974183</c:v>
                </c:pt>
                <c:pt idx="2684">
                  <c:v>-26.321067285644297</c:v>
                </c:pt>
                <c:pt idx="2685">
                  <c:v>-26.389811535479836</c:v>
                </c:pt>
                <c:pt idx="2686">
                  <c:v>-26.590989538217421</c:v>
                </c:pt>
                <c:pt idx="2687">
                  <c:v>-26.503665649780828</c:v>
                </c:pt>
                <c:pt idx="2688">
                  <c:v>-25.515411813701938</c:v>
                </c:pt>
                <c:pt idx="2689">
                  <c:v>-23.990959970842365</c:v>
                </c:pt>
                <c:pt idx="2690">
                  <c:v>-25.179570885795918</c:v>
                </c:pt>
                <c:pt idx="2691">
                  <c:v>-25.746727096198352</c:v>
                </c:pt>
                <c:pt idx="2692">
                  <c:v>-25.166833919199664</c:v>
                </c:pt>
                <c:pt idx="2693">
                  <c:v>-25.614683839099829</c:v>
                </c:pt>
                <c:pt idx="2694">
                  <c:v>-25.578686606502359</c:v>
                </c:pt>
                <c:pt idx="2695">
                  <c:v>-24.854994703600735</c:v>
                </c:pt>
                <c:pt idx="2696">
                  <c:v>-24.757701010200055</c:v>
                </c:pt>
                <c:pt idx="2697">
                  <c:v>-24.151315372499145</c:v>
                </c:pt>
                <c:pt idx="2698">
                  <c:v>-23.548131954901244</c:v>
                </c:pt>
                <c:pt idx="2699">
                  <c:v>-22.533023729801702</c:v>
                </c:pt>
                <c:pt idx="2700">
                  <c:v>-22.215173292086639</c:v>
                </c:pt>
                <c:pt idx="2701">
                  <c:v>-22.72863423809433</c:v>
                </c:pt>
                <c:pt idx="2702">
                  <c:v>-22.48896459139883</c:v>
                </c:pt>
                <c:pt idx="2703">
                  <c:v>-22.644998502002124</c:v>
                </c:pt>
                <c:pt idx="2704">
                  <c:v>-22.457070246576208</c:v>
                </c:pt>
                <c:pt idx="2705">
                  <c:v>-22.360301431431083</c:v>
                </c:pt>
                <c:pt idx="2706">
                  <c:v>-23.053078766970359</c:v>
                </c:pt>
                <c:pt idx="2707">
                  <c:v>-20.929171486886187</c:v>
                </c:pt>
                <c:pt idx="2708">
                  <c:v>-22.469396656102493</c:v>
                </c:pt>
                <c:pt idx="2709">
                  <c:v>-21.918090127899848</c:v>
                </c:pt>
                <c:pt idx="2710">
                  <c:v>-21.028375833408816</c:v>
                </c:pt>
                <c:pt idx="2711">
                  <c:v>-21.350471113815971</c:v>
                </c:pt>
                <c:pt idx="2712">
                  <c:v>-21.331763084053421</c:v>
                </c:pt>
                <c:pt idx="2713">
                  <c:v>-21.948480285158187</c:v>
                </c:pt>
                <c:pt idx="2714">
                  <c:v>-22.166001835943959</c:v>
                </c:pt>
                <c:pt idx="2715">
                  <c:v>-21.454621527942496</c:v>
                </c:pt>
                <c:pt idx="2716">
                  <c:v>-21.568222251287295</c:v>
                </c:pt>
                <c:pt idx="2717">
                  <c:v>-21.725100061472855</c:v>
                </c:pt>
                <c:pt idx="2718">
                  <c:v>-20.725442112911505</c:v>
                </c:pt>
                <c:pt idx="2719">
                  <c:v>-21.068008517882269</c:v>
                </c:pt>
                <c:pt idx="2720">
                  <c:v>-22.37227815059871</c:v>
                </c:pt>
                <c:pt idx="2721">
                  <c:v>-21.257088219579959</c:v>
                </c:pt>
                <c:pt idx="2722">
                  <c:v>-21.85639889691415</c:v>
                </c:pt>
                <c:pt idx="2723">
                  <c:v>-21.285141544297137</c:v>
                </c:pt>
                <c:pt idx="2724">
                  <c:v>-20.89252281543456</c:v>
                </c:pt>
                <c:pt idx="2725">
                  <c:v>-20.056792959917651</c:v>
                </c:pt>
                <c:pt idx="2726">
                  <c:v>-19.470651149648056</c:v>
                </c:pt>
                <c:pt idx="2727">
                  <c:v>-20.020853299662161</c:v>
                </c:pt>
                <c:pt idx="2728">
                  <c:v>-18.295570595470423</c:v>
                </c:pt>
                <c:pt idx="2729">
                  <c:v>-19.231275641087908</c:v>
                </c:pt>
                <c:pt idx="2730">
                  <c:v>-18.279117875159955</c:v>
                </c:pt>
                <c:pt idx="2731">
                  <c:v>-17.255316597785388</c:v>
                </c:pt>
                <c:pt idx="2732">
                  <c:v>-17.396041869101179</c:v>
                </c:pt>
                <c:pt idx="2733">
                  <c:v>-17.022721012705091</c:v>
                </c:pt>
                <c:pt idx="2734">
                  <c:v>-16.24516929753284</c:v>
                </c:pt>
                <c:pt idx="2735">
                  <c:v>-16.311414315356746</c:v>
                </c:pt>
                <c:pt idx="2736">
                  <c:v>-16.093161473061418</c:v>
                </c:pt>
                <c:pt idx="2737">
                  <c:v>-15.729257484886556</c:v>
                </c:pt>
                <c:pt idx="2738">
                  <c:v>-15.983998250260923</c:v>
                </c:pt>
                <c:pt idx="2739">
                  <c:v>-15.206496785202905</c:v>
                </c:pt>
                <c:pt idx="2740">
                  <c:v>-14.792706205207987</c:v>
                </c:pt>
                <c:pt idx="2741">
                  <c:v>-16.332448609403698</c:v>
                </c:pt>
                <c:pt idx="2742">
                  <c:v>-16.263248972488437</c:v>
                </c:pt>
                <c:pt idx="2743">
                  <c:v>-16.294498934719766</c:v>
                </c:pt>
                <c:pt idx="2744">
                  <c:v>-15.902192932772611</c:v>
                </c:pt>
                <c:pt idx="2745">
                  <c:v>-15.679881071629893</c:v>
                </c:pt>
                <c:pt idx="2746">
                  <c:v>-16.412923194688929</c:v>
                </c:pt>
                <c:pt idx="2747">
                  <c:v>-18.811216256475099</c:v>
                </c:pt>
                <c:pt idx="2748">
                  <c:v>-22.087015347856521</c:v>
                </c:pt>
                <c:pt idx="2749">
                  <c:v>-21.419497626324624</c:v>
                </c:pt>
                <c:pt idx="2750">
                  <c:v>-18.721889024046533</c:v>
                </c:pt>
                <c:pt idx="2751">
                  <c:v>-18.99763887260163</c:v>
                </c:pt>
                <c:pt idx="2752">
                  <c:v>-20.014926196900852</c:v>
                </c:pt>
                <c:pt idx="2753">
                  <c:v>-20.305064711140098</c:v>
                </c:pt>
                <c:pt idx="2754">
                  <c:v>-21.782991318712668</c:v>
                </c:pt>
                <c:pt idx="2755">
                  <c:v>-23.861671018690487</c:v>
                </c:pt>
                <c:pt idx="2756">
                  <c:v>-24.474479322370602</c:v>
                </c:pt>
                <c:pt idx="2757">
                  <c:v>-23.653311787646199</c:v>
                </c:pt>
                <c:pt idx="2758">
                  <c:v>-22.553260846544976</c:v>
                </c:pt>
                <c:pt idx="2759">
                  <c:v>-23.467115127222922</c:v>
                </c:pt>
                <c:pt idx="2760">
                  <c:v>-24.434617768929407</c:v>
                </c:pt>
                <c:pt idx="2761">
                  <c:v>-24.433797240423239</c:v>
                </c:pt>
                <c:pt idx="2762">
                  <c:v>-23.524488622593076</c:v>
                </c:pt>
                <c:pt idx="2763">
                  <c:v>-25.095642728934127</c:v>
                </c:pt>
                <c:pt idx="2764">
                  <c:v>-22.920793209042166</c:v>
                </c:pt>
                <c:pt idx="2765">
                  <c:v>-23.302887053567421</c:v>
                </c:pt>
                <c:pt idx="2766">
                  <c:v>-21.879495582841091</c:v>
                </c:pt>
                <c:pt idx="2767">
                  <c:v>-21.453558477050727</c:v>
                </c:pt>
                <c:pt idx="2768">
                  <c:v>-20.900984703739493</c:v>
                </c:pt>
                <c:pt idx="2769">
                  <c:v>-21.255144681972848</c:v>
                </c:pt>
                <c:pt idx="2770">
                  <c:v>-20.911699603497631</c:v>
                </c:pt>
                <c:pt idx="2771">
                  <c:v>-20.927824551648357</c:v>
                </c:pt>
                <c:pt idx="2772">
                  <c:v>-22.068846342133885</c:v>
                </c:pt>
                <c:pt idx="2773">
                  <c:v>-21.020143068845535</c:v>
                </c:pt>
                <c:pt idx="2774">
                  <c:v>-21.153284891565974</c:v>
                </c:pt>
                <c:pt idx="2775">
                  <c:v>-20.663683778542534</c:v>
                </c:pt>
                <c:pt idx="2776">
                  <c:v>-20.76646442315376</c:v>
                </c:pt>
                <c:pt idx="2777">
                  <c:v>-20.376829535854942</c:v>
                </c:pt>
                <c:pt idx="2778">
                  <c:v>-20.433107941408675</c:v>
                </c:pt>
                <c:pt idx="2779">
                  <c:v>-21.355137140498094</c:v>
                </c:pt>
                <c:pt idx="2780">
                  <c:v>-22.257341608434132</c:v>
                </c:pt>
                <c:pt idx="2781">
                  <c:v>-22.679666931823423</c:v>
                </c:pt>
                <c:pt idx="2782">
                  <c:v>-22.904095985871862</c:v>
                </c:pt>
                <c:pt idx="2783">
                  <c:v>-22.666301025308247</c:v>
                </c:pt>
                <c:pt idx="2784">
                  <c:v>-23.016141087548057</c:v>
                </c:pt>
                <c:pt idx="2785">
                  <c:v>-23.467646718824579</c:v>
                </c:pt>
                <c:pt idx="2786">
                  <c:v>-22.794250345952442</c:v>
                </c:pt>
                <c:pt idx="2787">
                  <c:v>-22.220428085290823</c:v>
                </c:pt>
                <c:pt idx="2788">
                  <c:v>-21.621831479219104</c:v>
                </c:pt>
                <c:pt idx="2789">
                  <c:v>-21.86031707573045</c:v>
                </c:pt>
                <c:pt idx="2790">
                  <c:v>-22.497705346592962</c:v>
                </c:pt>
                <c:pt idx="2791">
                  <c:v>-22.483738897001995</c:v>
                </c:pt>
                <c:pt idx="2792">
                  <c:v>-21.235347277325896</c:v>
                </c:pt>
                <c:pt idx="2793">
                  <c:v>-22.407601406292184</c:v>
                </c:pt>
                <c:pt idx="2794">
                  <c:v>-21.445166374514582</c:v>
                </c:pt>
                <c:pt idx="2795">
                  <c:v>-21.088085222160899</c:v>
                </c:pt>
                <c:pt idx="2796">
                  <c:v>-21.205662870758786</c:v>
                </c:pt>
                <c:pt idx="2797">
                  <c:v>-20.659265055382598</c:v>
                </c:pt>
                <c:pt idx="2798">
                  <c:v>-20.716307735339775</c:v>
                </c:pt>
                <c:pt idx="2799">
                  <c:v>-21.681367315119239</c:v>
                </c:pt>
                <c:pt idx="2800">
                  <c:v>-22.809221625711142</c:v>
                </c:pt>
                <c:pt idx="2801">
                  <c:v>-22.847361253753668</c:v>
                </c:pt>
                <c:pt idx="2802">
                  <c:v>-23.218295044213285</c:v>
                </c:pt>
                <c:pt idx="2803">
                  <c:v>-23.847628154883573</c:v>
                </c:pt>
                <c:pt idx="2804">
                  <c:v>-22.337920004812705</c:v>
                </c:pt>
                <c:pt idx="2805">
                  <c:v>-24.74197798277747</c:v>
                </c:pt>
                <c:pt idx="2806">
                  <c:v>-23.626696020814773</c:v>
                </c:pt>
                <c:pt idx="2807">
                  <c:v>-23.646550217071308</c:v>
                </c:pt>
                <c:pt idx="2808">
                  <c:v>-22.728439330865061</c:v>
                </c:pt>
                <c:pt idx="2809">
                  <c:v>-23.205054725654243</c:v>
                </c:pt>
                <c:pt idx="2810">
                  <c:v>-23.180084135787673</c:v>
                </c:pt>
                <c:pt idx="2811">
                  <c:v>-24.070409723427574</c:v>
                </c:pt>
                <c:pt idx="2812">
                  <c:v>-23.161224156336413</c:v>
                </c:pt>
                <c:pt idx="2813">
                  <c:v>-22.965295320161616</c:v>
                </c:pt>
                <c:pt idx="2814">
                  <c:v>-21.920296647106781</c:v>
                </c:pt>
                <c:pt idx="2815">
                  <c:v>-21.501463948508206</c:v>
                </c:pt>
                <c:pt idx="2816">
                  <c:v>-21.910471813066835</c:v>
                </c:pt>
                <c:pt idx="2817">
                  <c:v>-22.067895744129274</c:v>
                </c:pt>
                <c:pt idx="2818">
                  <c:v>-22.109862056130446</c:v>
                </c:pt>
                <c:pt idx="2819">
                  <c:v>-23.052365118497118</c:v>
                </c:pt>
                <c:pt idx="2820">
                  <c:v>-22.631104545962216</c:v>
                </c:pt>
                <c:pt idx="2821">
                  <c:v>-22.165161106817784</c:v>
                </c:pt>
                <c:pt idx="2822">
                  <c:v>-22.088610961032089</c:v>
                </c:pt>
                <c:pt idx="2823">
                  <c:v>-22.165294846037682</c:v>
                </c:pt>
                <c:pt idx="2824">
                  <c:v>-22.781379427791226</c:v>
                </c:pt>
                <c:pt idx="2825">
                  <c:v>-22.769997219966474</c:v>
                </c:pt>
                <c:pt idx="2826">
                  <c:v>-22.598803607326385</c:v>
                </c:pt>
                <c:pt idx="2827">
                  <c:v>-23.777791677193719</c:v>
                </c:pt>
                <c:pt idx="2828">
                  <c:v>-24.955740854275284</c:v>
                </c:pt>
                <c:pt idx="2829">
                  <c:v>-25.712809239236911</c:v>
                </c:pt>
                <c:pt idx="2830">
                  <c:v>-24.598811286581252</c:v>
                </c:pt>
                <c:pt idx="2831">
                  <c:v>-23.724901557374722</c:v>
                </c:pt>
                <c:pt idx="2832">
                  <c:v>-24.028187885195688</c:v>
                </c:pt>
                <c:pt idx="2833">
                  <c:v>-24.34749660808717</c:v>
                </c:pt>
                <c:pt idx="2834">
                  <c:v>-23.208326673800197</c:v>
                </c:pt>
                <c:pt idx="2835">
                  <c:v>-22.876780494634868</c:v>
                </c:pt>
                <c:pt idx="2836">
                  <c:v>-22.9030288648324</c:v>
                </c:pt>
                <c:pt idx="2837">
                  <c:v>-22.257663324063717</c:v>
                </c:pt>
                <c:pt idx="2838">
                  <c:v>-20.775187049356674</c:v>
                </c:pt>
                <c:pt idx="2839">
                  <c:v>-22.000674201286859</c:v>
                </c:pt>
                <c:pt idx="2840">
                  <c:v>-21.793331093035306</c:v>
                </c:pt>
                <c:pt idx="2841">
                  <c:v>-21.356438602011107</c:v>
                </c:pt>
                <c:pt idx="2842">
                  <c:v>-20.267840382659742</c:v>
                </c:pt>
                <c:pt idx="2843">
                  <c:v>-21.425876538150998</c:v>
                </c:pt>
                <c:pt idx="2844">
                  <c:v>-21.409242769876144</c:v>
                </c:pt>
                <c:pt idx="2845">
                  <c:v>-21.718802656816827</c:v>
                </c:pt>
                <c:pt idx="2846">
                  <c:v>-23.236485103764334</c:v>
                </c:pt>
                <c:pt idx="2847">
                  <c:v>-22.462982916290212</c:v>
                </c:pt>
                <c:pt idx="2848">
                  <c:v>-24.111664470935452</c:v>
                </c:pt>
                <c:pt idx="2849">
                  <c:v>-23.084953730638109</c:v>
                </c:pt>
                <c:pt idx="2850">
                  <c:v>-22.636469821699318</c:v>
                </c:pt>
                <c:pt idx="2851">
                  <c:v>-22.220688715282179</c:v>
                </c:pt>
                <c:pt idx="2852">
                  <c:v>-21.592805890447906</c:v>
                </c:pt>
                <c:pt idx="2853">
                  <c:v>-20.985718176876162</c:v>
                </c:pt>
                <c:pt idx="2854">
                  <c:v>-21.154793833521914</c:v>
                </c:pt>
                <c:pt idx="2855">
                  <c:v>-20.05019895913296</c:v>
                </c:pt>
                <c:pt idx="2856">
                  <c:v>-19.866542898215261</c:v>
                </c:pt>
                <c:pt idx="2857">
                  <c:v>-20.030238713802788</c:v>
                </c:pt>
                <c:pt idx="2858">
                  <c:v>-19.228749679836806</c:v>
                </c:pt>
                <c:pt idx="2859">
                  <c:v>-20.422512534569009</c:v>
                </c:pt>
                <c:pt idx="2860">
                  <c:v>-19.995127512974875</c:v>
                </c:pt>
                <c:pt idx="2861">
                  <c:v>-20.08536794631928</c:v>
                </c:pt>
                <c:pt idx="2862">
                  <c:v>-19.881802254321059</c:v>
                </c:pt>
                <c:pt idx="2863">
                  <c:v>-20.140670566660141</c:v>
                </c:pt>
                <c:pt idx="2864">
                  <c:v>-20.025965821555324</c:v>
                </c:pt>
                <c:pt idx="2865">
                  <c:v>-20.188677722193699</c:v>
                </c:pt>
                <c:pt idx="2866">
                  <c:v>-20.294092954136506</c:v>
                </c:pt>
                <c:pt idx="2867">
                  <c:v>-19.706696972097248</c:v>
                </c:pt>
                <c:pt idx="2868">
                  <c:v>-20.638711159198319</c:v>
                </c:pt>
                <c:pt idx="2869">
                  <c:v>-20.187256803132673</c:v>
                </c:pt>
                <c:pt idx="2870">
                  <c:v>-19.485000777743313</c:v>
                </c:pt>
                <c:pt idx="2871">
                  <c:v>-20.081229185926645</c:v>
                </c:pt>
                <c:pt idx="2872">
                  <c:v>-20.76958973766618</c:v>
                </c:pt>
                <c:pt idx="2873">
                  <c:v>-20.846351205397955</c:v>
                </c:pt>
                <c:pt idx="2874">
                  <c:v>-20.648956262634538</c:v>
                </c:pt>
                <c:pt idx="2875">
                  <c:v>-20.048909930413991</c:v>
                </c:pt>
                <c:pt idx="2876">
                  <c:v>-19.682910701240207</c:v>
                </c:pt>
                <c:pt idx="2877">
                  <c:v>-19.988305108592577</c:v>
                </c:pt>
                <c:pt idx="2878">
                  <c:v>-19.691740733499184</c:v>
                </c:pt>
                <c:pt idx="2879">
                  <c:v>-19.633992473044863</c:v>
                </c:pt>
                <c:pt idx="2880">
                  <c:v>-19.744349409499996</c:v>
                </c:pt>
                <c:pt idx="2881">
                  <c:v>-20.18177713467805</c:v>
                </c:pt>
                <c:pt idx="2882">
                  <c:v>-19.680126389812898</c:v>
                </c:pt>
                <c:pt idx="2883">
                  <c:v>-19.908630987794083</c:v>
                </c:pt>
                <c:pt idx="2884">
                  <c:v>-19.3413687224092</c:v>
                </c:pt>
                <c:pt idx="2885">
                  <c:v>-19.036838126320166</c:v>
                </c:pt>
                <c:pt idx="2886">
                  <c:v>-19.4196323018115</c:v>
                </c:pt>
                <c:pt idx="2887">
                  <c:v>-20.171045803104423</c:v>
                </c:pt>
                <c:pt idx="2888">
                  <c:v>-19.450157426210698</c:v>
                </c:pt>
                <c:pt idx="2889">
                  <c:v>-19.656181289968522</c:v>
                </c:pt>
                <c:pt idx="2890">
                  <c:v>-19.639598653657352</c:v>
                </c:pt>
                <c:pt idx="2891">
                  <c:v>-19.455054696269162</c:v>
                </c:pt>
                <c:pt idx="2892">
                  <c:v>-19.525897371699745</c:v>
                </c:pt>
                <c:pt idx="2893">
                  <c:v>-20.588521762136139</c:v>
                </c:pt>
                <c:pt idx="2894">
                  <c:v>-20.193504555094236</c:v>
                </c:pt>
                <c:pt idx="2895">
                  <c:v>-20.96165574943889</c:v>
                </c:pt>
                <c:pt idx="2896">
                  <c:v>-21.42462496410343</c:v>
                </c:pt>
                <c:pt idx="2897">
                  <c:v>-21.826674054690574</c:v>
                </c:pt>
                <c:pt idx="2898">
                  <c:v>-22.382144927701159</c:v>
                </c:pt>
                <c:pt idx="2899">
                  <c:v>-23.303318051576895</c:v>
                </c:pt>
                <c:pt idx="2900">
                  <c:v>-22.340937616792232</c:v>
                </c:pt>
                <c:pt idx="2901">
                  <c:v>-22.569730881151788</c:v>
                </c:pt>
                <c:pt idx="2902">
                  <c:v>-22.948417511712986</c:v>
                </c:pt>
                <c:pt idx="2903">
                  <c:v>-22.264851035563019</c:v>
                </c:pt>
                <c:pt idx="2904">
                  <c:v>-22.03895045364845</c:v>
                </c:pt>
                <c:pt idx="2905">
                  <c:v>-21.269235040234008</c:v>
                </c:pt>
                <c:pt idx="2906">
                  <c:v>-20.745876361351986</c:v>
                </c:pt>
                <c:pt idx="2907">
                  <c:v>-21.622339523800164</c:v>
                </c:pt>
                <c:pt idx="2908">
                  <c:v>-23.117724474484831</c:v>
                </c:pt>
                <c:pt idx="2909">
                  <c:v>-23.117724474484831</c:v>
                </c:pt>
                <c:pt idx="2910">
                  <c:v>-23.370763605148699</c:v>
                </c:pt>
                <c:pt idx="2911">
                  <c:v>-23.120373909692599</c:v>
                </c:pt>
                <c:pt idx="2912">
                  <c:v>-23.052913529558236</c:v>
                </c:pt>
                <c:pt idx="2913">
                  <c:v>-22.546908570854956</c:v>
                </c:pt>
                <c:pt idx="2914">
                  <c:v>-22.686711266299788</c:v>
                </c:pt>
                <c:pt idx="2915">
                  <c:v>-21.872901930892635</c:v>
                </c:pt>
                <c:pt idx="2916">
                  <c:v>-21.095557914748042</c:v>
                </c:pt>
                <c:pt idx="2917">
                  <c:v>-20.582006825150462</c:v>
                </c:pt>
                <c:pt idx="2918">
                  <c:v>-21.20409735532127</c:v>
                </c:pt>
                <c:pt idx="2919">
                  <c:v>-25.434593819548152</c:v>
                </c:pt>
                <c:pt idx="2920">
                  <c:v>-25.029020110601763</c:v>
                </c:pt>
                <c:pt idx="2921">
                  <c:v>-23.847761228128899</c:v>
                </c:pt>
                <c:pt idx="2922">
                  <c:v>-21.072255038304263</c:v>
                </c:pt>
                <c:pt idx="2923">
                  <c:v>-20.074947915567321</c:v>
                </c:pt>
                <c:pt idx="2924">
                  <c:v>-19.561</c:v>
                </c:pt>
                <c:pt idx="2925">
                  <c:v>-20.986000000000001</c:v>
                </c:pt>
                <c:pt idx="2926">
                  <c:v>-20.960999999999999</c:v>
                </c:pt>
                <c:pt idx="2927">
                  <c:v>-21.178999999999998</c:v>
                </c:pt>
                <c:pt idx="2928">
                  <c:v>-23.074999999999999</c:v>
                </c:pt>
                <c:pt idx="2929">
                  <c:v>-20.462</c:v>
                </c:pt>
                <c:pt idx="2930">
                  <c:v>-20.882999999999999</c:v>
                </c:pt>
                <c:pt idx="2931">
                  <c:v>-22.164000000000001</c:v>
                </c:pt>
                <c:pt idx="2932">
                  <c:v>-20.652999999999999</c:v>
                </c:pt>
                <c:pt idx="2933">
                  <c:v>-20.701000000000001</c:v>
                </c:pt>
                <c:pt idx="2934">
                  <c:v>-21.707999999999998</c:v>
                </c:pt>
                <c:pt idx="2935">
                  <c:v>-23.262</c:v>
                </c:pt>
                <c:pt idx="2936">
                  <c:v>-22.876999999999999</c:v>
                </c:pt>
                <c:pt idx="2937">
                  <c:v>-21.506</c:v>
                </c:pt>
                <c:pt idx="2938">
                  <c:v>-20.428999999999998</c:v>
                </c:pt>
                <c:pt idx="2939">
                  <c:v>-21.516999999999999</c:v>
                </c:pt>
                <c:pt idx="2940">
                  <c:v>-19.460999999999999</c:v>
                </c:pt>
                <c:pt idx="2941">
                  <c:v>-20.643999999999998</c:v>
                </c:pt>
                <c:pt idx="2942">
                  <c:v>-20.471</c:v>
                </c:pt>
                <c:pt idx="2943">
                  <c:v>-19.524000000000001</c:v>
                </c:pt>
                <c:pt idx="2944">
                  <c:v>-19.89</c:v>
                </c:pt>
                <c:pt idx="2945">
                  <c:v>-19.693000000000001</c:v>
                </c:pt>
                <c:pt idx="2946">
                  <c:v>-20.135000000000002</c:v>
                </c:pt>
                <c:pt idx="2947">
                  <c:v>-19.855</c:v>
                </c:pt>
                <c:pt idx="2948">
                  <c:v>-19.95</c:v>
                </c:pt>
                <c:pt idx="2949">
                  <c:v>-19.760000000000002</c:v>
                </c:pt>
                <c:pt idx="2950">
                  <c:v>-20.236999999999998</c:v>
                </c:pt>
                <c:pt idx="2951">
                  <c:v>-20.76</c:v>
                </c:pt>
                <c:pt idx="2952">
                  <c:v>-22.462</c:v>
                </c:pt>
                <c:pt idx="2953">
                  <c:v>-21.998999999999999</c:v>
                </c:pt>
                <c:pt idx="2954">
                  <c:v>-22.93</c:v>
                </c:pt>
                <c:pt idx="2955">
                  <c:v>-21.241</c:v>
                </c:pt>
                <c:pt idx="2956">
                  <c:v>-20.452999999999999</c:v>
                </c:pt>
                <c:pt idx="2957">
                  <c:v>-20.239999999999998</c:v>
                </c:pt>
                <c:pt idx="2958">
                  <c:v>-20.856999999999999</c:v>
                </c:pt>
                <c:pt idx="2959">
                  <c:v>-20.834</c:v>
                </c:pt>
                <c:pt idx="2960">
                  <c:v>-20.507999999999999</c:v>
                </c:pt>
                <c:pt idx="2961">
                  <c:v>-19.983000000000001</c:v>
                </c:pt>
                <c:pt idx="2962">
                  <c:v>-19.571000000000002</c:v>
                </c:pt>
                <c:pt idx="2963">
                  <c:v>-21.349</c:v>
                </c:pt>
                <c:pt idx="2964">
                  <c:v>-21.86</c:v>
                </c:pt>
                <c:pt idx="2965">
                  <c:v>-23.702000000000002</c:v>
                </c:pt>
                <c:pt idx="2966">
                  <c:v>-20.846</c:v>
                </c:pt>
                <c:pt idx="2967">
                  <c:v>-20.603999999999999</c:v>
                </c:pt>
                <c:pt idx="2968">
                  <c:v>-19.548999999999999</c:v>
                </c:pt>
                <c:pt idx="2969">
                  <c:v>-21.643999999999998</c:v>
                </c:pt>
                <c:pt idx="2970">
                  <c:v>-22.367999999999999</c:v>
                </c:pt>
                <c:pt idx="2971">
                  <c:v>-21.879000000000001</c:v>
                </c:pt>
                <c:pt idx="2972">
                  <c:v>-21.143999999999998</c:v>
                </c:pt>
                <c:pt idx="2973">
                  <c:v>-21.561</c:v>
                </c:pt>
                <c:pt idx="2974">
                  <c:v>-20.68</c:v>
                </c:pt>
                <c:pt idx="2975">
                  <c:v>-20.291</c:v>
                </c:pt>
                <c:pt idx="2976">
                  <c:v>-20.303000000000001</c:v>
                </c:pt>
                <c:pt idx="2977">
                  <c:v>-21.678000000000001</c:v>
                </c:pt>
                <c:pt idx="2978">
                  <c:v>-21.734999999999999</c:v>
                </c:pt>
                <c:pt idx="2979">
                  <c:v>-21.594999999999999</c:v>
                </c:pt>
                <c:pt idx="2980">
                  <c:v>-20.100999999999999</c:v>
                </c:pt>
                <c:pt idx="2981">
                  <c:v>-19.835000000000001</c:v>
                </c:pt>
                <c:pt idx="2982">
                  <c:v>-20.085000000000001</c:v>
                </c:pt>
                <c:pt idx="2983">
                  <c:v>-20.015000000000001</c:v>
                </c:pt>
                <c:pt idx="2984">
                  <c:v>-18.939</c:v>
                </c:pt>
                <c:pt idx="2985">
                  <c:v>-18.298999999999999</c:v>
                </c:pt>
                <c:pt idx="2986">
                  <c:v>-17.091000000000001</c:v>
                </c:pt>
                <c:pt idx="2987">
                  <c:v>-16.754999999999999</c:v>
                </c:pt>
                <c:pt idx="2988">
                  <c:v>-16.315000000000001</c:v>
                </c:pt>
                <c:pt idx="2989">
                  <c:v>-15.977</c:v>
                </c:pt>
                <c:pt idx="2990">
                  <c:v>-15.577999999999999</c:v>
                </c:pt>
                <c:pt idx="2991">
                  <c:v>-15.673</c:v>
                </c:pt>
                <c:pt idx="2992">
                  <c:v>-15.179</c:v>
                </c:pt>
                <c:pt idx="2993">
                  <c:v>-16.498000000000001</c:v>
                </c:pt>
                <c:pt idx="2994">
                  <c:v>-18.574000000000002</c:v>
                </c:pt>
                <c:pt idx="2995">
                  <c:v>-18.919</c:v>
                </c:pt>
                <c:pt idx="2996">
                  <c:v>-19.382000000000001</c:v>
                </c:pt>
                <c:pt idx="2997">
                  <c:v>-17.754999999999999</c:v>
                </c:pt>
                <c:pt idx="2998">
                  <c:v>-19.655999999999999</c:v>
                </c:pt>
                <c:pt idx="2999">
                  <c:v>-18.599</c:v>
                </c:pt>
                <c:pt idx="3000">
                  <c:v>-18.530999999999999</c:v>
                </c:pt>
                <c:pt idx="3001">
                  <c:v>-18.984000000000002</c:v>
                </c:pt>
                <c:pt idx="3002">
                  <c:v>-20.242999999999999</c:v>
                </c:pt>
                <c:pt idx="3003">
                  <c:v>-20.631</c:v>
                </c:pt>
                <c:pt idx="3004">
                  <c:v>-19.475999999999999</c:v>
                </c:pt>
                <c:pt idx="3005">
                  <c:v>-20.309999999999999</c:v>
                </c:pt>
                <c:pt idx="3006">
                  <c:v>-20.945</c:v>
                </c:pt>
                <c:pt idx="3007">
                  <c:v>-23.13</c:v>
                </c:pt>
                <c:pt idx="3008">
                  <c:v>-22.114000000000001</c:v>
                </c:pt>
                <c:pt idx="3009">
                  <c:v>-23.292000000000002</c:v>
                </c:pt>
                <c:pt idx="3010">
                  <c:v>-22.294</c:v>
                </c:pt>
                <c:pt idx="3011">
                  <c:v>-22.43</c:v>
                </c:pt>
                <c:pt idx="3012">
                  <c:v>-22.190999999999999</c:v>
                </c:pt>
                <c:pt idx="3013">
                  <c:v>-21.538</c:v>
                </c:pt>
                <c:pt idx="3014">
                  <c:v>-22.54</c:v>
                </c:pt>
                <c:pt idx="3015">
                  <c:v>-21.434000000000001</c:v>
                </c:pt>
                <c:pt idx="3016">
                  <c:v>-22.064</c:v>
                </c:pt>
                <c:pt idx="3017">
                  <c:v>-23.875</c:v>
                </c:pt>
                <c:pt idx="3018">
                  <c:v>-24.306000000000001</c:v>
                </c:pt>
                <c:pt idx="3019">
                  <c:v>-23.707999999999998</c:v>
                </c:pt>
                <c:pt idx="3020">
                  <c:v>-24.36</c:v>
                </c:pt>
                <c:pt idx="3021">
                  <c:v>-23.17</c:v>
                </c:pt>
                <c:pt idx="3022">
                  <c:v>-24.428999999999998</c:v>
                </c:pt>
                <c:pt idx="3023">
                  <c:v>-25.16</c:v>
                </c:pt>
                <c:pt idx="3024">
                  <c:v>-26.553999999999998</c:v>
                </c:pt>
                <c:pt idx="3025">
                  <c:v>-25.2</c:v>
                </c:pt>
                <c:pt idx="3026">
                  <c:v>-26.346</c:v>
                </c:pt>
                <c:pt idx="3027">
                  <c:v>-26.492999999999999</c:v>
                </c:pt>
                <c:pt idx="3028">
                  <c:v>-27.125</c:v>
                </c:pt>
                <c:pt idx="3029">
                  <c:v>-28.193999999999999</c:v>
                </c:pt>
                <c:pt idx="3030">
                  <c:v>-25.684000000000001</c:v>
                </c:pt>
                <c:pt idx="3031">
                  <c:v>-25.952999999999999</c:v>
                </c:pt>
                <c:pt idx="3032">
                  <c:v>-25.977</c:v>
                </c:pt>
                <c:pt idx="3033">
                  <c:v>-25.263999999999999</c:v>
                </c:pt>
                <c:pt idx="3034">
                  <c:v>-27.800999999999998</c:v>
                </c:pt>
                <c:pt idx="3035">
                  <c:v>-26.437999999999999</c:v>
                </c:pt>
                <c:pt idx="3036">
                  <c:v>-23.798999999999999</c:v>
                </c:pt>
                <c:pt idx="3037">
                  <c:v>-25.468</c:v>
                </c:pt>
                <c:pt idx="3038">
                  <c:v>-26.109000000000002</c:v>
                </c:pt>
                <c:pt idx="3039">
                  <c:v>-25.893999999999998</c:v>
                </c:pt>
                <c:pt idx="3040">
                  <c:v>-24.841000000000001</c:v>
                </c:pt>
                <c:pt idx="3041">
                  <c:v>-24.498000000000001</c:v>
                </c:pt>
                <c:pt idx="3042">
                  <c:v>-23.594000000000001</c:v>
                </c:pt>
                <c:pt idx="3043">
                  <c:v>-22.013999999999999</c:v>
                </c:pt>
                <c:pt idx="3044">
                  <c:v>-22.666</c:v>
                </c:pt>
                <c:pt idx="3045">
                  <c:v>-22.898</c:v>
                </c:pt>
                <c:pt idx="3046">
                  <c:v>-23.619</c:v>
                </c:pt>
                <c:pt idx="3047">
                  <c:v>-22.768000000000001</c:v>
                </c:pt>
                <c:pt idx="3048">
                  <c:v>-24.006</c:v>
                </c:pt>
                <c:pt idx="3049">
                  <c:v>-24.994</c:v>
                </c:pt>
                <c:pt idx="3050">
                  <c:v>-26.268999999999998</c:v>
                </c:pt>
                <c:pt idx="3051">
                  <c:v>-25.870999999999999</c:v>
                </c:pt>
                <c:pt idx="3052">
                  <c:v>-26.638999999999999</c:v>
                </c:pt>
                <c:pt idx="3053">
                  <c:v>-26.693000000000001</c:v>
                </c:pt>
                <c:pt idx="3054">
                  <c:v>-27.571999999999999</c:v>
                </c:pt>
                <c:pt idx="3055">
                  <c:v>-27.582999999999998</c:v>
                </c:pt>
                <c:pt idx="3056">
                  <c:v>-28.552</c:v>
                </c:pt>
                <c:pt idx="3057">
                  <c:v>-29.138000000000002</c:v>
                </c:pt>
                <c:pt idx="3058">
                  <c:v>-29.597000000000001</c:v>
                </c:pt>
                <c:pt idx="3059">
                  <c:v>-29.233000000000001</c:v>
                </c:pt>
                <c:pt idx="3060">
                  <c:v>-30.431999999999999</c:v>
                </c:pt>
                <c:pt idx="3061">
                  <c:v>-29.405000000000001</c:v>
                </c:pt>
                <c:pt idx="3062">
                  <c:v>-28.507999999999999</c:v>
                </c:pt>
                <c:pt idx="3063">
                  <c:v>-27.725000000000001</c:v>
                </c:pt>
                <c:pt idx="3064">
                  <c:v>-28.02</c:v>
                </c:pt>
                <c:pt idx="3065">
                  <c:v>-28.84</c:v>
                </c:pt>
                <c:pt idx="3066">
                  <c:v>-29.495000000000001</c:v>
                </c:pt>
                <c:pt idx="3067">
                  <c:v>-28.808</c:v>
                </c:pt>
                <c:pt idx="3068">
                  <c:v>-28.494</c:v>
                </c:pt>
                <c:pt idx="3069">
                  <c:v>-28.175000000000001</c:v>
                </c:pt>
                <c:pt idx="3070">
                  <c:v>-28.396000000000001</c:v>
                </c:pt>
                <c:pt idx="3071">
                  <c:v>-28.869</c:v>
                </c:pt>
                <c:pt idx="3072">
                  <c:v>-29.016999999999999</c:v>
                </c:pt>
                <c:pt idx="3073">
                  <c:v>-29.193999999999999</c:v>
                </c:pt>
                <c:pt idx="3074">
                  <c:v>-28.297999999999998</c:v>
                </c:pt>
                <c:pt idx="3075">
                  <c:v>-28.096</c:v>
                </c:pt>
                <c:pt idx="3076">
                  <c:v>-30.408999999999999</c:v>
                </c:pt>
                <c:pt idx="3077">
                  <c:v>-31.582000000000001</c:v>
                </c:pt>
                <c:pt idx="3078">
                  <c:v>-30.439</c:v>
                </c:pt>
                <c:pt idx="3079">
                  <c:v>-30.338000000000001</c:v>
                </c:pt>
                <c:pt idx="3080">
                  <c:v>-30.245000000000001</c:v>
                </c:pt>
                <c:pt idx="3081">
                  <c:v>-30.26</c:v>
                </c:pt>
                <c:pt idx="3082">
                  <c:v>-29.52</c:v>
                </c:pt>
                <c:pt idx="3083">
                  <c:v>-30.582999999999998</c:v>
                </c:pt>
                <c:pt idx="3084">
                  <c:v>-30.050999999999998</c:v>
                </c:pt>
                <c:pt idx="3085">
                  <c:v>-29.923999999999999</c:v>
                </c:pt>
                <c:pt idx="3086">
                  <c:v>-31.574999999999999</c:v>
                </c:pt>
                <c:pt idx="3087">
                  <c:v>-30.346</c:v>
                </c:pt>
                <c:pt idx="3088">
                  <c:v>-30.117999999999999</c:v>
                </c:pt>
                <c:pt idx="3089">
                  <c:v>-30.204999999999998</c:v>
                </c:pt>
                <c:pt idx="3090">
                  <c:v>-31.616</c:v>
                </c:pt>
                <c:pt idx="3091">
                  <c:v>-29.98</c:v>
                </c:pt>
                <c:pt idx="3092">
                  <c:v>-31.268999999999998</c:v>
                </c:pt>
                <c:pt idx="3093">
                  <c:v>-31.718</c:v>
                </c:pt>
                <c:pt idx="3094">
                  <c:v>-33.167999999999999</c:v>
                </c:pt>
                <c:pt idx="3095">
                  <c:v>-32.844999999999999</c:v>
                </c:pt>
                <c:pt idx="3096">
                  <c:v>-34.406999999999996</c:v>
                </c:pt>
                <c:pt idx="3097">
                  <c:v>-35.04</c:v>
                </c:pt>
                <c:pt idx="3098">
                  <c:v>-35.317999999999998</c:v>
                </c:pt>
                <c:pt idx="3099">
                  <c:v>-35.509</c:v>
                </c:pt>
                <c:pt idx="3100">
                  <c:v>-35.499000000000002</c:v>
                </c:pt>
                <c:pt idx="3101">
                  <c:v>-35.027000000000001</c:v>
                </c:pt>
                <c:pt idx="3102">
                  <c:v>-34.676000000000002</c:v>
                </c:pt>
                <c:pt idx="3103">
                  <c:v>-33.493000000000002</c:v>
                </c:pt>
                <c:pt idx="3104">
                  <c:v>-33.048999999999999</c:v>
                </c:pt>
                <c:pt idx="3105">
                  <c:v>-31.818999999999999</c:v>
                </c:pt>
                <c:pt idx="3106">
                  <c:v>-32.265000000000001</c:v>
                </c:pt>
                <c:pt idx="3107">
                  <c:v>-32.945</c:v>
                </c:pt>
                <c:pt idx="3108">
                  <c:v>-31.03</c:v>
                </c:pt>
                <c:pt idx="3109">
                  <c:v>-31.21</c:v>
                </c:pt>
                <c:pt idx="3110">
                  <c:v>-30.346</c:v>
                </c:pt>
                <c:pt idx="3111">
                  <c:v>-31.558</c:v>
                </c:pt>
                <c:pt idx="3112">
                  <c:v>-32.014000000000003</c:v>
                </c:pt>
                <c:pt idx="3113">
                  <c:v>-31.875</c:v>
                </c:pt>
                <c:pt idx="3114">
                  <c:v>-31.638999999999999</c:v>
                </c:pt>
                <c:pt idx="3115">
                  <c:v>-30.649000000000001</c:v>
                </c:pt>
                <c:pt idx="3116">
                  <c:v>-30.747</c:v>
                </c:pt>
                <c:pt idx="3117">
                  <c:v>-32.456000000000003</c:v>
                </c:pt>
                <c:pt idx="3118">
                  <c:v>-32.737000000000002</c:v>
                </c:pt>
                <c:pt idx="3119">
                  <c:v>-32.35</c:v>
                </c:pt>
                <c:pt idx="3120">
                  <c:v>-34.027999999999999</c:v>
                </c:pt>
                <c:pt idx="3121">
                  <c:v>-32.868000000000002</c:v>
                </c:pt>
                <c:pt idx="3122">
                  <c:v>-32.021000000000001</c:v>
                </c:pt>
                <c:pt idx="3123">
                  <c:v>-31.11</c:v>
                </c:pt>
                <c:pt idx="3124">
                  <c:v>-31.663</c:v>
                </c:pt>
                <c:pt idx="3125">
                  <c:v>-30.608000000000001</c:v>
                </c:pt>
                <c:pt idx="3126">
                  <c:v>-30.512</c:v>
                </c:pt>
                <c:pt idx="3127">
                  <c:v>-30.24</c:v>
                </c:pt>
                <c:pt idx="3128">
                  <c:v>-30.603000000000002</c:v>
                </c:pt>
                <c:pt idx="3129">
                  <c:v>-30.782</c:v>
                </c:pt>
                <c:pt idx="3130">
                  <c:v>-31.542000000000002</c:v>
                </c:pt>
                <c:pt idx="3131">
                  <c:v>-30.495000000000001</c:v>
                </c:pt>
                <c:pt idx="3132">
                  <c:v>-30.359000000000002</c:v>
                </c:pt>
                <c:pt idx="3133">
                  <c:v>-30.994</c:v>
                </c:pt>
                <c:pt idx="3134">
                  <c:v>-30.809000000000001</c:v>
                </c:pt>
                <c:pt idx="3135">
                  <c:v>-30.817</c:v>
                </c:pt>
                <c:pt idx="3136">
                  <c:v>-30.463999999999999</c:v>
                </c:pt>
                <c:pt idx="3137">
                  <c:v>-31.716999999999999</c:v>
                </c:pt>
                <c:pt idx="3138">
                  <c:v>-30.664000000000001</c:v>
                </c:pt>
                <c:pt idx="3139">
                  <c:v>-30.367999999999999</c:v>
                </c:pt>
                <c:pt idx="3140">
                  <c:v>-29.271999999999998</c:v>
                </c:pt>
                <c:pt idx="3141">
                  <c:v>-29.335000000000001</c:v>
                </c:pt>
                <c:pt idx="3142">
                  <c:v>-28.725999999999999</c:v>
                </c:pt>
                <c:pt idx="3143">
                  <c:v>-28.524999999999999</c:v>
                </c:pt>
                <c:pt idx="3144">
                  <c:v>-30.748000000000001</c:v>
                </c:pt>
                <c:pt idx="3145">
                  <c:v>-31.443999999999999</c:v>
                </c:pt>
                <c:pt idx="3146">
                  <c:v>-34.046999999999997</c:v>
                </c:pt>
                <c:pt idx="3147">
                  <c:v>-38.835999999999999</c:v>
                </c:pt>
                <c:pt idx="3148">
                  <c:v>-33.270000000000003</c:v>
                </c:pt>
                <c:pt idx="3149">
                  <c:v>-33.131999999999998</c:v>
                </c:pt>
                <c:pt idx="3150">
                  <c:v>-33.942</c:v>
                </c:pt>
                <c:pt idx="3151">
                  <c:v>-32.636000000000003</c:v>
                </c:pt>
                <c:pt idx="3152">
                  <c:v>-35.591999999999999</c:v>
                </c:pt>
                <c:pt idx="3153">
                  <c:v>-35.036999999999999</c:v>
                </c:pt>
                <c:pt idx="3154">
                  <c:v>-35.74</c:v>
                </c:pt>
                <c:pt idx="3155">
                  <c:v>-36.424999999999997</c:v>
                </c:pt>
                <c:pt idx="3156">
                  <c:v>-36.683</c:v>
                </c:pt>
                <c:pt idx="3157">
                  <c:v>-36.389000000000003</c:v>
                </c:pt>
                <c:pt idx="3158">
                  <c:v>-38.996000000000002</c:v>
                </c:pt>
                <c:pt idx="3159">
                  <c:v>-39.113</c:v>
                </c:pt>
                <c:pt idx="3160">
                  <c:v>-39.517000000000003</c:v>
                </c:pt>
                <c:pt idx="3161">
                  <c:v>-38.865000000000002</c:v>
                </c:pt>
                <c:pt idx="3162">
                  <c:v>-38.447000000000003</c:v>
                </c:pt>
                <c:pt idx="3163">
                  <c:v>-36.976999999999997</c:v>
                </c:pt>
                <c:pt idx="3164">
                  <c:v>-37.384999999999998</c:v>
                </c:pt>
                <c:pt idx="3165">
                  <c:v>-36.24</c:v>
                </c:pt>
                <c:pt idx="3166">
                  <c:v>-34.405999999999999</c:v>
                </c:pt>
                <c:pt idx="3167">
                  <c:v>-36.149000000000001</c:v>
                </c:pt>
                <c:pt idx="3168">
                  <c:v>-35.997</c:v>
                </c:pt>
                <c:pt idx="3169">
                  <c:v>-34.893000000000001</c:v>
                </c:pt>
                <c:pt idx="3170">
                  <c:v>-34.859000000000002</c:v>
                </c:pt>
                <c:pt idx="3171">
                  <c:v>-33.966999999999999</c:v>
                </c:pt>
                <c:pt idx="3172">
                  <c:v>-32.241</c:v>
                </c:pt>
                <c:pt idx="3173">
                  <c:v>-33.307000000000002</c:v>
                </c:pt>
                <c:pt idx="3174">
                  <c:v>-33.225000000000001</c:v>
                </c:pt>
                <c:pt idx="3175">
                  <c:v>-36.124000000000002</c:v>
                </c:pt>
                <c:pt idx="3176">
                  <c:v>-35.067</c:v>
                </c:pt>
                <c:pt idx="3177">
                  <c:v>-36.063000000000002</c:v>
                </c:pt>
                <c:pt idx="3178">
                  <c:v>-34.396000000000001</c:v>
                </c:pt>
                <c:pt idx="3179">
                  <c:v>-37.253999999999998</c:v>
                </c:pt>
                <c:pt idx="3180">
                  <c:v>-35.951000000000001</c:v>
                </c:pt>
                <c:pt idx="3181">
                  <c:v>-42.143000000000001</c:v>
                </c:pt>
                <c:pt idx="3182">
                  <c:v>-40.658000000000001</c:v>
                </c:pt>
                <c:pt idx="3183">
                  <c:v>-38.908000000000001</c:v>
                </c:pt>
                <c:pt idx="3184">
                  <c:v>-37.710999999999999</c:v>
                </c:pt>
                <c:pt idx="3185">
                  <c:v>-40.500999999999998</c:v>
                </c:pt>
                <c:pt idx="3186">
                  <c:v>-40.197000000000003</c:v>
                </c:pt>
                <c:pt idx="3187">
                  <c:v>-39.832000000000001</c:v>
                </c:pt>
                <c:pt idx="3188">
                  <c:v>-40.374000000000002</c:v>
                </c:pt>
                <c:pt idx="3189">
                  <c:v>-42.192999999999998</c:v>
                </c:pt>
                <c:pt idx="3190">
                  <c:v>-42.564</c:v>
                </c:pt>
                <c:pt idx="3191">
                  <c:v>-42.658999999999999</c:v>
                </c:pt>
                <c:pt idx="3192">
                  <c:v>-42.859000000000002</c:v>
                </c:pt>
                <c:pt idx="3193">
                  <c:v>-42.896999999999998</c:v>
                </c:pt>
                <c:pt idx="3194">
                  <c:v>-43.344000000000001</c:v>
                </c:pt>
                <c:pt idx="3195">
                  <c:v>-41.156999999999996</c:v>
                </c:pt>
                <c:pt idx="3196">
                  <c:v>-41.127000000000002</c:v>
                </c:pt>
                <c:pt idx="3197">
                  <c:v>-40.743000000000002</c:v>
                </c:pt>
                <c:pt idx="3198">
                  <c:v>-41.11</c:v>
                </c:pt>
                <c:pt idx="3199">
                  <c:v>-38.893000000000001</c:v>
                </c:pt>
                <c:pt idx="3200">
                  <c:v>-39.273000000000003</c:v>
                </c:pt>
                <c:pt idx="3201">
                  <c:v>-38.78</c:v>
                </c:pt>
                <c:pt idx="3202">
                  <c:v>-39.475000000000001</c:v>
                </c:pt>
                <c:pt idx="3203">
                  <c:v>-40.603999999999999</c:v>
                </c:pt>
                <c:pt idx="3204">
                  <c:v>-42.207999999999998</c:v>
                </c:pt>
                <c:pt idx="3205">
                  <c:v>-41.604999999999997</c:v>
                </c:pt>
                <c:pt idx="3206">
                  <c:v>-39.5</c:v>
                </c:pt>
                <c:pt idx="3207">
                  <c:v>-40.085999999999999</c:v>
                </c:pt>
                <c:pt idx="3208">
                  <c:v>-42.774999999999999</c:v>
                </c:pt>
                <c:pt idx="3209">
                  <c:v>-41.872999999999998</c:v>
                </c:pt>
                <c:pt idx="3210">
                  <c:v>-40.268000000000001</c:v>
                </c:pt>
                <c:pt idx="3211">
                  <c:v>-42.704999999999998</c:v>
                </c:pt>
                <c:pt idx="3212">
                  <c:v>-43.960999999999999</c:v>
                </c:pt>
                <c:pt idx="3213">
                  <c:v>-42.683</c:v>
                </c:pt>
                <c:pt idx="3214">
                  <c:v>-42.606000000000002</c:v>
                </c:pt>
                <c:pt idx="3215">
                  <c:v>-43.204999999999998</c:v>
                </c:pt>
                <c:pt idx="3216">
                  <c:v>-42.121000000000002</c:v>
                </c:pt>
                <c:pt idx="3217">
                  <c:v>-42.134999999999998</c:v>
                </c:pt>
                <c:pt idx="3218">
                  <c:v>-41.037999999999997</c:v>
                </c:pt>
                <c:pt idx="3219">
                  <c:v>-37.880000000000003</c:v>
                </c:pt>
                <c:pt idx="3220">
                  <c:v>-36.43</c:v>
                </c:pt>
                <c:pt idx="3221">
                  <c:v>-35.93</c:v>
                </c:pt>
                <c:pt idx="3222">
                  <c:v>-34.274999999999999</c:v>
                </c:pt>
                <c:pt idx="3223">
                  <c:v>-34.896000000000001</c:v>
                </c:pt>
                <c:pt idx="3224">
                  <c:v>-35.787999999999997</c:v>
                </c:pt>
                <c:pt idx="3225">
                  <c:v>-35.033000000000001</c:v>
                </c:pt>
                <c:pt idx="3226">
                  <c:v>-35.526000000000003</c:v>
                </c:pt>
                <c:pt idx="3227">
                  <c:v>-34.332999999999998</c:v>
                </c:pt>
                <c:pt idx="3228">
                  <c:v>-33.899000000000001</c:v>
                </c:pt>
                <c:pt idx="3229">
                  <c:v>-33.878999999999998</c:v>
                </c:pt>
                <c:pt idx="3230">
                  <c:v>-33.567</c:v>
                </c:pt>
                <c:pt idx="3231">
                  <c:v>-33.029000000000003</c:v>
                </c:pt>
                <c:pt idx="3232">
                  <c:v>-30.742000000000001</c:v>
                </c:pt>
                <c:pt idx="3233">
                  <c:v>-30.593</c:v>
                </c:pt>
                <c:pt idx="3234">
                  <c:v>-31.045999999999999</c:v>
                </c:pt>
                <c:pt idx="3235">
                  <c:v>-32.85</c:v>
                </c:pt>
                <c:pt idx="3236">
                  <c:v>-33.316000000000003</c:v>
                </c:pt>
                <c:pt idx="3237">
                  <c:v>-33.247999999999998</c:v>
                </c:pt>
                <c:pt idx="3238">
                  <c:v>-34.158000000000001</c:v>
                </c:pt>
                <c:pt idx="3239">
                  <c:v>-33.683</c:v>
                </c:pt>
                <c:pt idx="3240">
                  <c:v>-32.710999999999999</c:v>
                </c:pt>
                <c:pt idx="3241">
                  <c:v>-31.65</c:v>
                </c:pt>
                <c:pt idx="3242">
                  <c:v>-30.530999999999999</c:v>
                </c:pt>
                <c:pt idx="3243">
                  <c:v>-31.033000000000001</c:v>
                </c:pt>
                <c:pt idx="3244">
                  <c:v>-30.309000000000001</c:v>
                </c:pt>
                <c:pt idx="3245">
                  <c:v>-31.106000000000002</c:v>
                </c:pt>
                <c:pt idx="3246">
                  <c:v>-30.753</c:v>
                </c:pt>
                <c:pt idx="3247">
                  <c:v>-30.257000000000001</c:v>
                </c:pt>
                <c:pt idx="3248">
                  <c:v>-29.282</c:v>
                </c:pt>
                <c:pt idx="3249">
                  <c:v>-30.06</c:v>
                </c:pt>
                <c:pt idx="3250">
                  <c:v>-28.748999999999999</c:v>
                </c:pt>
                <c:pt idx="3251">
                  <c:v>-29.658999999999999</c:v>
                </c:pt>
                <c:pt idx="3252">
                  <c:v>-29.673999999999999</c:v>
                </c:pt>
                <c:pt idx="3253">
                  <c:v>-28.576000000000001</c:v>
                </c:pt>
                <c:pt idx="3254">
                  <c:v>-29.58</c:v>
                </c:pt>
                <c:pt idx="3255">
                  <c:v>-30.202999999999999</c:v>
                </c:pt>
                <c:pt idx="3256">
                  <c:v>-30.254999999999999</c:v>
                </c:pt>
                <c:pt idx="3257">
                  <c:v>-29.178000000000001</c:v>
                </c:pt>
                <c:pt idx="3258">
                  <c:v>-31.765000000000001</c:v>
                </c:pt>
                <c:pt idx="3259">
                  <c:v>-29.369</c:v>
                </c:pt>
                <c:pt idx="3260">
                  <c:v>-26.738</c:v>
                </c:pt>
                <c:pt idx="3261">
                  <c:v>-25.257000000000001</c:v>
                </c:pt>
                <c:pt idx="3262">
                  <c:v>-26.905000000000001</c:v>
                </c:pt>
                <c:pt idx="3263">
                  <c:v>-27.71</c:v>
                </c:pt>
                <c:pt idx="3264">
                  <c:v>-27.538</c:v>
                </c:pt>
                <c:pt idx="3265">
                  <c:v>-25.879000000000001</c:v>
                </c:pt>
                <c:pt idx="3266">
                  <c:v>-28.645</c:v>
                </c:pt>
                <c:pt idx="3267">
                  <c:v>-29.338000000000001</c:v>
                </c:pt>
                <c:pt idx="3268">
                  <c:v>-29.952000000000002</c:v>
                </c:pt>
                <c:pt idx="3269">
                  <c:v>-31.640999999999998</c:v>
                </c:pt>
                <c:pt idx="3270">
                  <c:v>-30.239000000000001</c:v>
                </c:pt>
                <c:pt idx="3271">
                  <c:v>-30.966999999999999</c:v>
                </c:pt>
                <c:pt idx="3272">
                  <c:v>-30.727</c:v>
                </c:pt>
                <c:pt idx="3273">
                  <c:v>-33.033999999999999</c:v>
                </c:pt>
                <c:pt idx="3274">
                  <c:v>-33.719000000000001</c:v>
                </c:pt>
                <c:pt idx="3275">
                  <c:v>-31.995000000000001</c:v>
                </c:pt>
                <c:pt idx="3276">
                  <c:v>-31.855</c:v>
                </c:pt>
                <c:pt idx="3277">
                  <c:v>-31.367999999999999</c:v>
                </c:pt>
                <c:pt idx="3278">
                  <c:v>-29.966000000000001</c:v>
                </c:pt>
                <c:pt idx="3279">
                  <c:v>-29.533999999999999</c:v>
                </c:pt>
                <c:pt idx="3280">
                  <c:v>-30.045000000000002</c:v>
                </c:pt>
                <c:pt idx="3281">
                  <c:v>-30.965</c:v>
                </c:pt>
                <c:pt idx="3282">
                  <c:v>-29.413</c:v>
                </c:pt>
                <c:pt idx="3283">
                  <c:v>-30.478000000000002</c:v>
                </c:pt>
                <c:pt idx="3284">
                  <c:v>-29.721</c:v>
                </c:pt>
                <c:pt idx="3285">
                  <c:v>-28.87</c:v>
                </c:pt>
                <c:pt idx="3286">
                  <c:v>-28.59</c:v>
                </c:pt>
                <c:pt idx="3287">
                  <c:v>-29.047999999999998</c:v>
                </c:pt>
                <c:pt idx="3288">
                  <c:v>-29.343</c:v>
                </c:pt>
                <c:pt idx="3289">
                  <c:v>-29.071999999999999</c:v>
                </c:pt>
                <c:pt idx="3290">
                  <c:v>-29.727</c:v>
                </c:pt>
                <c:pt idx="3291">
                  <c:v>-28.515999999999998</c:v>
                </c:pt>
                <c:pt idx="3292">
                  <c:v>-29.516999999999999</c:v>
                </c:pt>
                <c:pt idx="3293">
                  <c:v>-28.83</c:v>
                </c:pt>
                <c:pt idx="3294">
                  <c:v>-27.635000000000002</c:v>
                </c:pt>
                <c:pt idx="3295">
                  <c:v>-27.263000000000002</c:v>
                </c:pt>
                <c:pt idx="3296">
                  <c:v>-26.721</c:v>
                </c:pt>
                <c:pt idx="3297">
                  <c:v>-25.484999999999999</c:v>
                </c:pt>
                <c:pt idx="3298">
                  <c:v>-26.260999999999999</c:v>
                </c:pt>
                <c:pt idx="3299">
                  <c:v>-26.719000000000001</c:v>
                </c:pt>
                <c:pt idx="3300">
                  <c:v>-29.018999999999998</c:v>
                </c:pt>
                <c:pt idx="3301">
                  <c:v>-28.895</c:v>
                </c:pt>
                <c:pt idx="3302">
                  <c:v>-28.262</c:v>
                </c:pt>
                <c:pt idx="3303">
                  <c:v>-28.888000000000002</c:v>
                </c:pt>
                <c:pt idx="3304">
                  <c:v>-29.67</c:v>
                </c:pt>
                <c:pt idx="3305">
                  <c:v>-30.193000000000001</c:v>
                </c:pt>
                <c:pt idx="3306">
                  <c:v>-31.388999999999999</c:v>
                </c:pt>
                <c:pt idx="3307">
                  <c:v>-30.611000000000001</c:v>
                </c:pt>
                <c:pt idx="3308">
                  <c:v>-30.762</c:v>
                </c:pt>
                <c:pt idx="3309">
                  <c:v>-29.916</c:v>
                </c:pt>
                <c:pt idx="3310">
                  <c:v>-29.789000000000001</c:v>
                </c:pt>
                <c:pt idx="3311">
                  <c:v>-29.311</c:v>
                </c:pt>
                <c:pt idx="3312">
                  <c:v>-29.474</c:v>
                </c:pt>
                <c:pt idx="3313">
                  <c:v>-30.044</c:v>
                </c:pt>
                <c:pt idx="3314">
                  <c:v>-30.164000000000001</c:v>
                </c:pt>
                <c:pt idx="3315">
                  <c:v>-31.23</c:v>
                </c:pt>
                <c:pt idx="3316">
                  <c:v>-30.489000000000001</c:v>
                </c:pt>
                <c:pt idx="3317">
                  <c:v>-31.56</c:v>
                </c:pt>
                <c:pt idx="3318">
                  <c:v>-33.326999999999998</c:v>
                </c:pt>
                <c:pt idx="3319">
                  <c:v>-33.999000000000002</c:v>
                </c:pt>
                <c:pt idx="3320">
                  <c:v>-34.524000000000001</c:v>
                </c:pt>
                <c:pt idx="3321">
                  <c:v>-32.927999999999997</c:v>
                </c:pt>
                <c:pt idx="3322">
                  <c:v>-33.152000000000001</c:v>
                </c:pt>
                <c:pt idx="3323">
                  <c:v>-33.152000000000001</c:v>
                </c:pt>
                <c:pt idx="3324">
                  <c:v>-33.555</c:v>
                </c:pt>
                <c:pt idx="3325">
                  <c:v>-31.57</c:v>
                </c:pt>
                <c:pt idx="3326">
                  <c:v>-29.204000000000001</c:v>
                </c:pt>
                <c:pt idx="3327">
                  <c:v>-31.041</c:v>
                </c:pt>
                <c:pt idx="3328">
                  <c:v>-30.6</c:v>
                </c:pt>
                <c:pt idx="3329">
                  <c:v>-31.126999999999999</c:v>
                </c:pt>
                <c:pt idx="3330">
                  <c:v>-30.035</c:v>
                </c:pt>
                <c:pt idx="3331">
                  <c:v>-30.76</c:v>
                </c:pt>
                <c:pt idx="3332">
                  <c:v>-30.312000000000001</c:v>
                </c:pt>
                <c:pt idx="3333">
                  <c:v>-30.927</c:v>
                </c:pt>
                <c:pt idx="3334">
                  <c:v>-30.52</c:v>
                </c:pt>
                <c:pt idx="3335">
                  <c:v>-31.013000000000002</c:v>
                </c:pt>
                <c:pt idx="3336">
                  <c:v>-29.373000000000001</c:v>
                </c:pt>
                <c:pt idx="3337">
                  <c:v>-28.927</c:v>
                </c:pt>
                <c:pt idx="3338">
                  <c:v>-29.946999999999999</c:v>
                </c:pt>
                <c:pt idx="3339">
                  <c:v>-29.574999999999999</c:v>
                </c:pt>
                <c:pt idx="3340">
                  <c:v>-28.835999999999999</c:v>
                </c:pt>
                <c:pt idx="3341">
                  <c:v>-28.832000000000001</c:v>
                </c:pt>
                <c:pt idx="3342">
                  <c:v>-30.780999999999999</c:v>
                </c:pt>
                <c:pt idx="3343">
                  <c:v>-28.841999999999999</c:v>
                </c:pt>
                <c:pt idx="3344">
                  <c:v>-29.216000000000001</c:v>
                </c:pt>
                <c:pt idx="3345">
                  <c:v>-28.504999999999999</c:v>
                </c:pt>
                <c:pt idx="3346">
                  <c:v>-29.47</c:v>
                </c:pt>
                <c:pt idx="3347">
                  <c:v>-29.082000000000001</c:v>
                </c:pt>
                <c:pt idx="3348">
                  <c:v>-28.248999999999999</c:v>
                </c:pt>
                <c:pt idx="3349">
                  <c:v>-28.553000000000001</c:v>
                </c:pt>
                <c:pt idx="3350">
                  <c:v>-27.805</c:v>
                </c:pt>
                <c:pt idx="3351">
                  <c:v>-26.503</c:v>
                </c:pt>
                <c:pt idx="3352">
                  <c:v>-28.065999999999999</c:v>
                </c:pt>
                <c:pt idx="3353">
                  <c:v>-27.933</c:v>
                </c:pt>
                <c:pt idx="3354">
                  <c:v>-27.863</c:v>
                </c:pt>
                <c:pt idx="3355">
                  <c:v>-28.148</c:v>
                </c:pt>
                <c:pt idx="3356">
                  <c:v>-28.559000000000001</c:v>
                </c:pt>
                <c:pt idx="3357">
                  <c:v>-28.15</c:v>
                </c:pt>
                <c:pt idx="3358">
                  <c:v>-30.46</c:v>
                </c:pt>
                <c:pt idx="3359">
                  <c:v>-29.545000000000002</c:v>
                </c:pt>
                <c:pt idx="3360">
                  <c:v>-28.856000000000002</c:v>
                </c:pt>
                <c:pt idx="3361">
                  <c:v>-29.585999999999999</c:v>
                </c:pt>
                <c:pt idx="3362">
                  <c:v>-29.456</c:v>
                </c:pt>
                <c:pt idx="3363">
                  <c:v>-29.097999999999999</c:v>
                </c:pt>
                <c:pt idx="3364">
                  <c:v>-28.353999999999999</c:v>
                </c:pt>
                <c:pt idx="3365">
                  <c:v>-30.446999999999999</c:v>
                </c:pt>
                <c:pt idx="3366">
                  <c:v>-30.372</c:v>
                </c:pt>
                <c:pt idx="3367">
                  <c:v>-29.811</c:v>
                </c:pt>
                <c:pt idx="3368">
                  <c:v>-31.812000000000001</c:v>
                </c:pt>
                <c:pt idx="3369">
                  <c:v>-30.553000000000001</c:v>
                </c:pt>
                <c:pt idx="3370">
                  <c:v>-29.960999999999999</c:v>
                </c:pt>
                <c:pt idx="3371">
                  <c:v>-29.834</c:v>
                </c:pt>
                <c:pt idx="3372">
                  <c:v>-30.509</c:v>
                </c:pt>
                <c:pt idx="3373">
                  <c:v>-30</c:v>
                </c:pt>
                <c:pt idx="3374">
                  <c:v>-30.11</c:v>
                </c:pt>
                <c:pt idx="3375">
                  <c:v>-31.091000000000001</c:v>
                </c:pt>
                <c:pt idx="3376">
                  <c:v>-31.585999999999999</c:v>
                </c:pt>
                <c:pt idx="3377">
                  <c:v>-31.581</c:v>
                </c:pt>
                <c:pt idx="3378">
                  <c:v>-30.347000000000001</c:v>
                </c:pt>
                <c:pt idx="3379">
                  <c:v>-31.541</c:v>
                </c:pt>
                <c:pt idx="3380">
                  <c:v>-32.155000000000001</c:v>
                </c:pt>
                <c:pt idx="3381">
                  <c:v>-32.130000000000003</c:v>
                </c:pt>
                <c:pt idx="3382">
                  <c:v>-31.484000000000002</c:v>
                </c:pt>
                <c:pt idx="3383">
                  <c:v>-31.460999999999999</c:v>
                </c:pt>
                <c:pt idx="3384">
                  <c:v>-31.335999999999999</c:v>
                </c:pt>
                <c:pt idx="3385">
                  <c:v>-31.556000000000001</c:v>
                </c:pt>
                <c:pt idx="3386">
                  <c:v>-31.105</c:v>
                </c:pt>
                <c:pt idx="3387">
                  <c:v>-31.253</c:v>
                </c:pt>
                <c:pt idx="3388">
                  <c:v>-31.276</c:v>
                </c:pt>
                <c:pt idx="3389">
                  <c:v>-31.774999999999999</c:v>
                </c:pt>
                <c:pt idx="3390">
                  <c:v>-31.98</c:v>
                </c:pt>
                <c:pt idx="3391">
                  <c:v>-31.718</c:v>
                </c:pt>
                <c:pt idx="3392">
                  <c:v>-32.433</c:v>
                </c:pt>
                <c:pt idx="3393">
                  <c:v>-31.824000000000002</c:v>
                </c:pt>
                <c:pt idx="3394">
                  <c:v>-31.891999999999999</c:v>
                </c:pt>
                <c:pt idx="3395">
                  <c:v>-31.788</c:v>
                </c:pt>
                <c:pt idx="3396">
                  <c:v>-32.591999999999999</c:v>
                </c:pt>
                <c:pt idx="3397">
                  <c:v>-33.378999999999998</c:v>
                </c:pt>
                <c:pt idx="3398">
                  <c:v>-32.234999999999999</c:v>
                </c:pt>
                <c:pt idx="3399">
                  <c:v>-33.195999999999998</c:v>
                </c:pt>
                <c:pt idx="3400">
                  <c:v>-33.444000000000003</c:v>
                </c:pt>
                <c:pt idx="3401">
                  <c:v>-32.131</c:v>
                </c:pt>
                <c:pt idx="3402">
                  <c:v>-32.795000000000002</c:v>
                </c:pt>
                <c:pt idx="3403">
                  <c:v>-33.066000000000003</c:v>
                </c:pt>
                <c:pt idx="3404">
                  <c:v>-33.472999999999999</c:v>
                </c:pt>
                <c:pt idx="3405">
                  <c:v>-33.116999999999997</c:v>
                </c:pt>
                <c:pt idx="3406">
                  <c:v>-33.683999999999997</c:v>
                </c:pt>
                <c:pt idx="3407">
                  <c:v>-32.93</c:v>
                </c:pt>
                <c:pt idx="3408">
                  <c:v>-33.064</c:v>
                </c:pt>
                <c:pt idx="3409">
                  <c:v>-33.631999999999998</c:v>
                </c:pt>
                <c:pt idx="3410">
                  <c:v>-34.494999999999997</c:v>
                </c:pt>
                <c:pt idx="3411">
                  <c:v>-34.445</c:v>
                </c:pt>
                <c:pt idx="3412">
                  <c:v>-35.552</c:v>
                </c:pt>
                <c:pt idx="3413">
                  <c:v>-36.064999999999998</c:v>
                </c:pt>
                <c:pt idx="3414">
                  <c:v>-36.268999999999998</c:v>
                </c:pt>
                <c:pt idx="3415">
                  <c:v>-36.323</c:v>
                </c:pt>
                <c:pt idx="3416">
                  <c:v>-36.868000000000002</c:v>
                </c:pt>
                <c:pt idx="3417">
                  <c:v>-37.280999999999999</c:v>
                </c:pt>
                <c:pt idx="3418">
                  <c:v>-38.969000000000001</c:v>
                </c:pt>
                <c:pt idx="3419">
                  <c:v>-39.07</c:v>
                </c:pt>
                <c:pt idx="3420">
                  <c:v>-39.540999999999997</c:v>
                </c:pt>
                <c:pt idx="3421">
                  <c:v>-37.953000000000003</c:v>
                </c:pt>
                <c:pt idx="3422">
                  <c:v>-37.761000000000003</c:v>
                </c:pt>
                <c:pt idx="3423">
                  <c:v>-36.658000000000001</c:v>
                </c:pt>
                <c:pt idx="3424">
                  <c:v>-37.375</c:v>
                </c:pt>
                <c:pt idx="3425">
                  <c:v>-38.06</c:v>
                </c:pt>
                <c:pt idx="3426">
                  <c:v>-38.362000000000002</c:v>
                </c:pt>
                <c:pt idx="3427">
                  <c:v>-40.488</c:v>
                </c:pt>
                <c:pt idx="3428">
                  <c:v>-39.106000000000002</c:v>
                </c:pt>
                <c:pt idx="3429">
                  <c:v>-38.622999999999998</c:v>
                </c:pt>
                <c:pt idx="3430">
                  <c:v>-37.225000000000001</c:v>
                </c:pt>
                <c:pt idx="3431">
                  <c:v>-37.923999999999999</c:v>
                </c:pt>
                <c:pt idx="3432">
                  <c:v>-39.308</c:v>
                </c:pt>
                <c:pt idx="3433">
                  <c:v>-40.037999999999997</c:v>
                </c:pt>
                <c:pt idx="3434">
                  <c:v>-40.517000000000003</c:v>
                </c:pt>
                <c:pt idx="3435">
                  <c:v>-40.366999999999997</c:v>
                </c:pt>
                <c:pt idx="3436">
                  <c:v>-41.220999999999997</c:v>
                </c:pt>
                <c:pt idx="3437">
                  <c:v>-41.866999999999997</c:v>
                </c:pt>
                <c:pt idx="3438">
                  <c:v>-40.725000000000001</c:v>
                </c:pt>
                <c:pt idx="3439">
                  <c:v>-41.83</c:v>
                </c:pt>
                <c:pt idx="3440">
                  <c:v>-42.036999999999999</c:v>
                </c:pt>
                <c:pt idx="3441">
                  <c:v>-42.341000000000001</c:v>
                </c:pt>
                <c:pt idx="3442">
                  <c:v>-41.247999999999998</c:v>
                </c:pt>
                <c:pt idx="3443">
                  <c:v>-42.457999999999998</c:v>
                </c:pt>
                <c:pt idx="3444">
                  <c:v>-42.261000000000003</c:v>
                </c:pt>
                <c:pt idx="3445">
                  <c:v>-42.524000000000001</c:v>
                </c:pt>
                <c:pt idx="3446">
                  <c:v>-42.209000000000003</c:v>
                </c:pt>
                <c:pt idx="3447">
                  <c:v>-42.267000000000003</c:v>
                </c:pt>
                <c:pt idx="3448">
                  <c:v>-42.100999999999999</c:v>
                </c:pt>
                <c:pt idx="3449">
                  <c:v>-41.491999999999997</c:v>
                </c:pt>
                <c:pt idx="3450">
                  <c:v>-39.424999999999997</c:v>
                </c:pt>
                <c:pt idx="3451">
                  <c:v>-39.137999999999998</c:v>
                </c:pt>
                <c:pt idx="3452">
                  <c:v>-40.162999999999997</c:v>
                </c:pt>
                <c:pt idx="3453">
                  <c:v>-39.369</c:v>
                </c:pt>
                <c:pt idx="3454">
                  <c:v>-38.877000000000002</c:v>
                </c:pt>
                <c:pt idx="3455">
                  <c:v>-39.606000000000002</c:v>
                </c:pt>
                <c:pt idx="3456">
                  <c:v>-41.305</c:v>
                </c:pt>
                <c:pt idx="3457">
                  <c:v>-41.993000000000002</c:v>
                </c:pt>
                <c:pt idx="3458">
                  <c:v>-40.862000000000002</c:v>
                </c:pt>
                <c:pt idx="3459">
                  <c:v>-40.947000000000003</c:v>
                </c:pt>
                <c:pt idx="3460">
                  <c:v>-41.444000000000003</c:v>
                </c:pt>
                <c:pt idx="3461">
                  <c:v>-43.048000000000002</c:v>
                </c:pt>
                <c:pt idx="3462">
                  <c:v>-43.335999999999999</c:v>
                </c:pt>
                <c:pt idx="3463">
                  <c:v>-40.56</c:v>
                </c:pt>
                <c:pt idx="3464">
                  <c:v>-40.014000000000003</c:v>
                </c:pt>
                <c:pt idx="3465">
                  <c:v>-40.975999999999999</c:v>
                </c:pt>
                <c:pt idx="3466">
                  <c:v>-38.298999999999999</c:v>
                </c:pt>
                <c:pt idx="3467">
                  <c:v>-38.408999999999999</c:v>
                </c:pt>
                <c:pt idx="3468">
                  <c:v>-39.296999999999997</c:v>
                </c:pt>
                <c:pt idx="3469">
                  <c:v>-39.557000000000002</c:v>
                </c:pt>
                <c:pt idx="3470">
                  <c:v>-38.283000000000001</c:v>
                </c:pt>
                <c:pt idx="3471">
                  <c:v>-38.840000000000003</c:v>
                </c:pt>
                <c:pt idx="3472">
                  <c:v>-38.401000000000003</c:v>
                </c:pt>
                <c:pt idx="3473">
                  <c:v>-37.722999999999999</c:v>
                </c:pt>
                <c:pt idx="3474">
                  <c:v>-36.941000000000003</c:v>
                </c:pt>
                <c:pt idx="3475">
                  <c:v>-36.313000000000002</c:v>
                </c:pt>
                <c:pt idx="3476">
                  <c:v>-36.573</c:v>
                </c:pt>
                <c:pt idx="3477">
                  <c:v>-36.774000000000001</c:v>
                </c:pt>
                <c:pt idx="3478">
                  <c:v>-36.92</c:v>
                </c:pt>
                <c:pt idx="3479">
                  <c:v>-37.372</c:v>
                </c:pt>
                <c:pt idx="3480">
                  <c:v>-36.831000000000003</c:v>
                </c:pt>
                <c:pt idx="3481">
                  <c:v>-35.817</c:v>
                </c:pt>
                <c:pt idx="3482">
                  <c:v>-35.962000000000003</c:v>
                </c:pt>
                <c:pt idx="3483">
                  <c:v>-35.084000000000003</c:v>
                </c:pt>
                <c:pt idx="3484">
                  <c:v>-36.228999999999999</c:v>
                </c:pt>
                <c:pt idx="3485">
                  <c:v>-37.139000000000003</c:v>
                </c:pt>
                <c:pt idx="3486">
                  <c:v>-38.347999999999999</c:v>
                </c:pt>
                <c:pt idx="3487">
                  <c:v>-37.369</c:v>
                </c:pt>
                <c:pt idx="3488">
                  <c:v>-37.720999999999997</c:v>
                </c:pt>
                <c:pt idx="3489">
                  <c:v>-36.305</c:v>
                </c:pt>
                <c:pt idx="3490">
                  <c:v>-37.767000000000003</c:v>
                </c:pt>
                <c:pt idx="3491">
                  <c:v>-37.012999999999998</c:v>
                </c:pt>
                <c:pt idx="3492">
                  <c:v>-37.033999999999999</c:v>
                </c:pt>
                <c:pt idx="3493">
                  <c:v>-36.145000000000003</c:v>
                </c:pt>
                <c:pt idx="3494">
                  <c:v>-37.982999999999997</c:v>
                </c:pt>
                <c:pt idx="3495">
                  <c:v>-37.103000000000002</c:v>
                </c:pt>
                <c:pt idx="3496">
                  <c:v>-38.527999999999999</c:v>
                </c:pt>
                <c:pt idx="3497">
                  <c:v>-38.314</c:v>
                </c:pt>
                <c:pt idx="3498">
                  <c:v>-37.923000000000002</c:v>
                </c:pt>
                <c:pt idx="3499">
                  <c:v>-39.173999999999999</c:v>
                </c:pt>
                <c:pt idx="3500">
                  <c:v>-39.25</c:v>
                </c:pt>
                <c:pt idx="3501">
                  <c:v>-38.698999999999998</c:v>
                </c:pt>
                <c:pt idx="3502">
                  <c:v>-38.389000000000003</c:v>
                </c:pt>
                <c:pt idx="3503">
                  <c:v>-37.253</c:v>
                </c:pt>
                <c:pt idx="3504">
                  <c:v>-37.606000000000002</c:v>
                </c:pt>
                <c:pt idx="3505">
                  <c:v>-38.137</c:v>
                </c:pt>
                <c:pt idx="3506">
                  <c:v>-37.326000000000001</c:v>
                </c:pt>
                <c:pt idx="3507">
                  <c:v>-35.692</c:v>
                </c:pt>
                <c:pt idx="3508">
                  <c:v>-36.066000000000003</c:v>
                </c:pt>
                <c:pt idx="3509">
                  <c:v>-36.11</c:v>
                </c:pt>
                <c:pt idx="3510">
                  <c:v>-36.503</c:v>
                </c:pt>
                <c:pt idx="3511">
                  <c:v>-36.874000000000002</c:v>
                </c:pt>
                <c:pt idx="3512">
                  <c:v>-36.557000000000002</c:v>
                </c:pt>
                <c:pt idx="3513">
                  <c:v>-37.334000000000003</c:v>
                </c:pt>
                <c:pt idx="3514">
                  <c:v>-37.533999999999999</c:v>
                </c:pt>
                <c:pt idx="3515">
                  <c:v>-37.475000000000001</c:v>
                </c:pt>
                <c:pt idx="3516">
                  <c:v>-36.353000000000002</c:v>
                </c:pt>
                <c:pt idx="3517">
                  <c:v>-35.497</c:v>
                </c:pt>
                <c:pt idx="3518">
                  <c:v>-34.716999999999999</c:v>
                </c:pt>
                <c:pt idx="3519">
                  <c:v>-35.064</c:v>
                </c:pt>
                <c:pt idx="3520">
                  <c:v>-34.518999999999998</c:v>
                </c:pt>
                <c:pt idx="3521">
                  <c:v>-34.729999999999997</c:v>
                </c:pt>
                <c:pt idx="3522">
                  <c:v>-35.524999999999999</c:v>
                </c:pt>
                <c:pt idx="3523">
                  <c:v>-36.521000000000001</c:v>
                </c:pt>
                <c:pt idx="3524">
                  <c:v>-36.405000000000001</c:v>
                </c:pt>
                <c:pt idx="3525">
                  <c:v>-36.948</c:v>
                </c:pt>
                <c:pt idx="3526">
                  <c:v>-35.909999999999997</c:v>
                </c:pt>
                <c:pt idx="3527">
                  <c:v>-36.125999999999998</c:v>
                </c:pt>
                <c:pt idx="3528">
                  <c:v>-36.241999999999997</c:v>
                </c:pt>
                <c:pt idx="3529">
                  <c:v>-35.914999999999999</c:v>
                </c:pt>
                <c:pt idx="3530">
                  <c:v>-36.124000000000002</c:v>
                </c:pt>
                <c:pt idx="3531">
                  <c:v>-36.582000000000001</c:v>
                </c:pt>
                <c:pt idx="3532">
                  <c:v>-36.612000000000002</c:v>
                </c:pt>
                <c:pt idx="3533">
                  <c:v>-37.674999999999997</c:v>
                </c:pt>
                <c:pt idx="3534">
                  <c:v>-37.28</c:v>
                </c:pt>
                <c:pt idx="3535">
                  <c:v>-36.591000000000001</c:v>
                </c:pt>
                <c:pt idx="3536">
                  <c:v>-37.228999999999999</c:v>
                </c:pt>
                <c:pt idx="3537">
                  <c:v>-37.526000000000003</c:v>
                </c:pt>
                <c:pt idx="3538">
                  <c:v>-37.438000000000002</c:v>
                </c:pt>
                <c:pt idx="3539">
                  <c:v>-37.444000000000003</c:v>
                </c:pt>
                <c:pt idx="3540">
                  <c:v>-37.045999999999999</c:v>
                </c:pt>
                <c:pt idx="3541">
                  <c:v>-36.780999999999999</c:v>
                </c:pt>
                <c:pt idx="3542">
                  <c:v>-35.764000000000003</c:v>
                </c:pt>
                <c:pt idx="3543">
                  <c:v>-35.752000000000002</c:v>
                </c:pt>
                <c:pt idx="3544">
                  <c:v>-35.954000000000001</c:v>
                </c:pt>
                <c:pt idx="3545">
                  <c:v>-34.923000000000002</c:v>
                </c:pt>
                <c:pt idx="3546">
                  <c:v>-35.411000000000001</c:v>
                </c:pt>
                <c:pt idx="3547">
                  <c:v>-34.789000000000001</c:v>
                </c:pt>
                <c:pt idx="3548">
                  <c:v>-35.502000000000002</c:v>
                </c:pt>
                <c:pt idx="3549">
                  <c:v>-35.25</c:v>
                </c:pt>
                <c:pt idx="3550">
                  <c:v>-34.630000000000003</c:v>
                </c:pt>
                <c:pt idx="3551">
                  <c:v>-33.765000000000001</c:v>
                </c:pt>
                <c:pt idx="3552">
                  <c:v>-34.027999999999999</c:v>
                </c:pt>
                <c:pt idx="3553">
                  <c:v>-34.316000000000003</c:v>
                </c:pt>
                <c:pt idx="3554">
                  <c:v>-34.277999999999999</c:v>
                </c:pt>
                <c:pt idx="3555">
                  <c:v>-32.850999999999999</c:v>
                </c:pt>
                <c:pt idx="3556">
                  <c:v>-34.441000000000003</c:v>
                </c:pt>
                <c:pt idx="3557">
                  <c:v>-34.604999999999997</c:v>
                </c:pt>
                <c:pt idx="3558">
                  <c:v>-35.283999999999999</c:v>
                </c:pt>
                <c:pt idx="3559">
                  <c:v>-34.93</c:v>
                </c:pt>
                <c:pt idx="3560">
                  <c:v>-35.136000000000003</c:v>
                </c:pt>
                <c:pt idx="3561">
                  <c:v>-35.322000000000003</c:v>
                </c:pt>
                <c:pt idx="3562">
                  <c:v>-35.944000000000003</c:v>
                </c:pt>
                <c:pt idx="3563">
                  <c:v>-35.86</c:v>
                </c:pt>
                <c:pt idx="3564">
                  <c:v>-36.475000000000001</c:v>
                </c:pt>
                <c:pt idx="3565">
                  <c:v>-36.070999999999998</c:v>
                </c:pt>
                <c:pt idx="3566">
                  <c:v>-36.637999999999998</c:v>
                </c:pt>
                <c:pt idx="3567">
                  <c:v>-35.463999999999999</c:v>
                </c:pt>
                <c:pt idx="3568">
                  <c:v>-35.484000000000002</c:v>
                </c:pt>
                <c:pt idx="3569">
                  <c:v>-35.201999999999998</c:v>
                </c:pt>
                <c:pt idx="3570">
                  <c:v>-34.950000000000003</c:v>
                </c:pt>
                <c:pt idx="3571">
                  <c:v>-35.555</c:v>
                </c:pt>
                <c:pt idx="3572">
                  <c:v>-35.643000000000001</c:v>
                </c:pt>
                <c:pt idx="3573">
                  <c:v>-35.488</c:v>
                </c:pt>
                <c:pt idx="3574">
                  <c:v>-34.954000000000001</c:v>
                </c:pt>
                <c:pt idx="3575">
                  <c:v>-36.598999999999997</c:v>
                </c:pt>
                <c:pt idx="3576">
                  <c:v>-37.133000000000003</c:v>
                </c:pt>
                <c:pt idx="3577">
                  <c:v>-36.113999999999997</c:v>
                </c:pt>
                <c:pt idx="3578">
                  <c:v>-37.033999999999999</c:v>
                </c:pt>
                <c:pt idx="3579">
                  <c:v>-36.470999999999997</c:v>
                </c:pt>
                <c:pt idx="3580">
                  <c:v>-36.741999999999997</c:v>
                </c:pt>
                <c:pt idx="3581">
                  <c:v>-37.433</c:v>
                </c:pt>
                <c:pt idx="3582">
                  <c:v>-37.585999999999999</c:v>
                </c:pt>
                <c:pt idx="3583">
                  <c:v>-37.478999999999999</c:v>
                </c:pt>
                <c:pt idx="3584">
                  <c:v>-37.268000000000001</c:v>
                </c:pt>
                <c:pt idx="3585">
                  <c:v>-37.795999999999999</c:v>
                </c:pt>
                <c:pt idx="3586">
                  <c:v>-37.255000000000003</c:v>
                </c:pt>
                <c:pt idx="3587">
                  <c:v>-38.584000000000003</c:v>
                </c:pt>
                <c:pt idx="3588">
                  <c:v>-37.301000000000002</c:v>
                </c:pt>
                <c:pt idx="3589">
                  <c:v>-36.698</c:v>
                </c:pt>
                <c:pt idx="3590">
                  <c:v>-37.496000000000002</c:v>
                </c:pt>
                <c:pt idx="3591">
                  <c:v>-37.69</c:v>
                </c:pt>
                <c:pt idx="3592">
                  <c:v>-38.597000000000001</c:v>
                </c:pt>
                <c:pt idx="3593">
                  <c:v>-38.985999999999997</c:v>
                </c:pt>
                <c:pt idx="3594">
                  <c:v>-39.761000000000003</c:v>
                </c:pt>
                <c:pt idx="3595">
                  <c:v>-40.088000000000001</c:v>
                </c:pt>
                <c:pt idx="3596">
                  <c:v>-39.552999999999997</c:v>
                </c:pt>
                <c:pt idx="3597">
                  <c:v>-39.274999999999999</c:v>
                </c:pt>
                <c:pt idx="3598">
                  <c:v>-39.533000000000001</c:v>
                </c:pt>
                <c:pt idx="3599">
                  <c:v>-39.520000000000003</c:v>
                </c:pt>
                <c:pt idx="3600">
                  <c:v>-40.073</c:v>
                </c:pt>
                <c:pt idx="3601">
                  <c:v>-40.466999999999999</c:v>
                </c:pt>
                <c:pt idx="3602">
                  <c:v>-40.996000000000002</c:v>
                </c:pt>
                <c:pt idx="3603">
                  <c:v>-41.36</c:v>
                </c:pt>
                <c:pt idx="3604">
                  <c:v>-40.659999999999997</c:v>
                </c:pt>
                <c:pt idx="3605">
                  <c:v>-39.622999999999998</c:v>
                </c:pt>
                <c:pt idx="3606">
                  <c:v>-40.216999999999999</c:v>
                </c:pt>
                <c:pt idx="3607">
                  <c:v>-39.473999999999997</c:v>
                </c:pt>
                <c:pt idx="3608">
                  <c:v>-39.215000000000003</c:v>
                </c:pt>
                <c:pt idx="3609">
                  <c:v>-38.186999999999998</c:v>
                </c:pt>
                <c:pt idx="3610">
                  <c:v>-37.481000000000002</c:v>
                </c:pt>
                <c:pt idx="3611">
                  <c:v>-38.735999999999997</c:v>
                </c:pt>
                <c:pt idx="3612">
                  <c:v>-39.460999999999999</c:v>
                </c:pt>
                <c:pt idx="3613">
                  <c:v>-39.146999999999998</c:v>
                </c:pt>
                <c:pt idx="3614">
                  <c:v>-40.238999999999997</c:v>
                </c:pt>
                <c:pt idx="3615">
                  <c:v>-40.448999999999998</c:v>
                </c:pt>
                <c:pt idx="3616">
                  <c:v>-40.191000000000003</c:v>
                </c:pt>
                <c:pt idx="3617">
                  <c:v>-40.348999999999997</c:v>
                </c:pt>
                <c:pt idx="3618">
                  <c:v>-41.238</c:v>
                </c:pt>
                <c:pt idx="3619">
                  <c:v>-41.776000000000003</c:v>
                </c:pt>
                <c:pt idx="3620">
                  <c:v>-42.143999999999998</c:v>
                </c:pt>
                <c:pt idx="3621">
                  <c:v>-42.2</c:v>
                </c:pt>
                <c:pt idx="3622">
                  <c:v>-41.581000000000003</c:v>
                </c:pt>
                <c:pt idx="3623">
                  <c:v>-41.875999999999998</c:v>
                </c:pt>
                <c:pt idx="3624">
                  <c:v>-41.523000000000003</c:v>
                </c:pt>
                <c:pt idx="3625">
                  <c:v>-42.796999999999997</c:v>
                </c:pt>
                <c:pt idx="3626">
                  <c:v>-42.744</c:v>
                </c:pt>
                <c:pt idx="3627">
                  <c:v>-43.015999999999998</c:v>
                </c:pt>
                <c:pt idx="3628">
                  <c:v>-44.198</c:v>
                </c:pt>
                <c:pt idx="3629">
                  <c:v>-45.491</c:v>
                </c:pt>
                <c:pt idx="3630">
                  <c:v>-44.631999999999998</c:v>
                </c:pt>
                <c:pt idx="3631">
                  <c:v>-44.243000000000002</c:v>
                </c:pt>
                <c:pt idx="3632">
                  <c:v>-44.127000000000002</c:v>
                </c:pt>
                <c:pt idx="3633">
                  <c:v>-44.837000000000003</c:v>
                </c:pt>
                <c:pt idx="3634">
                  <c:v>-45.88</c:v>
                </c:pt>
                <c:pt idx="3635">
                  <c:v>-45.08</c:v>
                </c:pt>
                <c:pt idx="3636">
                  <c:v>-46.448</c:v>
                </c:pt>
                <c:pt idx="3637">
                  <c:v>-45.915999999999997</c:v>
                </c:pt>
                <c:pt idx="3638">
                  <c:v>-44.052</c:v>
                </c:pt>
                <c:pt idx="3639">
                  <c:v>-44.634999999999998</c:v>
                </c:pt>
                <c:pt idx="3640">
                  <c:v>-43.631</c:v>
                </c:pt>
                <c:pt idx="3641">
                  <c:v>-45.595999999999997</c:v>
                </c:pt>
                <c:pt idx="3642">
                  <c:v>-44.725000000000001</c:v>
                </c:pt>
                <c:pt idx="3643">
                  <c:v>-44.116999999999997</c:v>
                </c:pt>
                <c:pt idx="3644">
                  <c:v>-45.139000000000003</c:v>
                </c:pt>
                <c:pt idx="3645">
                  <c:v>-44.915999999999997</c:v>
                </c:pt>
                <c:pt idx="3646">
                  <c:v>-44.604999999999997</c:v>
                </c:pt>
                <c:pt idx="3647">
                  <c:v>-46.125</c:v>
                </c:pt>
                <c:pt idx="3648">
                  <c:v>-46.095999999999997</c:v>
                </c:pt>
                <c:pt idx="3649">
                  <c:v>-46.542999999999999</c:v>
                </c:pt>
                <c:pt idx="3650">
                  <c:v>-46.744999999999997</c:v>
                </c:pt>
                <c:pt idx="3651">
                  <c:v>-47.29</c:v>
                </c:pt>
                <c:pt idx="3652">
                  <c:v>-48.4</c:v>
                </c:pt>
                <c:pt idx="3653">
                  <c:v>-47.179000000000002</c:v>
                </c:pt>
                <c:pt idx="3654">
                  <c:v>-46.96</c:v>
                </c:pt>
                <c:pt idx="3655">
                  <c:v>-47.411999999999999</c:v>
                </c:pt>
                <c:pt idx="3656">
                  <c:v>-46.564</c:v>
                </c:pt>
                <c:pt idx="3657">
                  <c:v>-45.683</c:v>
                </c:pt>
                <c:pt idx="3658">
                  <c:v>-46.491</c:v>
                </c:pt>
                <c:pt idx="3659">
                  <c:v>-47.267000000000003</c:v>
                </c:pt>
                <c:pt idx="3660">
                  <c:v>-47.808999999999997</c:v>
                </c:pt>
                <c:pt idx="3661">
                  <c:v>-49.156999999999996</c:v>
                </c:pt>
                <c:pt idx="3662">
                  <c:v>-50.500999999999998</c:v>
                </c:pt>
                <c:pt idx="3663">
                  <c:v>-50.491</c:v>
                </c:pt>
                <c:pt idx="3664">
                  <c:v>-51.942999999999998</c:v>
                </c:pt>
                <c:pt idx="3665">
                  <c:v>-52.667000000000002</c:v>
                </c:pt>
                <c:pt idx="3666">
                  <c:v>-54.225999999999999</c:v>
                </c:pt>
                <c:pt idx="3667">
                  <c:v>-52.96</c:v>
                </c:pt>
                <c:pt idx="3668">
                  <c:v>-51.972000000000001</c:v>
                </c:pt>
                <c:pt idx="3669">
                  <c:v>-51.22</c:v>
                </c:pt>
                <c:pt idx="3670">
                  <c:v>-49.348999999999997</c:v>
                </c:pt>
                <c:pt idx="3671">
                  <c:v>-48.576999999999998</c:v>
                </c:pt>
                <c:pt idx="3672">
                  <c:v>-51.167000000000002</c:v>
                </c:pt>
                <c:pt idx="3673">
                  <c:v>-52.356999999999999</c:v>
                </c:pt>
                <c:pt idx="3674">
                  <c:v>-52.570999999999998</c:v>
                </c:pt>
                <c:pt idx="3675">
                  <c:v>-52.146999999999998</c:v>
                </c:pt>
                <c:pt idx="3676">
                  <c:v>-53.874000000000002</c:v>
                </c:pt>
                <c:pt idx="3677">
                  <c:v>-52.914999999999999</c:v>
                </c:pt>
                <c:pt idx="3678">
                  <c:v>-53.332000000000001</c:v>
                </c:pt>
                <c:pt idx="3679">
                  <c:v>-52.814999999999998</c:v>
                </c:pt>
                <c:pt idx="3680">
                  <c:v>-52.765999999999998</c:v>
                </c:pt>
                <c:pt idx="3681">
                  <c:v>-50.783000000000001</c:v>
                </c:pt>
                <c:pt idx="3682">
                  <c:v>-48.87</c:v>
                </c:pt>
                <c:pt idx="3683">
                  <c:v>-49.844999999999999</c:v>
                </c:pt>
                <c:pt idx="3684">
                  <c:v>-49.279000000000003</c:v>
                </c:pt>
                <c:pt idx="3685">
                  <c:v>-49.84</c:v>
                </c:pt>
                <c:pt idx="3686">
                  <c:v>-51.564</c:v>
                </c:pt>
                <c:pt idx="3687">
                  <c:v>-51.683999999999997</c:v>
                </c:pt>
                <c:pt idx="3688">
                  <c:v>-51.237000000000002</c:v>
                </c:pt>
                <c:pt idx="3689">
                  <c:v>-52.148000000000003</c:v>
                </c:pt>
                <c:pt idx="3690">
                  <c:v>-53.572000000000003</c:v>
                </c:pt>
                <c:pt idx="3691">
                  <c:v>-53.594999999999999</c:v>
                </c:pt>
                <c:pt idx="3692">
                  <c:v>-53.485999999999997</c:v>
                </c:pt>
                <c:pt idx="3693">
                  <c:v>-53.625</c:v>
                </c:pt>
                <c:pt idx="3694">
                  <c:v>-54.308</c:v>
                </c:pt>
                <c:pt idx="3695">
                  <c:v>-53.65</c:v>
                </c:pt>
                <c:pt idx="3696">
                  <c:v>-53.359000000000002</c:v>
                </c:pt>
                <c:pt idx="3697">
                  <c:v>-54.167000000000002</c:v>
                </c:pt>
                <c:pt idx="3698">
                  <c:v>-54.691000000000003</c:v>
                </c:pt>
                <c:pt idx="3699">
                  <c:v>-54.066000000000003</c:v>
                </c:pt>
                <c:pt idx="3700">
                  <c:v>-54.475999999999999</c:v>
                </c:pt>
                <c:pt idx="3701">
                  <c:v>-58.683</c:v>
                </c:pt>
                <c:pt idx="3702">
                  <c:v>-55.945999999999998</c:v>
                </c:pt>
                <c:pt idx="3703">
                  <c:v>-56.088999999999999</c:v>
                </c:pt>
                <c:pt idx="3704">
                  <c:v>-56.462000000000003</c:v>
                </c:pt>
                <c:pt idx="3705">
                  <c:v>-57.689</c:v>
                </c:pt>
                <c:pt idx="3706">
                  <c:v>-56.054000000000002</c:v>
                </c:pt>
                <c:pt idx="3707">
                  <c:v>-55.115000000000002</c:v>
                </c:pt>
                <c:pt idx="3708">
                  <c:v>-51.756</c:v>
                </c:pt>
                <c:pt idx="3709">
                  <c:v>-51.572000000000003</c:v>
                </c:pt>
                <c:pt idx="3710">
                  <c:v>-51.591000000000001</c:v>
                </c:pt>
                <c:pt idx="3711">
                  <c:v>-51.204999999999998</c:v>
                </c:pt>
                <c:pt idx="3712">
                  <c:v>-51.494999999999997</c:v>
                </c:pt>
                <c:pt idx="3713">
                  <c:v>-52.49</c:v>
                </c:pt>
                <c:pt idx="3714">
                  <c:v>-50.555</c:v>
                </c:pt>
                <c:pt idx="3715">
                  <c:v>-49.859000000000002</c:v>
                </c:pt>
                <c:pt idx="3716">
                  <c:v>-48.927</c:v>
                </c:pt>
                <c:pt idx="3717">
                  <c:v>-48.802999999999997</c:v>
                </c:pt>
                <c:pt idx="3718">
                  <c:v>-48.393000000000001</c:v>
                </c:pt>
                <c:pt idx="3719">
                  <c:v>-49.35</c:v>
                </c:pt>
                <c:pt idx="3720">
                  <c:v>-49.348999999999997</c:v>
                </c:pt>
                <c:pt idx="3721">
                  <c:v>-48.945</c:v>
                </c:pt>
                <c:pt idx="3722">
                  <c:v>-48.384999999999998</c:v>
                </c:pt>
                <c:pt idx="3723">
                  <c:v>-48.328000000000003</c:v>
                </c:pt>
                <c:pt idx="3724">
                  <c:v>-47.534999999999997</c:v>
                </c:pt>
                <c:pt idx="3725">
                  <c:v>-48.027000000000001</c:v>
                </c:pt>
                <c:pt idx="3726">
                  <c:v>-47.100999999999999</c:v>
                </c:pt>
                <c:pt idx="3727">
                  <c:v>-47.078000000000003</c:v>
                </c:pt>
                <c:pt idx="3728">
                  <c:v>-47.341999999999999</c:v>
                </c:pt>
                <c:pt idx="3729">
                  <c:v>-45.63</c:v>
                </c:pt>
                <c:pt idx="3730">
                  <c:v>-44.664999999999999</c:v>
                </c:pt>
                <c:pt idx="3731">
                  <c:v>-43.476999999999997</c:v>
                </c:pt>
                <c:pt idx="3732">
                  <c:v>-42.847999999999999</c:v>
                </c:pt>
                <c:pt idx="3733">
                  <c:v>-42.713999999999999</c:v>
                </c:pt>
                <c:pt idx="3734">
                  <c:v>-41.094000000000001</c:v>
                </c:pt>
                <c:pt idx="3735">
                  <c:v>-40.575000000000003</c:v>
                </c:pt>
                <c:pt idx="3736">
                  <c:v>-42.051000000000002</c:v>
                </c:pt>
                <c:pt idx="3737">
                  <c:v>-43.008000000000003</c:v>
                </c:pt>
                <c:pt idx="3738">
                  <c:v>-41.619</c:v>
                </c:pt>
                <c:pt idx="3739">
                  <c:v>-42.116999999999997</c:v>
                </c:pt>
                <c:pt idx="3740">
                  <c:v>-42.41</c:v>
                </c:pt>
                <c:pt idx="3741">
                  <c:v>-42.061999999999998</c:v>
                </c:pt>
                <c:pt idx="3742">
                  <c:v>-43.027000000000001</c:v>
                </c:pt>
                <c:pt idx="3743">
                  <c:v>-42.841999999999999</c:v>
                </c:pt>
                <c:pt idx="3744">
                  <c:v>-43.250999999999998</c:v>
                </c:pt>
                <c:pt idx="3745">
                  <c:v>-42.813000000000002</c:v>
                </c:pt>
                <c:pt idx="3746">
                  <c:v>-42.307000000000002</c:v>
                </c:pt>
                <c:pt idx="3747">
                  <c:v>-42.713999999999999</c:v>
                </c:pt>
                <c:pt idx="3748">
                  <c:v>-43.219000000000001</c:v>
                </c:pt>
                <c:pt idx="3749">
                  <c:v>-43.08</c:v>
                </c:pt>
                <c:pt idx="3750">
                  <c:v>-43.716000000000001</c:v>
                </c:pt>
                <c:pt idx="3751">
                  <c:v>-45.412999999999997</c:v>
                </c:pt>
                <c:pt idx="3752">
                  <c:v>-44.533000000000001</c:v>
                </c:pt>
                <c:pt idx="3753">
                  <c:v>-44.17</c:v>
                </c:pt>
                <c:pt idx="3754">
                  <c:v>-42.618000000000002</c:v>
                </c:pt>
                <c:pt idx="3755">
                  <c:v>-42.487000000000002</c:v>
                </c:pt>
                <c:pt idx="3756">
                  <c:v>-42.174999999999997</c:v>
                </c:pt>
                <c:pt idx="3757">
                  <c:v>-42.481999999999999</c:v>
                </c:pt>
                <c:pt idx="3758">
                  <c:v>-42.418999999999997</c:v>
                </c:pt>
                <c:pt idx="3759">
                  <c:v>-42.914000000000001</c:v>
                </c:pt>
                <c:pt idx="3760">
                  <c:v>-43.365000000000002</c:v>
                </c:pt>
                <c:pt idx="3761">
                  <c:v>-43.901000000000003</c:v>
                </c:pt>
                <c:pt idx="3762">
                  <c:v>-43.405999999999999</c:v>
                </c:pt>
                <c:pt idx="3763">
                  <c:v>-45.19</c:v>
                </c:pt>
                <c:pt idx="3764">
                  <c:v>-43.972000000000001</c:v>
                </c:pt>
                <c:pt idx="3765">
                  <c:v>-44.122</c:v>
                </c:pt>
                <c:pt idx="3766">
                  <c:v>-44.012</c:v>
                </c:pt>
                <c:pt idx="3767">
                  <c:v>-43.201000000000001</c:v>
                </c:pt>
                <c:pt idx="3768">
                  <c:v>-43.622999999999998</c:v>
                </c:pt>
                <c:pt idx="3769">
                  <c:v>-43.432000000000002</c:v>
                </c:pt>
                <c:pt idx="3770">
                  <c:v>-47.384</c:v>
                </c:pt>
                <c:pt idx="3771">
                  <c:v>-52.344999999999999</c:v>
                </c:pt>
                <c:pt idx="3772">
                  <c:v>-58.826000000000001</c:v>
                </c:pt>
                <c:pt idx="3773">
                  <c:v>-51.564999999999998</c:v>
                </c:pt>
                <c:pt idx="3774">
                  <c:v>-55.216999999999999</c:v>
                </c:pt>
                <c:pt idx="3775">
                  <c:v>-55.28</c:v>
                </c:pt>
                <c:pt idx="3776">
                  <c:v>-50.843000000000004</c:v>
                </c:pt>
                <c:pt idx="3777">
                  <c:v>-51.472999999999999</c:v>
                </c:pt>
                <c:pt idx="3778">
                  <c:v>-50.978000000000002</c:v>
                </c:pt>
                <c:pt idx="3779">
                  <c:v>-51.481000000000002</c:v>
                </c:pt>
                <c:pt idx="3780">
                  <c:v>-55.183</c:v>
                </c:pt>
                <c:pt idx="3781">
                  <c:v>-53.844999999999999</c:v>
                </c:pt>
                <c:pt idx="3782">
                  <c:v>-50.689</c:v>
                </c:pt>
                <c:pt idx="3783">
                  <c:v>-50.701999999999998</c:v>
                </c:pt>
                <c:pt idx="3784">
                  <c:v>-50.003</c:v>
                </c:pt>
                <c:pt idx="3785">
                  <c:v>-50.448</c:v>
                </c:pt>
                <c:pt idx="3786">
                  <c:v>-50.481999999999999</c:v>
                </c:pt>
                <c:pt idx="3787">
                  <c:v>-51.069000000000003</c:v>
                </c:pt>
                <c:pt idx="3788">
                  <c:v>-50.359000000000002</c:v>
                </c:pt>
                <c:pt idx="3789">
                  <c:v>-51.423000000000002</c:v>
                </c:pt>
                <c:pt idx="3790">
                  <c:v>-51.576999999999998</c:v>
                </c:pt>
                <c:pt idx="3791">
                  <c:v>-51.865000000000002</c:v>
                </c:pt>
                <c:pt idx="3792">
                  <c:v>-50.552999999999997</c:v>
                </c:pt>
                <c:pt idx="3793">
                  <c:v>-49.445</c:v>
                </c:pt>
                <c:pt idx="3794">
                  <c:v>-50.34</c:v>
                </c:pt>
                <c:pt idx="3795">
                  <c:v>-49.125999999999998</c:v>
                </c:pt>
                <c:pt idx="3796">
                  <c:v>-49.619</c:v>
                </c:pt>
                <c:pt idx="3797">
                  <c:v>-49.822000000000003</c:v>
                </c:pt>
                <c:pt idx="3798">
                  <c:v>-49.03</c:v>
                </c:pt>
                <c:pt idx="3799">
                  <c:v>-52.170999999999999</c:v>
                </c:pt>
                <c:pt idx="3800">
                  <c:v>-53.106000000000002</c:v>
                </c:pt>
                <c:pt idx="3801">
                  <c:v>-53.366999999999997</c:v>
                </c:pt>
                <c:pt idx="3802">
                  <c:v>-56.101999999999997</c:v>
                </c:pt>
                <c:pt idx="3803">
                  <c:v>-53.444000000000003</c:v>
                </c:pt>
                <c:pt idx="3804">
                  <c:v>-55.703000000000003</c:v>
                </c:pt>
                <c:pt idx="3805">
                  <c:v>-54.362000000000002</c:v>
                </c:pt>
                <c:pt idx="3806">
                  <c:v>-53.786000000000001</c:v>
                </c:pt>
                <c:pt idx="3807">
                  <c:v>-52.372</c:v>
                </c:pt>
                <c:pt idx="3808">
                  <c:v>-52.732999999999997</c:v>
                </c:pt>
                <c:pt idx="3809">
                  <c:v>-52.421999999999997</c:v>
                </c:pt>
                <c:pt idx="3810">
                  <c:v>-50.84</c:v>
                </c:pt>
                <c:pt idx="3811">
                  <c:v>-50.091999999999999</c:v>
                </c:pt>
                <c:pt idx="3812">
                  <c:v>-50.472999999999999</c:v>
                </c:pt>
                <c:pt idx="3813">
                  <c:v>-52.314</c:v>
                </c:pt>
                <c:pt idx="3814">
                  <c:v>-51.38</c:v>
                </c:pt>
                <c:pt idx="3815">
                  <c:v>-51.055999999999997</c:v>
                </c:pt>
                <c:pt idx="3816">
                  <c:v>-50.646999999999998</c:v>
                </c:pt>
                <c:pt idx="3817">
                  <c:v>-50.616999999999997</c:v>
                </c:pt>
                <c:pt idx="3818">
                  <c:v>-51.98</c:v>
                </c:pt>
                <c:pt idx="3819">
                  <c:v>-51.38</c:v>
                </c:pt>
                <c:pt idx="3820">
                  <c:v>-52.024999999999999</c:v>
                </c:pt>
                <c:pt idx="3821">
                  <c:v>-51.835999999999999</c:v>
                </c:pt>
                <c:pt idx="3822">
                  <c:v>-51.798999999999999</c:v>
                </c:pt>
                <c:pt idx="3823">
                  <c:v>-51.564</c:v>
                </c:pt>
              </c:numCache>
            </c:numRef>
          </c:val>
          <c:smooth val="0"/>
          <c:extLst>
            <c:ext xmlns:c16="http://schemas.microsoft.com/office/drawing/2014/chart" uri="{C3380CC4-5D6E-409C-BE32-E72D297353CC}">
              <c16:uniqueId val="{00000000-20FC-4A75-9240-BDACF819BC29}"/>
            </c:ext>
          </c:extLst>
        </c:ser>
        <c:dLbls>
          <c:showLegendKey val="0"/>
          <c:showVal val="0"/>
          <c:showCatName val="0"/>
          <c:showSerName val="0"/>
          <c:showPercent val="0"/>
          <c:showBubbleSize val="0"/>
        </c:dLbls>
        <c:smooth val="0"/>
        <c:axId val="174990783"/>
        <c:axId val="175008063"/>
      </c:lineChart>
      <c:dateAx>
        <c:axId val="174990783"/>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Garamond" panose="02020404030301010803" pitchFamily="18" charset="0"/>
                <a:ea typeface="+mn-ea"/>
                <a:cs typeface="+mn-cs"/>
              </a:defRPr>
            </a:pPr>
            <a:endParaRPr lang="en-US"/>
          </a:p>
        </c:txPr>
        <c:crossAx val="175008063"/>
        <c:crosses val="autoZero"/>
        <c:auto val="1"/>
        <c:lblOffset val="100"/>
        <c:baseTimeUnit val="days"/>
      </c:dateAx>
      <c:valAx>
        <c:axId val="175008063"/>
        <c:scaling>
          <c:orientation val="minMax"/>
          <c:max val="2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Garamond" panose="02020404030301010803" pitchFamily="18" charset="0"/>
                <a:ea typeface="+mn-ea"/>
                <a:cs typeface="+mn-cs"/>
              </a:defRPr>
            </a:pPr>
            <a:endParaRPr lang="en-US"/>
          </a:p>
        </c:txPr>
        <c:crossAx val="174990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Garamond" panose="02020404030301010803"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'JMB_Coups(FEBGEN)_Charts'!$BY$21</c:f>
              <c:strCache>
                <c:ptCount val="1"/>
                <c:pt idx="0">
                  <c:v>~5.75y</c:v>
                </c:pt>
              </c:strCache>
            </c:strRef>
          </c:tx>
          <c:spPr>
            <a:ln w="28575" cap="rnd">
              <a:solidFill>
                <a:srgbClr val="0070C0"/>
              </a:solidFill>
              <a:round/>
            </a:ln>
            <a:effectLst/>
          </c:spPr>
          <c:marker>
            <c:symbol val="none"/>
          </c:marker>
          <c:dLbls>
            <c:dLbl>
              <c:idx val="3818"/>
              <c:layout>
                <c:manualLayout>
                  <c:x val="-1.522431618298355E-16"/>
                  <c:y val="1.27032520325201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DD9-465D-BEEE-AE1BD6F3E307}"/>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Garamond" panose="020204040303010108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'JMB_Coups(FEBGEN)_Charts'!$BX$22:$BX$3845</c:f>
              <c:numCache>
                <c:formatCode>m/d/yyyy</c:formatCode>
                <c:ptCount val="3824"/>
                <c:pt idx="0">
                  <c:v>40182</c:v>
                </c:pt>
                <c:pt idx="1">
                  <c:v>40183</c:v>
                </c:pt>
                <c:pt idx="2">
                  <c:v>40184</c:v>
                </c:pt>
                <c:pt idx="3">
                  <c:v>40185</c:v>
                </c:pt>
                <c:pt idx="4">
                  <c:v>40186</c:v>
                </c:pt>
                <c:pt idx="5">
                  <c:v>40189</c:v>
                </c:pt>
                <c:pt idx="6">
                  <c:v>40190</c:v>
                </c:pt>
                <c:pt idx="7">
                  <c:v>40191</c:v>
                </c:pt>
                <c:pt idx="8">
                  <c:v>40192</c:v>
                </c:pt>
                <c:pt idx="9">
                  <c:v>40193</c:v>
                </c:pt>
                <c:pt idx="10">
                  <c:v>40197</c:v>
                </c:pt>
                <c:pt idx="11">
                  <c:v>40198</c:v>
                </c:pt>
                <c:pt idx="12">
                  <c:v>40199</c:v>
                </c:pt>
                <c:pt idx="13">
                  <c:v>40200</c:v>
                </c:pt>
                <c:pt idx="14">
                  <c:v>40203</c:v>
                </c:pt>
                <c:pt idx="15">
                  <c:v>40204</c:v>
                </c:pt>
                <c:pt idx="16">
                  <c:v>40205</c:v>
                </c:pt>
                <c:pt idx="17">
                  <c:v>40206</c:v>
                </c:pt>
                <c:pt idx="18">
                  <c:v>40207</c:v>
                </c:pt>
                <c:pt idx="19">
                  <c:v>40210</c:v>
                </c:pt>
                <c:pt idx="20">
                  <c:v>40211</c:v>
                </c:pt>
                <c:pt idx="21">
                  <c:v>40212</c:v>
                </c:pt>
                <c:pt idx="22">
                  <c:v>40213</c:v>
                </c:pt>
                <c:pt idx="23">
                  <c:v>40214</c:v>
                </c:pt>
                <c:pt idx="24">
                  <c:v>40217</c:v>
                </c:pt>
                <c:pt idx="25">
                  <c:v>40218</c:v>
                </c:pt>
                <c:pt idx="26">
                  <c:v>40219</c:v>
                </c:pt>
                <c:pt idx="27">
                  <c:v>40220</c:v>
                </c:pt>
                <c:pt idx="28">
                  <c:v>40221</c:v>
                </c:pt>
                <c:pt idx="29">
                  <c:v>40225</c:v>
                </c:pt>
                <c:pt idx="30">
                  <c:v>40226</c:v>
                </c:pt>
                <c:pt idx="31">
                  <c:v>40227</c:v>
                </c:pt>
                <c:pt idx="32">
                  <c:v>40228</c:v>
                </c:pt>
                <c:pt idx="33">
                  <c:v>40231</c:v>
                </c:pt>
                <c:pt idx="34">
                  <c:v>40232</c:v>
                </c:pt>
                <c:pt idx="35">
                  <c:v>40233</c:v>
                </c:pt>
                <c:pt idx="36">
                  <c:v>40234</c:v>
                </c:pt>
                <c:pt idx="37">
                  <c:v>40235</c:v>
                </c:pt>
                <c:pt idx="38">
                  <c:v>40238</c:v>
                </c:pt>
                <c:pt idx="39">
                  <c:v>40239</c:v>
                </c:pt>
                <c:pt idx="40">
                  <c:v>40240</c:v>
                </c:pt>
                <c:pt idx="41">
                  <c:v>40241</c:v>
                </c:pt>
                <c:pt idx="42">
                  <c:v>40242</c:v>
                </c:pt>
                <c:pt idx="43">
                  <c:v>40245</c:v>
                </c:pt>
                <c:pt idx="44">
                  <c:v>40246</c:v>
                </c:pt>
                <c:pt idx="45">
                  <c:v>40247</c:v>
                </c:pt>
                <c:pt idx="46">
                  <c:v>40248</c:v>
                </c:pt>
                <c:pt idx="47">
                  <c:v>40249</c:v>
                </c:pt>
                <c:pt idx="48">
                  <c:v>40252</c:v>
                </c:pt>
                <c:pt idx="49">
                  <c:v>40253</c:v>
                </c:pt>
                <c:pt idx="50">
                  <c:v>40254</c:v>
                </c:pt>
                <c:pt idx="51">
                  <c:v>40255</c:v>
                </c:pt>
                <c:pt idx="52">
                  <c:v>40256</c:v>
                </c:pt>
                <c:pt idx="53">
                  <c:v>40259</c:v>
                </c:pt>
                <c:pt idx="54">
                  <c:v>40260</c:v>
                </c:pt>
                <c:pt idx="55">
                  <c:v>40261</c:v>
                </c:pt>
                <c:pt idx="56">
                  <c:v>40262</c:v>
                </c:pt>
                <c:pt idx="57">
                  <c:v>40263</c:v>
                </c:pt>
                <c:pt idx="58">
                  <c:v>40266</c:v>
                </c:pt>
                <c:pt idx="59">
                  <c:v>40267</c:v>
                </c:pt>
                <c:pt idx="60">
                  <c:v>40273</c:v>
                </c:pt>
                <c:pt idx="61">
                  <c:v>40274</c:v>
                </c:pt>
                <c:pt idx="62">
                  <c:v>40275</c:v>
                </c:pt>
                <c:pt idx="63">
                  <c:v>40276</c:v>
                </c:pt>
                <c:pt idx="64">
                  <c:v>40277</c:v>
                </c:pt>
                <c:pt idx="65">
                  <c:v>40280</c:v>
                </c:pt>
                <c:pt idx="66">
                  <c:v>40281</c:v>
                </c:pt>
                <c:pt idx="67">
                  <c:v>40282</c:v>
                </c:pt>
                <c:pt idx="68">
                  <c:v>40283</c:v>
                </c:pt>
                <c:pt idx="69">
                  <c:v>40284</c:v>
                </c:pt>
                <c:pt idx="70">
                  <c:v>40287</c:v>
                </c:pt>
                <c:pt idx="71">
                  <c:v>40288</c:v>
                </c:pt>
                <c:pt idx="72">
                  <c:v>40289</c:v>
                </c:pt>
                <c:pt idx="73">
                  <c:v>40290</c:v>
                </c:pt>
                <c:pt idx="74">
                  <c:v>40291</c:v>
                </c:pt>
                <c:pt idx="75">
                  <c:v>40294</c:v>
                </c:pt>
                <c:pt idx="76">
                  <c:v>40295</c:v>
                </c:pt>
                <c:pt idx="77">
                  <c:v>40296</c:v>
                </c:pt>
                <c:pt idx="78">
                  <c:v>40297</c:v>
                </c:pt>
                <c:pt idx="79">
                  <c:v>40298</c:v>
                </c:pt>
                <c:pt idx="80">
                  <c:v>40301</c:v>
                </c:pt>
                <c:pt idx="81">
                  <c:v>40302</c:v>
                </c:pt>
                <c:pt idx="82">
                  <c:v>40303</c:v>
                </c:pt>
                <c:pt idx="83">
                  <c:v>40304</c:v>
                </c:pt>
                <c:pt idx="84">
                  <c:v>40305</c:v>
                </c:pt>
                <c:pt idx="85">
                  <c:v>40308</c:v>
                </c:pt>
                <c:pt idx="86">
                  <c:v>40309</c:v>
                </c:pt>
                <c:pt idx="87">
                  <c:v>40310</c:v>
                </c:pt>
                <c:pt idx="88">
                  <c:v>40311</c:v>
                </c:pt>
                <c:pt idx="89">
                  <c:v>40312</c:v>
                </c:pt>
                <c:pt idx="90">
                  <c:v>40315</c:v>
                </c:pt>
                <c:pt idx="91">
                  <c:v>40316</c:v>
                </c:pt>
                <c:pt idx="92">
                  <c:v>40317</c:v>
                </c:pt>
                <c:pt idx="93">
                  <c:v>40318</c:v>
                </c:pt>
                <c:pt idx="94">
                  <c:v>40319</c:v>
                </c:pt>
                <c:pt idx="95">
                  <c:v>40322</c:v>
                </c:pt>
                <c:pt idx="96">
                  <c:v>40323</c:v>
                </c:pt>
                <c:pt idx="97">
                  <c:v>40324</c:v>
                </c:pt>
                <c:pt idx="98">
                  <c:v>40325</c:v>
                </c:pt>
                <c:pt idx="99">
                  <c:v>40326</c:v>
                </c:pt>
                <c:pt idx="100">
                  <c:v>40330</c:v>
                </c:pt>
                <c:pt idx="101">
                  <c:v>40331</c:v>
                </c:pt>
                <c:pt idx="102">
                  <c:v>40332</c:v>
                </c:pt>
                <c:pt idx="103">
                  <c:v>40333</c:v>
                </c:pt>
                <c:pt idx="104">
                  <c:v>40336</c:v>
                </c:pt>
                <c:pt idx="105">
                  <c:v>40337</c:v>
                </c:pt>
                <c:pt idx="106">
                  <c:v>40338</c:v>
                </c:pt>
                <c:pt idx="107">
                  <c:v>40339</c:v>
                </c:pt>
                <c:pt idx="108">
                  <c:v>40340</c:v>
                </c:pt>
                <c:pt idx="109">
                  <c:v>40343</c:v>
                </c:pt>
                <c:pt idx="110">
                  <c:v>40344</c:v>
                </c:pt>
                <c:pt idx="111">
                  <c:v>40345</c:v>
                </c:pt>
                <c:pt idx="112">
                  <c:v>40346</c:v>
                </c:pt>
                <c:pt idx="113">
                  <c:v>40347</c:v>
                </c:pt>
                <c:pt idx="114">
                  <c:v>40350</c:v>
                </c:pt>
                <c:pt idx="115">
                  <c:v>40351</c:v>
                </c:pt>
                <c:pt idx="116">
                  <c:v>40352</c:v>
                </c:pt>
                <c:pt idx="117">
                  <c:v>40353</c:v>
                </c:pt>
                <c:pt idx="118">
                  <c:v>40354</c:v>
                </c:pt>
                <c:pt idx="119">
                  <c:v>40357</c:v>
                </c:pt>
                <c:pt idx="120">
                  <c:v>40358</c:v>
                </c:pt>
                <c:pt idx="121">
                  <c:v>40359</c:v>
                </c:pt>
                <c:pt idx="122">
                  <c:v>40360</c:v>
                </c:pt>
                <c:pt idx="123">
                  <c:v>40361</c:v>
                </c:pt>
                <c:pt idx="124">
                  <c:v>40365</c:v>
                </c:pt>
                <c:pt idx="125">
                  <c:v>40366</c:v>
                </c:pt>
                <c:pt idx="126">
                  <c:v>40367</c:v>
                </c:pt>
                <c:pt idx="127">
                  <c:v>40368</c:v>
                </c:pt>
                <c:pt idx="128">
                  <c:v>40371</c:v>
                </c:pt>
                <c:pt idx="129">
                  <c:v>40372</c:v>
                </c:pt>
                <c:pt idx="130">
                  <c:v>40373</c:v>
                </c:pt>
                <c:pt idx="131">
                  <c:v>40374</c:v>
                </c:pt>
                <c:pt idx="132">
                  <c:v>40375</c:v>
                </c:pt>
                <c:pt idx="133">
                  <c:v>40378</c:v>
                </c:pt>
                <c:pt idx="134">
                  <c:v>40379</c:v>
                </c:pt>
                <c:pt idx="135">
                  <c:v>40380</c:v>
                </c:pt>
                <c:pt idx="136">
                  <c:v>40381</c:v>
                </c:pt>
                <c:pt idx="137">
                  <c:v>40382</c:v>
                </c:pt>
                <c:pt idx="138">
                  <c:v>40385</c:v>
                </c:pt>
                <c:pt idx="139">
                  <c:v>40386</c:v>
                </c:pt>
                <c:pt idx="140">
                  <c:v>40387</c:v>
                </c:pt>
                <c:pt idx="141">
                  <c:v>40388</c:v>
                </c:pt>
                <c:pt idx="142">
                  <c:v>40389</c:v>
                </c:pt>
                <c:pt idx="143">
                  <c:v>40392</c:v>
                </c:pt>
                <c:pt idx="144">
                  <c:v>40393</c:v>
                </c:pt>
                <c:pt idx="145">
                  <c:v>40394</c:v>
                </c:pt>
                <c:pt idx="146">
                  <c:v>40395</c:v>
                </c:pt>
                <c:pt idx="147">
                  <c:v>40396</c:v>
                </c:pt>
                <c:pt idx="148">
                  <c:v>40399</c:v>
                </c:pt>
                <c:pt idx="149">
                  <c:v>40400</c:v>
                </c:pt>
                <c:pt idx="150">
                  <c:v>40401</c:v>
                </c:pt>
                <c:pt idx="151">
                  <c:v>40402</c:v>
                </c:pt>
                <c:pt idx="152">
                  <c:v>40403</c:v>
                </c:pt>
                <c:pt idx="153">
                  <c:v>40406</c:v>
                </c:pt>
                <c:pt idx="154">
                  <c:v>40407</c:v>
                </c:pt>
                <c:pt idx="155">
                  <c:v>40408</c:v>
                </c:pt>
                <c:pt idx="156">
                  <c:v>40409</c:v>
                </c:pt>
                <c:pt idx="157">
                  <c:v>40410</c:v>
                </c:pt>
                <c:pt idx="158">
                  <c:v>40413</c:v>
                </c:pt>
                <c:pt idx="159">
                  <c:v>40414</c:v>
                </c:pt>
                <c:pt idx="160">
                  <c:v>40415</c:v>
                </c:pt>
                <c:pt idx="161">
                  <c:v>40416</c:v>
                </c:pt>
                <c:pt idx="162">
                  <c:v>40417</c:v>
                </c:pt>
                <c:pt idx="163">
                  <c:v>40420</c:v>
                </c:pt>
                <c:pt idx="164">
                  <c:v>40421</c:v>
                </c:pt>
                <c:pt idx="165">
                  <c:v>40422</c:v>
                </c:pt>
                <c:pt idx="166">
                  <c:v>40423</c:v>
                </c:pt>
                <c:pt idx="167">
                  <c:v>40424</c:v>
                </c:pt>
                <c:pt idx="168">
                  <c:v>40428</c:v>
                </c:pt>
                <c:pt idx="169">
                  <c:v>40429</c:v>
                </c:pt>
                <c:pt idx="170">
                  <c:v>40430</c:v>
                </c:pt>
                <c:pt idx="171">
                  <c:v>40431</c:v>
                </c:pt>
                <c:pt idx="172">
                  <c:v>40434</c:v>
                </c:pt>
                <c:pt idx="173">
                  <c:v>40435</c:v>
                </c:pt>
                <c:pt idx="174">
                  <c:v>40436</c:v>
                </c:pt>
                <c:pt idx="175">
                  <c:v>40437</c:v>
                </c:pt>
                <c:pt idx="176">
                  <c:v>40438</c:v>
                </c:pt>
                <c:pt idx="177">
                  <c:v>40441</c:v>
                </c:pt>
                <c:pt idx="178">
                  <c:v>40442</c:v>
                </c:pt>
                <c:pt idx="179">
                  <c:v>40443</c:v>
                </c:pt>
                <c:pt idx="180">
                  <c:v>40444</c:v>
                </c:pt>
                <c:pt idx="181">
                  <c:v>40445</c:v>
                </c:pt>
                <c:pt idx="182">
                  <c:v>40448</c:v>
                </c:pt>
                <c:pt idx="183">
                  <c:v>40449</c:v>
                </c:pt>
                <c:pt idx="184">
                  <c:v>40450</c:v>
                </c:pt>
                <c:pt idx="185">
                  <c:v>40451</c:v>
                </c:pt>
                <c:pt idx="186">
                  <c:v>40452</c:v>
                </c:pt>
                <c:pt idx="187">
                  <c:v>40455</c:v>
                </c:pt>
                <c:pt idx="188">
                  <c:v>40456</c:v>
                </c:pt>
                <c:pt idx="189">
                  <c:v>40457</c:v>
                </c:pt>
                <c:pt idx="190">
                  <c:v>40458</c:v>
                </c:pt>
                <c:pt idx="191">
                  <c:v>40459</c:v>
                </c:pt>
                <c:pt idx="192">
                  <c:v>40463</c:v>
                </c:pt>
                <c:pt idx="193">
                  <c:v>40464</c:v>
                </c:pt>
                <c:pt idx="194">
                  <c:v>40465</c:v>
                </c:pt>
                <c:pt idx="195">
                  <c:v>40466</c:v>
                </c:pt>
                <c:pt idx="196">
                  <c:v>40469</c:v>
                </c:pt>
                <c:pt idx="197">
                  <c:v>40470</c:v>
                </c:pt>
                <c:pt idx="198">
                  <c:v>40471</c:v>
                </c:pt>
                <c:pt idx="199">
                  <c:v>40472</c:v>
                </c:pt>
                <c:pt idx="200">
                  <c:v>40473</c:v>
                </c:pt>
                <c:pt idx="201">
                  <c:v>40476</c:v>
                </c:pt>
                <c:pt idx="202">
                  <c:v>40477</c:v>
                </c:pt>
                <c:pt idx="203">
                  <c:v>40478</c:v>
                </c:pt>
                <c:pt idx="204">
                  <c:v>40479</c:v>
                </c:pt>
                <c:pt idx="205">
                  <c:v>40480</c:v>
                </c:pt>
                <c:pt idx="206">
                  <c:v>40483</c:v>
                </c:pt>
                <c:pt idx="207">
                  <c:v>40484</c:v>
                </c:pt>
                <c:pt idx="208">
                  <c:v>40485</c:v>
                </c:pt>
                <c:pt idx="209">
                  <c:v>40486</c:v>
                </c:pt>
                <c:pt idx="210">
                  <c:v>40487</c:v>
                </c:pt>
                <c:pt idx="211">
                  <c:v>40490</c:v>
                </c:pt>
                <c:pt idx="212">
                  <c:v>40491</c:v>
                </c:pt>
                <c:pt idx="213">
                  <c:v>40492</c:v>
                </c:pt>
                <c:pt idx="214">
                  <c:v>40494</c:v>
                </c:pt>
                <c:pt idx="215">
                  <c:v>40497</c:v>
                </c:pt>
                <c:pt idx="216">
                  <c:v>40498</c:v>
                </c:pt>
                <c:pt idx="217">
                  <c:v>40499</c:v>
                </c:pt>
                <c:pt idx="218">
                  <c:v>40500</c:v>
                </c:pt>
                <c:pt idx="219">
                  <c:v>40501</c:v>
                </c:pt>
                <c:pt idx="220">
                  <c:v>40504</c:v>
                </c:pt>
                <c:pt idx="221">
                  <c:v>40505</c:v>
                </c:pt>
                <c:pt idx="222">
                  <c:v>40506</c:v>
                </c:pt>
                <c:pt idx="223">
                  <c:v>40508</c:v>
                </c:pt>
                <c:pt idx="224">
                  <c:v>40511</c:v>
                </c:pt>
                <c:pt idx="225">
                  <c:v>40512</c:v>
                </c:pt>
                <c:pt idx="226">
                  <c:v>40513</c:v>
                </c:pt>
                <c:pt idx="227">
                  <c:v>40514</c:v>
                </c:pt>
                <c:pt idx="228">
                  <c:v>40515</c:v>
                </c:pt>
                <c:pt idx="229">
                  <c:v>40518</c:v>
                </c:pt>
                <c:pt idx="230">
                  <c:v>40519</c:v>
                </c:pt>
                <c:pt idx="231">
                  <c:v>40520</c:v>
                </c:pt>
                <c:pt idx="232">
                  <c:v>40521</c:v>
                </c:pt>
                <c:pt idx="233">
                  <c:v>40522</c:v>
                </c:pt>
                <c:pt idx="234">
                  <c:v>40525</c:v>
                </c:pt>
                <c:pt idx="235">
                  <c:v>40526</c:v>
                </c:pt>
                <c:pt idx="236">
                  <c:v>40527</c:v>
                </c:pt>
                <c:pt idx="237">
                  <c:v>40528</c:v>
                </c:pt>
                <c:pt idx="238">
                  <c:v>40529</c:v>
                </c:pt>
                <c:pt idx="239">
                  <c:v>40532</c:v>
                </c:pt>
                <c:pt idx="240">
                  <c:v>40533</c:v>
                </c:pt>
                <c:pt idx="241">
                  <c:v>40539</c:v>
                </c:pt>
                <c:pt idx="242">
                  <c:v>40540</c:v>
                </c:pt>
                <c:pt idx="243">
                  <c:v>40541</c:v>
                </c:pt>
                <c:pt idx="244">
                  <c:v>40542</c:v>
                </c:pt>
                <c:pt idx="245">
                  <c:v>40543</c:v>
                </c:pt>
                <c:pt idx="246">
                  <c:v>40546</c:v>
                </c:pt>
                <c:pt idx="247">
                  <c:v>40547</c:v>
                </c:pt>
                <c:pt idx="248">
                  <c:v>40548</c:v>
                </c:pt>
                <c:pt idx="249">
                  <c:v>40549</c:v>
                </c:pt>
                <c:pt idx="250">
                  <c:v>40550</c:v>
                </c:pt>
                <c:pt idx="251">
                  <c:v>40553</c:v>
                </c:pt>
                <c:pt idx="252">
                  <c:v>40554</c:v>
                </c:pt>
                <c:pt idx="253">
                  <c:v>40555</c:v>
                </c:pt>
                <c:pt idx="254">
                  <c:v>40556</c:v>
                </c:pt>
                <c:pt idx="255">
                  <c:v>40557</c:v>
                </c:pt>
                <c:pt idx="256">
                  <c:v>40561</c:v>
                </c:pt>
                <c:pt idx="257">
                  <c:v>40562</c:v>
                </c:pt>
                <c:pt idx="258">
                  <c:v>40563</c:v>
                </c:pt>
                <c:pt idx="259">
                  <c:v>40564</c:v>
                </c:pt>
                <c:pt idx="260">
                  <c:v>40567</c:v>
                </c:pt>
                <c:pt idx="261">
                  <c:v>40568</c:v>
                </c:pt>
                <c:pt idx="262">
                  <c:v>40569</c:v>
                </c:pt>
                <c:pt idx="263">
                  <c:v>40570</c:v>
                </c:pt>
                <c:pt idx="264">
                  <c:v>40571</c:v>
                </c:pt>
                <c:pt idx="265">
                  <c:v>40574</c:v>
                </c:pt>
                <c:pt idx="266">
                  <c:v>40575</c:v>
                </c:pt>
                <c:pt idx="267">
                  <c:v>40576</c:v>
                </c:pt>
                <c:pt idx="268">
                  <c:v>40577</c:v>
                </c:pt>
                <c:pt idx="269">
                  <c:v>40578</c:v>
                </c:pt>
                <c:pt idx="270">
                  <c:v>40581</c:v>
                </c:pt>
                <c:pt idx="271">
                  <c:v>40582</c:v>
                </c:pt>
                <c:pt idx="272">
                  <c:v>40583</c:v>
                </c:pt>
                <c:pt idx="273">
                  <c:v>40584</c:v>
                </c:pt>
                <c:pt idx="274">
                  <c:v>40585</c:v>
                </c:pt>
                <c:pt idx="275">
                  <c:v>40588</c:v>
                </c:pt>
                <c:pt idx="276">
                  <c:v>40589</c:v>
                </c:pt>
                <c:pt idx="277">
                  <c:v>40590</c:v>
                </c:pt>
                <c:pt idx="278">
                  <c:v>40591</c:v>
                </c:pt>
                <c:pt idx="279">
                  <c:v>40592</c:v>
                </c:pt>
                <c:pt idx="280">
                  <c:v>40596</c:v>
                </c:pt>
                <c:pt idx="281">
                  <c:v>40597</c:v>
                </c:pt>
                <c:pt idx="282">
                  <c:v>40598</c:v>
                </c:pt>
                <c:pt idx="283">
                  <c:v>40599</c:v>
                </c:pt>
                <c:pt idx="284">
                  <c:v>40602</c:v>
                </c:pt>
                <c:pt idx="285">
                  <c:v>40603</c:v>
                </c:pt>
                <c:pt idx="286">
                  <c:v>40604</c:v>
                </c:pt>
                <c:pt idx="287">
                  <c:v>40605</c:v>
                </c:pt>
                <c:pt idx="288">
                  <c:v>40606</c:v>
                </c:pt>
                <c:pt idx="289">
                  <c:v>40609</c:v>
                </c:pt>
                <c:pt idx="290">
                  <c:v>40610</c:v>
                </c:pt>
                <c:pt idx="291">
                  <c:v>40611</c:v>
                </c:pt>
                <c:pt idx="292">
                  <c:v>40612</c:v>
                </c:pt>
                <c:pt idx="293">
                  <c:v>40613</c:v>
                </c:pt>
                <c:pt idx="294">
                  <c:v>40616</c:v>
                </c:pt>
                <c:pt idx="295">
                  <c:v>40617</c:v>
                </c:pt>
                <c:pt idx="296">
                  <c:v>40618</c:v>
                </c:pt>
                <c:pt idx="297">
                  <c:v>40619</c:v>
                </c:pt>
                <c:pt idx="298">
                  <c:v>40620</c:v>
                </c:pt>
                <c:pt idx="299">
                  <c:v>40623</c:v>
                </c:pt>
                <c:pt idx="300">
                  <c:v>40624</c:v>
                </c:pt>
                <c:pt idx="301">
                  <c:v>40625</c:v>
                </c:pt>
                <c:pt idx="302">
                  <c:v>40626</c:v>
                </c:pt>
                <c:pt idx="303">
                  <c:v>40627</c:v>
                </c:pt>
                <c:pt idx="304">
                  <c:v>40630</c:v>
                </c:pt>
                <c:pt idx="305">
                  <c:v>40631</c:v>
                </c:pt>
                <c:pt idx="306">
                  <c:v>40632</c:v>
                </c:pt>
                <c:pt idx="307">
                  <c:v>40633</c:v>
                </c:pt>
                <c:pt idx="308">
                  <c:v>40634</c:v>
                </c:pt>
                <c:pt idx="309">
                  <c:v>40637</c:v>
                </c:pt>
                <c:pt idx="310">
                  <c:v>40638</c:v>
                </c:pt>
                <c:pt idx="311">
                  <c:v>40639</c:v>
                </c:pt>
                <c:pt idx="312">
                  <c:v>40640</c:v>
                </c:pt>
                <c:pt idx="313">
                  <c:v>40641</c:v>
                </c:pt>
                <c:pt idx="314">
                  <c:v>40644</c:v>
                </c:pt>
                <c:pt idx="315">
                  <c:v>40645</c:v>
                </c:pt>
                <c:pt idx="316">
                  <c:v>40646</c:v>
                </c:pt>
                <c:pt idx="317">
                  <c:v>40647</c:v>
                </c:pt>
                <c:pt idx="318">
                  <c:v>40648</c:v>
                </c:pt>
                <c:pt idx="319">
                  <c:v>40651</c:v>
                </c:pt>
                <c:pt idx="320">
                  <c:v>40652</c:v>
                </c:pt>
                <c:pt idx="321">
                  <c:v>40658</c:v>
                </c:pt>
                <c:pt idx="322">
                  <c:v>40659</c:v>
                </c:pt>
                <c:pt idx="323">
                  <c:v>40660</c:v>
                </c:pt>
                <c:pt idx="324">
                  <c:v>40661</c:v>
                </c:pt>
                <c:pt idx="325">
                  <c:v>40662</c:v>
                </c:pt>
                <c:pt idx="326">
                  <c:v>40665</c:v>
                </c:pt>
                <c:pt idx="327">
                  <c:v>40666</c:v>
                </c:pt>
                <c:pt idx="328">
                  <c:v>40667</c:v>
                </c:pt>
                <c:pt idx="329">
                  <c:v>40668</c:v>
                </c:pt>
                <c:pt idx="330">
                  <c:v>40669</c:v>
                </c:pt>
                <c:pt idx="331">
                  <c:v>40672</c:v>
                </c:pt>
                <c:pt idx="332">
                  <c:v>40673</c:v>
                </c:pt>
                <c:pt idx="333">
                  <c:v>40674</c:v>
                </c:pt>
                <c:pt idx="334">
                  <c:v>40675</c:v>
                </c:pt>
                <c:pt idx="335">
                  <c:v>40676</c:v>
                </c:pt>
                <c:pt idx="336">
                  <c:v>40679</c:v>
                </c:pt>
                <c:pt idx="337">
                  <c:v>40680</c:v>
                </c:pt>
                <c:pt idx="338">
                  <c:v>40681</c:v>
                </c:pt>
                <c:pt idx="339">
                  <c:v>40682</c:v>
                </c:pt>
                <c:pt idx="340">
                  <c:v>40683</c:v>
                </c:pt>
                <c:pt idx="341">
                  <c:v>40686</c:v>
                </c:pt>
                <c:pt idx="342">
                  <c:v>40687</c:v>
                </c:pt>
                <c:pt idx="343">
                  <c:v>40688</c:v>
                </c:pt>
                <c:pt idx="344">
                  <c:v>40689</c:v>
                </c:pt>
                <c:pt idx="345">
                  <c:v>40690</c:v>
                </c:pt>
                <c:pt idx="346">
                  <c:v>40694</c:v>
                </c:pt>
                <c:pt idx="347">
                  <c:v>40695</c:v>
                </c:pt>
                <c:pt idx="348">
                  <c:v>40696</c:v>
                </c:pt>
                <c:pt idx="349">
                  <c:v>40697</c:v>
                </c:pt>
                <c:pt idx="350">
                  <c:v>40700</c:v>
                </c:pt>
                <c:pt idx="351">
                  <c:v>40701</c:v>
                </c:pt>
                <c:pt idx="352">
                  <c:v>40702</c:v>
                </c:pt>
                <c:pt idx="353">
                  <c:v>40703</c:v>
                </c:pt>
                <c:pt idx="354">
                  <c:v>40704</c:v>
                </c:pt>
                <c:pt idx="355">
                  <c:v>40707</c:v>
                </c:pt>
                <c:pt idx="356">
                  <c:v>40708</c:v>
                </c:pt>
                <c:pt idx="357">
                  <c:v>40709</c:v>
                </c:pt>
                <c:pt idx="358">
                  <c:v>40710</c:v>
                </c:pt>
                <c:pt idx="359">
                  <c:v>40711</c:v>
                </c:pt>
                <c:pt idx="360">
                  <c:v>40714</c:v>
                </c:pt>
                <c:pt idx="361">
                  <c:v>40715</c:v>
                </c:pt>
                <c:pt idx="362">
                  <c:v>40716</c:v>
                </c:pt>
                <c:pt idx="363">
                  <c:v>40717</c:v>
                </c:pt>
                <c:pt idx="364">
                  <c:v>40718</c:v>
                </c:pt>
                <c:pt idx="365">
                  <c:v>40721</c:v>
                </c:pt>
                <c:pt idx="366">
                  <c:v>40722</c:v>
                </c:pt>
                <c:pt idx="367">
                  <c:v>40723</c:v>
                </c:pt>
                <c:pt idx="368">
                  <c:v>40724</c:v>
                </c:pt>
                <c:pt idx="369">
                  <c:v>40725</c:v>
                </c:pt>
                <c:pt idx="370">
                  <c:v>40729</c:v>
                </c:pt>
                <c:pt idx="371">
                  <c:v>40730</c:v>
                </c:pt>
                <c:pt idx="372">
                  <c:v>40731</c:v>
                </c:pt>
                <c:pt idx="373">
                  <c:v>40732</c:v>
                </c:pt>
                <c:pt idx="374">
                  <c:v>40735</c:v>
                </c:pt>
                <c:pt idx="375">
                  <c:v>40736</c:v>
                </c:pt>
                <c:pt idx="376">
                  <c:v>40737</c:v>
                </c:pt>
                <c:pt idx="377">
                  <c:v>40738</c:v>
                </c:pt>
                <c:pt idx="378">
                  <c:v>40739</c:v>
                </c:pt>
                <c:pt idx="379">
                  <c:v>40742</c:v>
                </c:pt>
                <c:pt idx="380">
                  <c:v>40743</c:v>
                </c:pt>
                <c:pt idx="381">
                  <c:v>40744</c:v>
                </c:pt>
                <c:pt idx="382">
                  <c:v>40745</c:v>
                </c:pt>
                <c:pt idx="383">
                  <c:v>40746</c:v>
                </c:pt>
                <c:pt idx="384">
                  <c:v>40749</c:v>
                </c:pt>
                <c:pt idx="385">
                  <c:v>40750</c:v>
                </c:pt>
                <c:pt idx="386">
                  <c:v>40751</c:v>
                </c:pt>
                <c:pt idx="387">
                  <c:v>40752</c:v>
                </c:pt>
                <c:pt idx="388">
                  <c:v>40753</c:v>
                </c:pt>
                <c:pt idx="389">
                  <c:v>40756</c:v>
                </c:pt>
                <c:pt idx="390">
                  <c:v>40757</c:v>
                </c:pt>
                <c:pt idx="391">
                  <c:v>40758</c:v>
                </c:pt>
                <c:pt idx="392">
                  <c:v>40759</c:v>
                </c:pt>
                <c:pt idx="393">
                  <c:v>40760</c:v>
                </c:pt>
                <c:pt idx="394">
                  <c:v>40763</c:v>
                </c:pt>
                <c:pt idx="395">
                  <c:v>40764</c:v>
                </c:pt>
                <c:pt idx="396">
                  <c:v>40765</c:v>
                </c:pt>
                <c:pt idx="397">
                  <c:v>40766</c:v>
                </c:pt>
                <c:pt idx="398">
                  <c:v>40767</c:v>
                </c:pt>
                <c:pt idx="399">
                  <c:v>40770</c:v>
                </c:pt>
                <c:pt idx="400">
                  <c:v>40771</c:v>
                </c:pt>
                <c:pt idx="401">
                  <c:v>40772</c:v>
                </c:pt>
                <c:pt idx="402">
                  <c:v>40773</c:v>
                </c:pt>
                <c:pt idx="403">
                  <c:v>40774</c:v>
                </c:pt>
                <c:pt idx="404">
                  <c:v>40777</c:v>
                </c:pt>
                <c:pt idx="405">
                  <c:v>40778</c:v>
                </c:pt>
                <c:pt idx="406">
                  <c:v>40779</c:v>
                </c:pt>
                <c:pt idx="407">
                  <c:v>40780</c:v>
                </c:pt>
                <c:pt idx="408">
                  <c:v>40781</c:v>
                </c:pt>
                <c:pt idx="409">
                  <c:v>40784</c:v>
                </c:pt>
                <c:pt idx="410">
                  <c:v>40785</c:v>
                </c:pt>
                <c:pt idx="411">
                  <c:v>40786</c:v>
                </c:pt>
                <c:pt idx="412">
                  <c:v>40787</c:v>
                </c:pt>
                <c:pt idx="413">
                  <c:v>40788</c:v>
                </c:pt>
                <c:pt idx="414">
                  <c:v>40792</c:v>
                </c:pt>
                <c:pt idx="415">
                  <c:v>40793</c:v>
                </c:pt>
                <c:pt idx="416">
                  <c:v>40794</c:v>
                </c:pt>
                <c:pt idx="417">
                  <c:v>40795</c:v>
                </c:pt>
                <c:pt idx="418">
                  <c:v>40798</c:v>
                </c:pt>
                <c:pt idx="419">
                  <c:v>40799</c:v>
                </c:pt>
                <c:pt idx="420">
                  <c:v>40800</c:v>
                </c:pt>
                <c:pt idx="421">
                  <c:v>40801</c:v>
                </c:pt>
                <c:pt idx="422">
                  <c:v>40802</c:v>
                </c:pt>
                <c:pt idx="423">
                  <c:v>40805</c:v>
                </c:pt>
                <c:pt idx="424">
                  <c:v>40806</c:v>
                </c:pt>
                <c:pt idx="425">
                  <c:v>40807</c:v>
                </c:pt>
                <c:pt idx="426">
                  <c:v>40808</c:v>
                </c:pt>
                <c:pt idx="427">
                  <c:v>40809</c:v>
                </c:pt>
                <c:pt idx="428">
                  <c:v>40812</c:v>
                </c:pt>
                <c:pt idx="429">
                  <c:v>40813</c:v>
                </c:pt>
                <c:pt idx="430">
                  <c:v>40814</c:v>
                </c:pt>
                <c:pt idx="431">
                  <c:v>40815</c:v>
                </c:pt>
                <c:pt idx="432">
                  <c:v>40816</c:v>
                </c:pt>
                <c:pt idx="433">
                  <c:v>40819</c:v>
                </c:pt>
                <c:pt idx="434">
                  <c:v>40820</c:v>
                </c:pt>
                <c:pt idx="435">
                  <c:v>40821</c:v>
                </c:pt>
                <c:pt idx="436">
                  <c:v>40822</c:v>
                </c:pt>
                <c:pt idx="437">
                  <c:v>40823</c:v>
                </c:pt>
                <c:pt idx="438">
                  <c:v>40827</c:v>
                </c:pt>
                <c:pt idx="439">
                  <c:v>40828</c:v>
                </c:pt>
                <c:pt idx="440">
                  <c:v>40829</c:v>
                </c:pt>
                <c:pt idx="441">
                  <c:v>40830</c:v>
                </c:pt>
                <c:pt idx="442">
                  <c:v>40833</c:v>
                </c:pt>
                <c:pt idx="443">
                  <c:v>40834</c:v>
                </c:pt>
                <c:pt idx="444">
                  <c:v>40835</c:v>
                </c:pt>
                <c:pt idx="445">
                  <c:v>40836</c:v>
                </c:pt>
                <c:pt idx="446">
                  <c:v>40837</c:v>
                </c:pt>
                <c:pt idx="447">
                  <c:v>40840</c:v>
                </c:pt>
                <c:pt idx="448">
                  <c:v>40841</c:v>
                </c:pt>
                <c:pt idx="449">
                  <c:v>40842</c:v>
                </c:pt>
                <c:pt idx="450">
                  <c:v>40843</c:v>
                </c:pt>
                <c:pt idx="451">
                  <c:v>40844</c:v>
                </c:pt>
                <c:pt idx="452">
                  <c:v>40847</c:v>
                </c:pt>
                <c:pt idx="453">
                  <c:v>40848</c:v>
                </c:pt>
                <c:pt idx="454">
                  <c:v>40849</c:v>
                </c:pt>
                <c:pt idx="455">
                  <c:v>40850</c:v>
                </c:pt>
                <c:pt idx="456">
                  <c:v>40851</c:v>
                </c:pt>
                <c:pt idx="457">
                  <c:v>40854</c:v>
                </c:pt>
                <c:pt idx="458">
                  <c:v>40855</c:v>
                </c:pt>
                <c:pt idx="459">
                  <c:v>40856</c:v>
                </c:pt>
                <c:pt idx="460">
                  <c:v>40857</c:v>
                </c:pt>
                <c:pt idx="461">
                  <c:v>40861</c:v>
                </c:pt>
                <c:pt idx="462">
                  <c:v>40862</c:v>
                </c:pt>
                <c:pt idx="463">
                  <c:v>40863</c:v>
                </c:pt>
                <c:pt idx="464">
                  <c:v>40864</c:v>
                </c:pt>
                <c:pt idx="465">
                  <c:v>40865</c:v>
                </c:pt>
                <c:pt idx="466">
                  <c:v>40868</c:v>
                </c:pt>
                <c:pt idx="467">
                  <c:v>40869</c:v>
                </c:pt>
                <c:pt idx="468">
                  <c:v>40870</c:v>
                </c:pt>
                <c:pt idx="469">
                  <c:v>40872</c:v>
                </c:pt>
                <c:pt idx="470">
                  <c:v>40876</c:v>
                </c:pt>
                <c:pt idx="471">
                  <c:v>40877</c:v>
                </c:pt>
                <c:pt idx="472">
                  <c:v>40879</c:v>
                </c:pt>
                <c:pt idx="473">
                  <c:v>40883</c:v>
                </c:pt>
                <c:pt idx="474">
                  <c:v>40884</c:v>
                </c:pt>
                <c:pt idx="475">
                  <c:v>40885</c:v>
                </c:pt>
                <c:pt idx="476">
                  <c:v>40889</c:v>
                </c:pt>
                <c:pt idx="477">
                  <c:v>40890</c:v>
                </c:pt>
                <c:pt idx="478">
                  <c:v>40891</c:v>
                </c:pt>
                <c:pt idx="479">
                  <c:v>40892</c:v>
                </c:pt>
                <c:pt idx="480">
                  <c:v>40893</c:v>
                </c:pt>
                <c:pt idx="481">
                  <c:v>40896</c:v>
                </c:pt>
                <c:pt idx="482">
                  <c:v>40897</c:v>
                </c:pt>
                <c:pt idx="483">
                  <c:v>40898</c:v>
                </c:pt>
                <c:pt idx="484">
                  <c:v>40899</c:v>
                </c:pt>
                <c:pt idx="485">
                  <c:v>40900</c:v>
                </c:pt>
                <c:pt idx="486">
                  <c:v>40904</c:v>
                </c:pt>
                <c:pt idx="487">
                  <c:v>40905</c:v>
                </c:pt>
                <c:pt idx="488">
                  <c:v>40906</c:v>
                </c:pt>
                <c:pt idx="489">
                  <c:v>40907</c:v>
                </c:pt>
                <c:pt idx="490">
                  <c:v>40911</c:v>
                </c:pt>
                <c:pt idx="491">
                  <c:v>40912</c:v>
                </c:pt>
                <c:pt idx="492">
                  <c:v>40913</c:v>
                </c:pt>
                <c:pt idx="493">
                  <c:v>40914</c:v>
                </c:pt>
                <c:pt idx="494">
                  <c:v>40917</c:v>
                </c:pt>
                <c:pt idx="495">
                  <c:v>40918</c:v>
                </c:pt>
                <c:pt idx="496">
                  <c:v>40919</c:v>
                </c:pt>
                <c:pt idx="497">
                  <c:v>40920</c:v>
                </c:pt>
                <c:pt idx="498">
                  <c:v>40921</c:v>
                </c:pt>
                <c:pt idx="499">
                  <c:v>40925</c:v>
                </c:pt>
                <c:pt idx="500">
                  <c:v>40926</c:v>
                </c:pt>
                <c:pt idx="501">
                  <c:v>40927</c:v>
                </c:pt>
                <c:pt idx="502">
                  <c:v>40928</c:v>
                </c:pt>
                <c:pt idx="503">
                  <c:v>40931</c:v>
                </c:pt>
                <c:pt idx="504">
                  <c:v>40932</c:v>
                </c:pt>
                <c:pt idx="505">
                  <c:v>40933</c:v>
                </c:pt>
                <c:pt idx="506">
                  <c:v>40934</c:v>
                </c:pt>
                <c:pt idx="507">
                  <c:v>40935</c:v>
                </c:pt>
                <c:pt idx="508">
                  <c:v>40938</c:v>
                </c:pt>
                <c:pt idx="509">
                  <c:v>40939</c:v>
                </c:pt>
                <c:pt idx="510">
                  <c:v>40940</c:v>
                </c:pt>
                <c:pt idx="511">
                  <c:v>40941</c:v>
                </c:pt>
                <c:pt idx="512">
                  <c:v>40942</c:v>
                </c:pt>
                <c:pt idx="513">
                  <c:v>40945</c:v>
                </c:pt>
                <c:pt idx="514">
                  <c:v>40946</c:v>
                </c:pt>
                <c:pt idx="515">
                  <c:v>40947</c:v>
                </c:pt>
                <c:pt idx="516">
                  <c:v>40948</c:v>
                </c:pt>
                <c:pt idx="517">
                  <c:v>40949</c:v>
                </c:pt>
                <c:pt idx="518">
                  <c:v>40952</c:v>
                </c:pt>
                <c:pt idx="519">
                  <c:v>40953</c:v>
                </c:pt>
                <c:pt idx="520">
                  <c:v>40954</c:v>
                </c:pt>
                <c:pt idx="521">
                  <c:v>40955</c:v>
                </c:pt>
                <c:pt idx="522">
                  <c:v>40956</c:v>
                </c:pt>
                <c:pt idx="523">
                  <c:v>40960</c:v>
                </c:pt>
                <c:pt idx="524">
                  <c:v>40961</c:v>
                </c:pt>
                <c:pt idx="525">
                  <c:v>40962</c:v>
                </c:pt>
                <c:pt idx="526">
                  <c:v>40963</c:v>
                </c:pt>
                <c:pt idx="527">
                  <c:v>40966</c:v>
                </c:pt>
                <c:pt idx="528">
                  <c:v>40967</c:v>
                </c:pt>
                <c:pt idx="529">
                  <c:v>40968</c:v>
                </c:pt>
                <c:pt idx="530">
                  <c:v>40969</c:v>
                </c:pt>
                <c:pt idx="531">
                  <c:v>40970</c:v>
                </c:pt>
                <c:pt idx="532">
                  <c:v>40973</c:v>
                </c:pt>
                <c:pt idx="533">
                  <c:v>40974</c:v>
                </c:pt>
                <c:pt idx="534">
                  <c:v>40975</c:v>
                </c:pt>
                <c:pt idx="535">
                  <c:v>40976</c:v>
                </c:pt>
                <c:pt idx="536">
                  <c:v>40977</c:v>
                </c:pt>
                <c:pt idx="537">
                  <c:v>40980</c:v>
                </c:pt>
                <c:pt idx="538">
                  <c:v>40981</c:v>
                </c:pt>
                <c:pt idx="539">
                  <c:v>40982</c:v>
                </c:pt>
                <c:pt idx="540">
                  <c:v>40983</c:v>
                </c:pt>
                <c:pt idx="541">
                  <c:v>40984</c:v>
                </c:pt>
                <c:pt idx="542">
                  <c:v>40987</c:v>
                </c:pt>
                <c:pt idx="543">
                  <c:v>40988</c:v>
                </c:pt>
                <c:pt idx="544">
                  <c:v>40989</c:v>
                </c:pt>
                <c:pt idx="545">
                  <c:v>40990</c:v>
                </c:pt>
                <c:pt idx="546">
                  <c:v>40991</c:v>
                </c:pt>
                <c:pt idx="547">
                  <c:v>40994</c:v>
                </c:pt>
                <c:pt idx="548">
                  <c:v>40995</c:v>
                </c:pt>
                <c:pt idx="549">
                  <c:v>40996</c:v>
                </c:pt>
                <c:pt idx="550">
                  <c:v>40997</c:v>
                </c:pt>
                <c:pt idx="551">
                  <c:v>40998</c:v>
                </c:pt>
                <c:pt idx="552">
                  <c:v>41001</c:v>
                </c:pt>
                <c:pt idx="553">
                  <c:v>41002</c:v>
                </c:pt>
                <c:pt idx="554">
                  <c:v>41008</c:v>
                </c:pt>
                <c:pt idx="555">
                  <c:v>41009</c:v>
                </c:pt>
                <c:pt idx="556">
                  <c:v>41010</c:v>
                </c:pt>
                <c:pt idx="557">
                  <c:v>41011</c:v>
                </c:pt>
                <c:pt idx="558">
                  <c:v>41012</c:v>
                </c:pt>
                <c:pt idx="559">
                  <c:v>41015</c:v>
                </c:pt>
                <c:pt idx="560">
                  <c:v>41016</c:v>
                </c:pt>
                <c:pt idx="561">
                  <c:v>41017</c:v>
                </c:pt>
                <c:pt idx="562">
                  <c:v>41018</c:v>
                </c:pt>
                <c:pt idx="563">
                  <c:v>41019</c:v>
                </c:pt>
                <c:pt idx="564">
                  <c:v>41022</c:v>
                </c:pt>
                <c:pt idx="565">
                  <c:v>41023</c:v>
                </c:pt>
                <c:pt idx="566">
                  <c:v>41024</c:v>
                </c:pt>
                <c:pt idx="567">
                  <c:v>41025</c:v>
                </c:pt>
                <c:pt idx="568">
                  <c:v>41026</c:v>
                </c:pt>
                <c:pt idx="569">
                  <c:v>41029</c:v>
                </c:pt>
                <c:pt idx="570">
                  <c:v>41030</c:v>
                </c:pt>
                <c:pt idx="571">
                  <c:v>41031</c:v>
                </c:pt>
                <c:pt idx="572">
                  <c:v>41032</c:v>
                </c:pt>
                <c:pt idx="573">
                  <c:v>41033</c:v>
                </c:pt>
                <c:pt idx="574">
                  <c:v>41036</c:v>
                </c:pt>
                <c:pt idx="575">
                  <c:v>41037</c:v>
                </c:pt>
                <c:pt idx="576">
                  <c:v>41038</c:v>
                </c:pt>
                <c:pt idx="577">
                  <c:v>41039</c:v>
                </c:pt>
                <c:pt idx="578">
                  <c:v>41040</c:v>
                </c:pt>
                <c:pt idx="579">
                  <c:v>41043</c:v>
                </c:pt>
                <c:pt idx="580">
                  <c:v>41044</c:v>
                </c:pt>
                <c:pt idx="581">
                  <c:v>41045</c:v>
                </c:pt>
                <c:pt idx="582">
                  <c:v>41046</c:v>
                </c:pt>
                <c:pt idx="583">
                  <c:v>41047</c:v>
                </c:pt>
                <c:pt idx="584">
                  <c:v>41050</c:v>
                </c:pt>
                <c:pt idx="585">
                  <c:v>41051</c:v>
                </c:pt>
                <c:pt idx="586">
                  <c:v>41052</c:v>
                </c:pt>
                <c:pt idx="587">
                  <c:v>41053</c:v>
                </c:pt>
                <c:pt idx="588">
                  <c:v>41054</c:v>
                </c:pt>
                <c:pt idx="589">
                  <c:v>41058</c:v>
                </c:pt>
                <c:pt idx="590">
                  <c:v>41059</c:v>
                </c:pt>
                <c:pt idx="591">
                  <c:v>41060</c:v>
                </c:pt>
                <c:pt idx="592">
                  <c:v>41061</c:v>
                </c:pt>
                <c:pt idx="593">
                  <c:v>41064</c:v>
                </c:pt>
                <c:pt idx="594">
                  <c:v>41065</c:v>
                </c:pt>
                <c:pt idx="595">
                  <c:v>41066</c:v>
                </c:pt>
                <c:pt idx="596">
                  <c:v>41067</c:v>
                </c:pt>
                <c:pt idx="597">
                  <c:v>41068</c:v>
                </c:pt>
                <c:pt idx="598">
                  <c:v>41071</c:v>
                </c:pt>
                <c:pt idx="599">
                  <c:v>41072</c:v>
                </c:pt>
                <c:pt idx="600">
                  <c:v>41073</c:v>
                </c:pt>
                <c:pt idx="601">
                  <c:v>41074</c:v>
                </c:pt>
                <c:pt idx="602">
                  <c:v>41075</c:v>
                </c:pt>
                <c:pt idx="603">
                  <c:v>41078</c:v>
                </c:pt>
                <c:pt idx="604">
                  <c:v>41079</c:v>
                </c:pt>
                <c:pt idx="605">
                  <c:v>41080</c:v>
                </c:pt>
                <c:pt idx="606">
                  <c:v>41081</c:v>
                </c:pt>
                <c:pt idx="607">
                  <c:v>41082</c:v>
                </c:pt>
                <c:pt idx="608">
                  <c:v>41085</c:v>
                </c:pt>
                <c:pt idx="609">
                  <c:v>41086</c:v>
                </c:pt>
                <c:pt idx="610">
                  <c:v>41087</c:v>
                </c:pt>
                <c:pt idx="611">
                  <c:v>41088</c:v>
                </c:pt>
                <c:pt idx="612">
                  <c:v>41089</c:v>
                </c:pt>
                <c:pt idx="613">
                  <c:v>41092</c:v>
                </c:pt>
                <c:pt idx="614">
                  <c:v>41093</c:v>
                </c:pt>
                <c:pt idx="615">
                  <c:v>41095</c:v>
                </c:pt>
                <c:pt idx="616">
                  <c:v>41096</c:v>
                </c:pt>
                <c:pt idx="617">
                  <c:v>41099</c:v>
                </c:pt>
                <c:pt idx="618">
                  <c:v>41100</c:v>
                </c:pt>
                <c:pt idx="619">
                  <c:v>41101</c:v>
                </c:pt>
                <c:pt idx="620">
                  <c:v>41102</c:v>
                </c:pt>
                <c:pt idx="621">
                  <c:v>41103</c:v>
                </c:pt>
                <c:pt idx="622">
                  <c:v>41106</c:v>
                </c:pt>
                <c:pt idx="623">
                  <c:v>41107</c:v>
                </c:pt>
                <c:pt idx="624">
                  <c:v>41108</c:v>
                </c:pt>
                <c:pt idx="625">
                  <c:v>41109</c:v>
                </c:pt>
                <c:pt idx="626">
                  <c:v>41110</c:v>
                </c:pt>
                <c:pt idx="627">
                  <c:v>41113</c:v>
                </c:pt>
                <c:pt idx="628">
                  <c:v>41114</c:v>
                </c:pt>
                <c:pt idx="629">
                  <c:v>41115</c:v>
                </c:pt>
                <c:pt idx="630">
                  <c:v>41116</c:v>
                </c:pt>
                <c:pt idx="631">
                  <c:v>41117</c:v>
                </c:pt>
                <c:pt idx="632">
                  <c:v>41120</c:v>
                </c:pt>
                <c:pt idx="633">
                  <c:v>41121</c:v>
                </c:pt>
                <c:pt idx="634">
                  <c:v>41122</c:v>
                </c:pt>
                <c:pt idx="635">
                  <c:v>41123</c:v>
                </c:pt>
                <c:pt idx="636">
                  <c:v>41124</c:v>
                </c:pt>
                <c:pt idx="637">
                  <c:v>41127</c:v>
                </c:pt>
                <c:pt idx="638">
                  <c:v>41128</c:v>
                </c:pt>
                <c:pt idx="639">
                  <c:v>41129</c:v>
                </c:pt>
                <c:pt idx="640">
                  <c:v>41130</c:v>
                </c:pt>
                <c:pt idx="641">
                  <c:v>41131</c:v>
                </c:pt>
                <c:pt idx="642">
                  <c:v>41134</c:v>
                </c:pt>
                <c:pt idx="643">
                  <c:v>41135</c:v>
                </c:pt>
                <c:pt idx="644">
                  <c:v>41136</c:v>
                </c:pt>
                <c:pt idx="645">
                  <c:v>41137</c:v>
                </c:pt>
                <c:pt idx="646">
                  <c:v>41138</c:v>
                </c:pt>
                <c:pt idx="647">
                  <c:v>41141</c:v>
                </c:pt>
                <c:pt idx="648">
                  <c:v>41142</c:v>
                </c:pt>
                <c:pt idx="649">
                  <c:v>41143</c:v>
                </c:pt>
                <c:pt idx="650">
                  <c:v>41144</c:v>
                </c:pt>
                <c:pt idx="651">
                  <c:v>41145</c:v>
                </c:pt>
                <c:pt idx="652">
                  <c:v>41148</c:v>
                </c:pt>
                <c:pt idx="653">
                  <c:v>41149</c:v>
                </c:pt>
                <c:pt idx="654">
                  <c:v>41150</c:v>
                </c:pt>
                <c:pt idx="655">
                  <c:v>41151</c:v>
                </c:pt>
                <c:pt idx="656">
                  <c:v>41152</c:v>
                </c:pt>
                <c:pt idx="657">
                  <c:v>41156</c:v>
                </c:pt>
                <c:pt idx="658">
                  <c:v>41157</c:v>
                </c:pt>
                <c:pt idx="659">
                  <c:v>41158</c:v>
                </c:pt>
                <c:pt idx="660">
                  <c:v>41159</c:v>
                </c:pt>
                <c:pt idx="661">
                  <c:v>41162</c:v>
                </c:pt>
                <c:pt idx="662">
                  <c:v>41163</c:v>
                </c:pt>
                <c:pt idx="663">
                  <c:v>41164</c:v>
                </c:pt>
                <c:pt idx="664">
                  <c:v>41165</c:v>
                </c:pt>
                <c:pt idx="665">
                  <c:v>41166</c:v>
                </c:pt>
                <c:pt idx="666">
                  <c:v>41169</c:v>
                </c:pt>
                <c:pt idx="667">
                  <c:v>41170</c:v>
                </c:pt>
                <c:pt idx="668">
                  <c:v>41171</c:v>
                </c:pt>
                <c:pt idx="669">
                  <c:v>41172</c:v>
                </c:pt>
                <c:pt idx="670">
                  <c:v>41173</c:v>
                </c:pt>
                <c:pt idx="671">
                  <c:v>41176</c:v>
                </c:pt>
                <c:pt idx="672">
                  <c:v>41177</c:v>
                </c:pt>
                <c:pt idx="673">
                  <c:v>41178</c:v>
                </c:pt>
                <c:pt idx="674">
                  <c:v>41179</c:v>
                </c:pt>
                <c:pt idx="675">
                  <c:v>41180</c:v>
                </c:pt>
                <c:pt idx="676">
                  <c:v>41183</c:v>
                </c:pt>
                <c:pt idx="677">
                  <c:v>41184</c:v>
                </c:pt>
                <c:pt idx="678">
                  <c:v>41185</c:v>
                </c:pt>
                <c:pt idx="679">
                  <c:v>41186</c:v>
                </c:pt>
                <c:pt idx="680">
                  <c:v>41187</c:v>
                </c:pt>
                <c:pt idx="681">
                  <c:v>41191</c:v>
                </c:pt>
                <c:pt idx="682">
                  <c:v>41192</c:v>
                </c:pt>
                <c:pt idx="683">
                  <c:v>41193</c:v>
                </c:pt>
                <c:pt idx="684">
                  <c:v>41194</c:v>
                </c:pt>
                <c:pt idx="685">
                  <c:v>41197</c:v>
                </c:pt>
                <c:pt idx="686">
                  <c:v>41198</c:v>
                </c:pt>
                <c:pt idx="687">
                  <c:v>41199</c:v>
                </c:pt>
                <c:pt idx="688">
                  <c:v>41200</c:v>
                </c:pt>
                <c:pt idx="689">
                  <c:v>41201</c:v>
                </c:pt>
                <c:pt idx="690">
                  <c:v>41204</c:v>
                </c:pt>
                <c:pt idx="691">
                  <c:v>41205</c:v>
                </c:pt>
                <c:pt idx="692">
                  <c:v>41206</c:v>
                </c:pt>
                <c:pt idx="693">
                  <c:v>41207</c:v>
                </c:pt>
                <c:pt idx="694">
                  <c:v>41213</c:v>
                </c:pt>
                <c:pt idx="695">
                  <c:v>41214</c:v>
                </c:pt>
                <c:pt idx="696">
                  <c:v>41215</c:v>
                </c:pt>
                <c:pt idx="697">
                  <c:v>41218</c:v>
                </c:pt>
                <c:pt idx="698">
                  <c:v>41219</c:v>
                </c:pt>
                <c:pt idx="699">
                  <c:v>41220</c:v>
                </c:pt>
                <c:pt idx="700">
                  <c:v>41221</c:v>
                </c:pt>
                <c:pt idx="701">
                  <c:v>41222</c:v>
                </c:pt>
                <c:pt idx="702">
                  <c:v>41226</c:v>
                </c:pt>
                <c:pt idx="703">
                  <c:v>41227</c:v>
                </c:pt>
                <c:pt idx="704">
                  <c:v>41228</c:v>
                </c:pt>
                <c:pt idx="705">
                  <c:v>41229</c:v>
                </c:pt>
                <c:pt idx="706">
                  <c:v>41232</c:v>
                </c:pt>
                <c:pt idx="707">
                  <c:v>41233</c:v>
                </c:pt>
                <c:pt idx="708">
                  <c:v>41234</c:v>
                </c:pt>
                <c:pt idx="709">
                  <c:v>41236</c:v>
                </c:pt>
                <c:pt idx="710">
                  <c:v>41239</c:v>
                </c:pt>
                <c:pt idx="711">
                  <c:v>41240</c:v>
                </c:pt>
                <c:pt idx="712">
                  <c:v>41241</c:v>
                </c:pt>
                <c:pt idx="713">
                  <c:v>41242</c:v>
                </c:pt>
                <c:pt idx="714">
                  <c:v>41243</c:v>
                </c:pt>
                <c:pt idx="715">
                  <c:v>41246</c:v>
                </c:pt>
                <c:pt idx="716">
                  <c:v>41247</c:v>
                </c:pt>
                <c:pt idx="717">
                  <c:v>41248</c:v>
                </c:pt>
                <c:pt idx="718">
                  <c:v>41249</c:v>
                </c:pt>
                <c:pt idx="719">
                  <c:v>41250</c:v>
                </c:pt>
                <c:pt idx="720">
                  <c:v>41253</c:v>
                </c:pt>
                <c:pt idx="721">
                  <c:v>41254</c:v>
                </c:pt>
                <c:pt idx="722">
                  <c:v>41255</c:v>
                </c:pt>
                <c:pt idx="723">
                  <c:v>41256</c:v>
                </c:pt>
                <c:pt idx="724">
                  <c:v>41257</c:v>
                </c:pt>
                <c:pt idx="725">
                  <c:v>41260</c:v>
                </c:pt>
                <c:pt idx="726">
                  <c:v>41261</c:v>
                </c:pt>
                <c:pt idx="727">
                  <c:v>41262</c:v>
                </c:pt>
                <c:pt idx="728">
                  <c:v>41263</c:v>
                </c:pt>
                <c:pt idx="729">
                  <c:v>41264</c:v>
                </c:pt>
                <c:pt idx="730">
                  <c:v>41267</c:v>
                </c:pt>
                <c:pt idx="731">
                  <c:v>41269</c:v>
                </c:pt>
                <c:pt idx="732">
                  <c:v>41270</c:v>
                </c:pt>
                <c:pt idx="733">
                  <c:v>41271</c:v>
                </c:pt>
                <c:pt idx="734">
                  <c:v>41274</c:v>
                </c:pt>
                <c:pt idx="735">
                  <c:v>41276</c:v>
                </c:pt>
                <c:pt idx="736">
                  <c:v>41277</c:v>
                </c:pt>
                <c:pt idx="737">
                  <c:v>41278</c:v>
                </c:pt>
                <c:pt idx="738">
                  <c:v>41281</c:v>
                </c:pt>
                <c:pt idx="739">
                  <c:v>41282</c:v>
                </c:pt>
                <c:pt idx="740">
                  <c:v>41283</c:v>
                </c:pt>
                <c:pt idx="741">
                  <c:v>41284</c:v>
                </c:pt>
                <c:pt idx="742">
                  <c:v>41285</c:v>
                </c:pt>
                <c:pt idx="743">
                  <c:v>41288</c:v>
                </c:pt>
                <c:pt idx="744">
                  <c:v>41289</c:v>
                </c:pt>
                <c:pt idx="745">
                  <c:v>41290</c:v>
                </c:pt>
                <c:pt idx="746">
                  <c:v>41291</c:v>
                </c:pt>
                <c:pt idx="747">
                  <c:v>41292</c:v>
                </c:pt>
                <c:pt idx="748">
                  <c:v>41296</c:v>
                </c:pt>
                <c:pt idx="749">
                  <c:v>41297</c:v>
                </c:pt>
                <c:pt idx="750">
                  <c:v>41298</c:v>
                </c:pt>
                <c:pt idx="751">
                  <c:v>41299</c:v>
                </c:pt>
                <c:pt idx="752">
                  <c:v>41302</c:v>
                </c:pt>
                <c:pt idx="753">
                  <c:v>41303</c:v>
                </c:pt>
                <c:pt idx="754">
                  <c:v>41304</c:v>
                </c:pt>
                <c:pt idx="755">
                  <c:v>41305</c:v>
                </c:pt>
                <c:pt idx="756">
                  <c:v>41306</c:v>
                </c:pt>
                <c:pt idx="757">
                  <c:v>41309</c:v>
                </c:pt>
                <c:pt idx="758">
                  <c:v>41310</c:v>
                </c:pt>
                <c:pt idx="759">
                  <c:v>41311</c:v>
                </c:pt>
                <c:pt idx="760">
                  <c:v>41312</c:v>
                </c:pt>
                <c:pt idx="761">
                  <c:v>41313</c:v>
                </c:pt>
                <c:pt idx="762">
                  <c:v>41316</c:v>
                </c:pt>
                <c:pt idx="763">
                  <c:v>41317</c:v>
                </c:pt>
                <c:pt idx="764">
                  <c:v>41318</c:v>
                </c:pt>
                <c:pt idx="765">
                  <c:v>41319</c:v>
                </c:pt>
                <c:pt idx="766">
                  <c:v>41320</c:v>
                </c:pt>
                <c:pt idx="767">
                  <c:v>41324</c:v>
                </c:pt>
                <c:pt idx="768">
                  <c:v>41325</c:v>
                </c:pt>
                <c:pt idx="769">
                  <c:v>41326</c:v>
                </c:pt>
                <c:pt idx="770">
                  <c:v>41327</c:v>
                </c:pt>
                <c:pt idx="771">
                  <c:v>41330</c:v>
                </c:pt>
                <c:pt idx="772">
                  <c:v>41331</c:v>
                </c:pt>
                <c:pt idx="773">
                  <c:v>41332</c:v>
                </c:pt>
                <c:pt idx="774">
                  <c:v>41333</c:v>
                </c:pt>
                <c:pt idx="775">
                  <c:v>41334</c:v>
                </c:pt>
                <c:pt idx="776">
                  <c:v>41337</c:v>
                </c:pt>
                <c:pt idx="777">
                  <c:v>41338</c:v>
                </c:pt>
                <c:pt idx="778">
                  <c:v>41339</c:v>
                </c:pt>
                <c:pt idx="779">
                  <c:v>41340</c:v>
                </c:pt>
                <c:pt idx="780">
                  <c:v>41341</c:v>
                </c:pt>
                <c:pt idx="781">
                  <c:v>41344</c:v>
                </c:pt>
                <c:pt idx="782">
                  <c:v>41345</c:v>
                </c:pt>
                <c:pt idx="783">
                  <c:v>41346</c:v>
                </c:pt>
                <c:pt idx="784">
                  <c:v>41347</c:v>
                </c:pt>
                <c:pt idx="785">
                  <c:v>41348</c:v>
                </c:pt>
                <c:pt idx="786">
                  <c:v>41351</c:v>
                </c:pt>
                <c:pt idx="787">
                  <c:v>41352</c:v>
                </c:pt>
                <c:pt idx="788">
                  <c:v>41353</c:v>
                </c:pt>
                <c:pt idx="789">
                  <c:v>41354</c:v>
                </c:pt>
                <c:pt idx="790">
                  <c:v>41355</c:v>
                </c:pt>
                <c:pt idx="791">
                  <c:v>41358</c:v>
                </c:pt>
                <c:pt idx="792">
                  <c:v>41359</c:v>
                </c:pt>
                <c:pt idx="793">
                  <c:v>41365</c:v>
                </c:pt>
                <c:pt idx="794">
                  <c:v>41366</c:v>
                </c:pt>
                <c:pt idx="795">
                  <c:v>41367</c:v>
                </c:pt>
                <c:pt idx="796">
                  <c:v>41368</c:v>
                </c:pt>
                <c:pt idx="797">
                  <c:v>41369</c:v>
                </c:pt>
                <c:pt idx="798">
                  <c:v>41372</c:v>
                </c:pt>
                <c:pt idx="799">
                  <c:v>41373</c:v>
                </c:pt>
                <c:pt idx="800">
                  <c:v>41374</c:v>
                </c:pt>
                <c:pt idx="801">
                  <c:v>41375</c:v>
                </c:pt>
                <c:pt idx="802">
                  <c:v>41376</c:v>
                </c:pt>
                <c:pt idx="803">
                  <c:v>41379</c:v>
                </c:pt>
                <c:pt idx="804">
                  <c:v>41380</c:v>
                </c:pt>
                <c:pt idx="805">
                  <c:v>41381</c:v>
                </c:pt>
                <c:pt idx="806">
                  <c:v>41382</c:v>
                </c:pt>
                <c:pt idx="807">
                  <c:v>41383</c:v>
                </c:pt>
                <c:pt idx="808">
                  <c:v>41386</c:v>
                </c:pt>
                <c:pt idx="809">
                  <c:v>41387</c:v>
                </c:pt>
                <c:pt idx="810">
                  <c:v>41388</c:v>
                </c:pt>
                <c:pt idx="811">
                  <c:v>41389</c:v>
                </c:pt>
                <c:pt idx="812">
                  <c:v>41390</c:v>
                </c:pt>
                <c:pt idx="813">
                  <c:v>41393</c:v>
                </c:pt>
                <c:pt idx="814">
                  <c:v>41394</c:v>
                </c:pt>
                <c:pt idx="815">
                  <c:v>41395</c:v>
                </c:pt>
                <c:pt idx="816">
                  <c:v>41396</c:v>
                </c:pt>
                <c:pt idx="817">
                  <c:v>41397</c:v>
                </c:pt>
                <c:pt idx="818">
                  <c:v>41400</c:v>
                </c:pt>
                <c:pt idx="819">
                  <c:v>41401</c:v>
                </c:pt>
                <c:pt idx="820">
                  <c:v>41402</c:v>
                </c:pt>
                <c:pt idx="821">
                  <c:v>41403</c:v>
                </c:pt>
                <c:pt idx="822">
                  <c:v>41404</c:v>
                </c:pt>
                <c:pt idx="823">
                  <c:v>41407</c:v>
                </c:pt>
                <c:pt idx="824">
                  <c:v>41408</c:v>
                </c:pt>
                <c:pt idx="825">
                  <c:v>41409</c:v>
                </c:pt>
                <c:pt idx="826">
                  <c:v>41410</c:v>
                </c:pt>
                <c:pt idx="827">
                  <c:v>41411</c:v>
                </c:pt>
                <c:pt idx="828">
                  <c:v>41414</c:v>
                </c:pt>
                <c:pt idx="829">
                  <c:v>41415</c:v>
                </c:pt>
                <c:pt idx="830">
                  <c:v>41416</c:v>
                </c:pt>
                <c:pt idx="831">
                  <c:v>41417</c:v>
                </c:pt>
                <c:pt idx="832">
                  <c:v>41418</c:v>
                </c:pt>
                <c:pt idx="833">
                  <c:v>41422</c:v>
                </c:pt>
                <c:pt idx="834">
                  <c:v>41423</c:v>
                </c:pt>
                <c:pt idx="835">
                  <c:v>41424</c:v>
                </c:pt>
                <c:pt idx="836">
                  <c:v>41425</c:v>
                </c:pt>
                <c:pt idx="837">
                  <c:v>41428</c:v>
                </c:pt>
                <c:pt idx="838">
                  <c:v>41429</c:v>
                </c:pt>
                <c:pt idx="839">
                  <c:v>41430</c:v>
                </c:pt>
                <c:pt idx="840">
                  <c:v>41431</c:v>
                </c:pt>
                <c:pt idx="841">
                  <c:v>41432</c:v>
                </c:pt>
                <c:pt idx="842">
                  <c:v>41435</c:v>
                </c:pt>
                <c:pt idx="843">
                  <c:v>41436</c:v>
                </c:pt>
                <c:pt idx="844">
                  <c:v>41437</c:v>
                </c:pt>
                <c:pt idx="845">
                  <c:v>41438</c:v>
                </c:pt>
                <c:pt idx="846">
                  <c:v>41439</c:v>
                </c:pt>
                <c:pt idx="847">
                  <c:v>41442</c:v>
                </c:pt>
                <c:pt idx="848">
                  <c:v>41443</c:v>
                </c:pt>
                <c:pt idx="849">
                  <c:v>41444</c:v>
                </c:pt>
                <c:pt idx="850">
                  <c:v>41445</c:v>
                </c:pt>
                <c:pt idx="851">
                  <c:v>41446</c:v>
                </c:pt>
                <c:pt idx="852">
                  <c:v>41449</c:v>
                </c:pt>
                <c:pt idx="853">
                  <c:v>41450</c:v>
                </c:pt>
                <c:pt idx="854">
                  <c:v>41451</c:v>
                </c:pt>
                <c:pt idx="855">
                  <c:v>41452</c:v>
                </c:pt>
                <c:pt idx="856">
                  <c:v>41453</c:v>
                </c:pt>
                <c:pt idx="857">
                  <c:v>41456</c:v>
                </c:pt>
                <c:pt idx="858">
                  <c:v>41457</c:v>
                </c:pt>
                <c:pt idx="859">
                  <c:v>41458</c:v>
                </c:pt>
                <c:pt idx="860">
                  <c:v>41460</c:v>
                </c:pt>
                <c:pt idx="861">
                  <c:v>41463</c:v>
                </c:pt>
                <c:pt idx="862">
                  <c:v>41464</c:v>
                </c:pt>
                <c:pt idx="863">
                  <c:v>41465</c:v>
                </c:pt>
                <c:pt idx="864">
                  <c:v>41466</c:v>
                </c:pt>
                <c:pt idx="865">
                  <c:v>41467</c:v>
                </c:pt>
                <c:pt idx="866">
                  <c:v>41470</c:v>
                </c:pt>
                <c:pt idx="867">
                  <c:v>41471</c:v>
                </c:pt>
                <c:pt idx="868">
                  <c:v>41472</c:v>
                </c:pt>
                <c:pt idx="869">
                  <c:v>41473</c:v>
                </c:pt>
                <c:pt idx="870">
                  <c:v>41474</c:v>
                </c:pt>
                <c:pt idx="871">
                  <c:v>41477</c:v>
                </c:pt>
                <c:pt idx="872">
                  <c:v>41478</c:v>
                </c:pt>
                <c:pt idx="873">
                  <c:v>41479</c:v>
                </c:pt>
                <c:pt idx="874">
                  <c:v>41480</c:v>
                </c:pt>
                <c:pt idx="875">
                  <c:v>41481</c:v>
                </c:pt>
                <c:pt idx="876">
                  <c:v>41484</c:v>
                </c:pt>
                <c:pt idx="877">
                  <c:v>41485</c:v>
                </c:pt>
                <c:pt idx="878">
                  <c:v>41486</c:v>
                </c:pt>
                <c:pt idx="879">
                  <c:v>41487</c:v>
                </c:pt>
                <c:pt idx="880">
                  <c:v>41488</c:v>
                </c:pt>
                <c:pt idx="881">
                  <c:v>41491</c:v>
                </c:pt>
                <c:pt idx="882">
                  <c:v>41492</c:v>
                </c:pt>
                <c:pt idx="883">
                  <c:v>41493</c:v>
                </c:pt>
                <c:pt idx="884">
                  <c:v>41494</c:v>
                </c:pt>
                <c:pt idx="885">
                  <c:v>41495</c:v>
                </c:pt>
                <c:pt idx="886">
                  <c:v>41498</c:v>
                </c:pt>
                <c:pt idx="887">
                  <c:v>41499</c:v>
                </c:pt>
                <c:pt idx="888">
                  <c:v>41500</c:v>
                </c:pt>
                <c:pt idx="889">
                  <c:v>41501</c:v>
                </c:pt>
                <c:pt idx="890">
                  <c:v>41502</c:v>
                </c:pt>
                <c:pt idx="891">
                  <c:v>41505</c:v>
                </c:pt>
                <c:pt idx="892">
                  <c:v>41506</c:v>
                </c:pt>
                <c:pt idx="893">
                  <c:v>41507</c:v>
                </c:pt>
                <c:pt idx="894">
                  <c:v>41508</c:v>
                </c:pt>
                <c:pt idx="895">
                  <c:v>41509</c:v>
                </c:pt>
                <c:pt idx="896">
                  <c:v>41512</c:v>
                </c:pt>
                <c:pt idx="897">
                  <c:v>41513</c:v>
                </c:pt>
                <c:pt idx="898">
                  <c:v>41514</c:v>
                </c:pt>
                <c:pt idx="899">
                  <c:v>41515</c:v>
                </c:pt>
                <c:pt idx="900">
                  <c:v>41516</c:v>
                </c:pt>
                <c:pt idx="901">
                  <c:v>41520</c:v>
                </c:pt>
                <c:pt idx="902">
                  <c:v>41521</c:v>
                </c:pt>
                <c:pt idx="903">
                  <c:v>41522</c:v>
                </c:pt>
                <c:pt idx="904">
                  <c:v>41523</c:v>
                </c:pt>
                <c:pt idx="905">
                  <c:v>41526</c:v>
                </c:pt>
                <c:pt idx="906">
                  <c:v>41527</c:v>
                </c:pt>
                <c:pt idx="907">
                  <c:v>41528</c:v>
                </c:pt>
                <c:pt idx="908">
                  <c:v>41529</c:v>
                </c:pt>
                <c:pt idx="909">
                  <c:v>41530</c:v>
                </c:pt>
                <c:pt idx="910">
                  <c:v>41533</c:v>
                </c:pt>
                <c:pt idx="911">
                  <c:v>41534</c:v>
                </c:pt>
                <c:pt idx="912">
                  <c:v>41535</c:v>
                </c:pt>
                <c:pt idx="913">
                  <c:v>41536</c:v>
                </c:pt>
                <c:pt idx="914">
                  <c:v>41537</c:v>
                </c:pt>
                <c:pt idx="915">
                  <c:v>41540</c:v>
                </c:pt>
                <c:pt idx="916">
                  <c:v>41541</c:v>
                </c:pt>
                <c:pt idx="917">
                  <c:v>41542</c:v>
                </c:pt>
                <c:pt idx="918">
                  <c:v>41543</c:v>
                </c:pt>
                <c:pt idx="919">
                  <c:v>41544</c:v>
                </c:pt>
                <c:pt idx="920">
                  <c:v>41547</c:v>
                </c:pt>
                <c:pt idx="921">
                  <c:v>41548</c:v>
                </c:pt>
                <c:pt idx="922">
                  <c:v>41549</c:v>
                </c:pt>
                <c:pt idx="923">
                  <c:v>41550</c:v>
                </c:pt>
                <c:pt idx="924">
                  <c:v>41551</c:v>
                </c:pt>
                <c:pt idx="925">
                  <c:v>41554</c:v>
                </c:pt>
                <c:pt idx="926">
                  <c:v>41555</c:v>
                </c:pt>
                <c:pt idx="927">
                  <c:v>41556</c:v>
                </c:pt>
                <c:pt idx="928">
                  <c:v>41557</c:v>
                </c:pt>
                <c:pt idx="929">
                  <c:v>41558</c:v>
                </c:pt>
                <c:pt idx="930">
                  <c:v>41562</c:v>
                </c:pt>
                <c:pt idx="931">
                  <c:v>41563</c:v>
                </c:pt>
                <c:pt idx="932">
                  <c:v>41564</c:v>
                </c:pt>
                <c:pt idx="933">
                  <c:v>41565</c:v>
                </c:pt>
                <c:pt idx="934">
                  <c:v>41568</c:v>
                </c:pt>
                <c:pt idx="935">
                  <c:v>41569</c:v>
                </c:pt>
                <c:pt idx="936">
                  <c:v>41570</c:v>
                </c:pt>
                <c:pt idx="937">
                  <c:v>41571</c:v>
                </c:pt>
                <c:pt idx="938">
                  <c:v>41572</c:v>
                </c:pt>
                <c:pt idx="939">
                  <c:v>41575</c:v>
                </c:pt>
                <c:pt idx="940">
                  <c:v>41576</c:v>
                </c:pt>
                <c:pt idx="941">
                  <c:v>41577</c:v>
                </c:pt>
                <c:pt idx="942">
                  <c:v>41578</c:v>
                </c:pt>
                <c:pt idx="943">
                  <c:v>41579</c:v>
                </c:pt>
                <c:pt idx="944">
                  <c:v>41582</c:v>
                </c:pt>
                <c:pt idx="945">
                  <c:v>41583</c:v>
                </c:pt>
                <c:pt idx="946">
                  <c:v>41584</c:v>
                </c:pt>
                <c:pt idx="947">
                  <c:v>41585</c:v>
                </c:pt>
                <c:pt idx="948">
                  <c:v>41586</c:v>
                </c:pt>
                <c:pt idx="949">
                  <c:v>41590</c:v>
                </c:pt>
                <c:pt idx="950">
                  <c:v>41591</c:v>
                </c:pt>
                <c:pt idx="951">
                  <c:v>41592</c:v>
                </c:pt>
                <c:pt idx="952">
                  <c:v>41593</c:v>
                </c:pt>
                <c:pt idx="953">
                  <c:v>41596</c:v>
                </c:pt>
                <c:pt idx="954">
                  <c:v>41597</c:v>
                </c:pt>
                <c:pt idx="955">
                  <c:v>41598</c:v>
                </c:pt>
                <c:pt idx="956">
                  <c:v>41599</c:v>
                </c:pt>
                <c:pt idx="957">
                  <c:v>41600</c:v>
                </c:pt>
                <c:pt idx="958">
                  <c:v>41603</c:v>
                </c:pt>
                <c:pt idx="959">
                  <c:v>41604</c:v>
                </c:pt>
                <c:pt idx="960">
                  <c:v>41605</c:v>
                </c:pt>
                <c:pt idx="961">
                  <c:v>41607</c:v>
                </c:pt>
                <c:pt idx="962">
                  <c:v>41610</c:v>
                </c:pt>
                <c:pt idx="963">
                  <c:v>41611</c:v>
                </c:pt>
                <c:pt idx="964">
                  <c:v>41612</c:v>
                </c:pt>
                <c:pt idx="965">
                  <c:v>41613</c:v>
                </c:pt>
                <c:pt idx="966">
                  <c:v>41614</c:v>
                </c:pt>
                <c:pt idx="967">
                  <c:v>41617</c:v>
                </c:pt>
                <c:pt idx="968">
                  <c:v>41618</c:v>
                </c:pt>
                <c:pt idx="969">
                  <c:v>41619</c:v>
                </c:pt>
                <c:pt idx="970">
                  <c:v>41620</c:v>
                </c:pt>
                <c:pt idx="971">
                  <c:v>41621</c:v>
                </c:pt>
                <c:pt idx="972">
                  <c:v>41624</c:v>
                </c:pt>
                <c:pt idx="973">
                  <c:v>41625</c:v>
                </c:pt>
                <c:pt idx="974">
                  <c:v>41626</c:v>
                </c:pt>
                <c:pt idx="975">
                  <c:v>41627</c:v>
                </c:pt>
                <c:pt idx="976">
                  <c:v>41628</c:v>
                </c:pt>
                <c:pt idx="977">
                  <c:v>41631</c:v>
                </c:pt>
                <c:pt idx="978">
                  <c:v>41632</c:v>
                </c:pt>
                <c:pt idx="979">
                  <c:v>41634</c:v>
                </c:pt>
                <c:pt idx="980">
                  <c:v>41635</c:v>
                </c:pt>
                <c:pt idx="981">
                  <c:v>41638</c:v>
                </c:pt>
                <c:pt idx="982">
                  <c:v>41639</c:v>
                </c:pt>
                <c:pt idx="983">
                  <c:v>41641</c:v>
                </c:pt>
                <c:pt idx="984">
                  <c:v>41642</c:v>
                </c:pt>
                <c:pt idx="985">
                  <c:v>41645</c:v>
                </c:pt>
                <c:pt idx="986">
                  <c:v>41646</c:v>
                </c:pt>
                <c:pt idx="987">
                  <c:v>41647</c:v>
                </c:pt>
                <c:pt idx="988">
                  <c:v>41648</c:v>
                </c:pt>
                <c:pt idx="989">
                  <c:v>41649</c:v>
                </c:pt>
                <c:pt idx="990">
                  <c:v>41652</c:v>
                </c:pt>
                <c:pt idx="991">
                  <c:v>41653</c:v>
                </c:pt>
                <c:pt idx="992">
                  <c:v>41654</c:v>
                </c:pt>
                <c:pt idx="993">
                  <c:v>41655</c:v>
                </c:pt>
                <c:pt idx="994">
                  <c:v>41656</c:v>
                </c:pt>
                <c:pt idx="995">
                  <c:v>41660</c:v>
                </c:pt>
                <c:pt idx="996">
                  <c:v>41661</c:v>
                </c:pt>
                <c:pt idx="997">
                  <c:v>41662</c:v>
                </c:pt>
                <c:pt idx="998">
                  <c:v>41663</c:v>
                </c:pt>
                <c:pt idx="999">
                  <c:v>41666</c:v>
                </c:pt>
                <c:pt idx="1000">
                  <c:v>41667</c:v>
                </c:pt>
                <c:pt idx="1001">
                  <c:v>41668</c:v>
                </c:pt>
                <c:pt idx="1002">
                  <c:v>41669</c:v>
                </c:pt>
                <c:pt idx="1003">
                  <c:v>41670</c:v>
                </c:pt>
                <c:pt idx="1004">
                  <c:v>41673</c:v>
                </c:pt>
                <c:pt idx="1005">
                  <c:v>41674</c:v>
                </c:pt>
                <c:pt idx="1006">
                  <c:v>41675</c:v>
                </c:pt>
                <c:pt idx="1007">
                  <c:v>41676</c:v>
                </c:pt>
                <c:pt idx="1008">
                  <c:v>41677</c:v>
                </c:pt>
                <c:pt idx="1009">
                  <c:v>41680</c:v>
                </c:pt>
                <c:pt idx="1010">
                  <c:v>41681</c:v>
                </c:pt>
                <c:pt idx="1011">
                  <c:v>41682</c:v>
                </c:pt>
                <c:pt idx="1012">
                  <c:v>41683</c:v>
                </c:pt>
                <c:pt idx="1013">
                  <c:v>41684</c:v>
                </c:pt>
                <c:pt idx="1014">
                  <c:v>41688</c:v>
                </c:pt>
                <c:pt idx="1015">
                  <c:v>41689</c:v>
                </c:pt>
                <c:pt idx="1016">
                  <c:v>41690</c:v>
                </c:pt>
                <c:pt idx="1017">
                  <c:v>41691</c:v>
                </c:pt>
                <c:pt idx="1018">
                  <c:v>41694</c:v>
                </c:pt>
                <c:pt idx="1019">
                  <c:v>41695</c:v>
                </c:pt>
                <c:pt idx="1020">
                  <c:v>41696</c:v>
                </c:pt>
                <c:pt idx="1021">
                  <c:v>41697</c:v>
                </c:pt>
                <c:pt idx="1022">
                  <c:v>41698</c:v>
                </c:pt>
                <c:pt idx="1023">
                  <c:v>41701</c:v>
                </c:pt>
                <c:pt idx="1024">
                  <c:v>41702</c:v>
                </c:pt>
                <c:pt idx="1025">
                  <c:v>41703</c:v>
                </c:pt>
                <c:pt idx="1026">
                  <c:v>41704</c:v>
                </c:pt>
                <c:pt idx="1027">
                  <c:v>41705</c:v>
                </c:pt>
                <c:pt idx="1028">
                  <c:v>41708</c:v>
                </c:pt>
                <c:pt idx="1029">
                  <c:v>41709</c:v>
                </c:pt>
                <c:pt idx="1030">
                  <c:v>41710</c:v>
                </c:pt>
                <c:pt idx="1031">
                  <c:v>41711</c:v>
                </c:pt>
                <c:pt idx="1032">
                  <c:v>41712</c:v>
                </c:pt>
                <c:pt idx="1033">
                  <c:v>41715</c:v>
                </c:pt>
                <c:pt idx="1034">
                  <c:v>41716</c:v>
                </c:pt>
                <c:pt idx="1035">
                  <c:v>41717</c:v>
                </c:pt>
                <c:pt idx="1036">
                  <c:v>41718</c:v>
                </c:pt>
                <c:pt idx="1037">
                  <c:v>41719</c:v>
                </c:pt>
                <c:pt idx="1038">
                  <c:v>41722</c:v>
                </c:pt>
                <c:pt idx="1039">
                  <c:v>41723</c:v>
                </c:pt>
                <c:pt idx="1040">
                  <c:v>41724</c:v>
                </c:pt>
                <c:pt idx="1041">
                  <c:v>41725</c:v>
                </c:pt>
                <c:pt idx="1042">
                  <c:v>41726</c:v>
                </c:pt>
                <c:pt idx="1043">
                  <c:v>41729</c:v>
                </c:pt>
                <c:pt idx="1044">
                  <c:v>41730</c:v>
                </c:pt>
                <c:pt idx="1045">
                  <c:v>41731</c:v>
                </c:pt>
                <c:pt idx="1046">
                  <c:v>41732</c:v>
                </c:pt>
                <c:pt idx="1047">
                  <c:v>41733</c:v>
                </c:pt>
                <c:pt idx="1048">
                  <c:v>41736</c:v>
                </c:pt>
                <c:pt idx="1049">
                  <c:v>41737</c:v>
                </c:pt>
                <c:pt idx="1050">
                  <c:v>41738</c:v>
                </c:pt>
                <c:pt idx="1051">
                  <c:v>41739</c:v>
                </c:pt>
                <c:pt idx="1052">
                  <c:v>41740</c:v>
                </c:pt>
                <c:pt idx="1053">
                  <c:v>41743</c:v>
                </c:pt>
                <c:pt idx="1054">
                  <c:v>41744</c:v>
                </c:pt>
                <c:pt idx="1055">
                  <c:v>41750</c:v>
                </c:pt>
                <c:pt idx="1056">
                  <c:v>41751</c:v>
                </c:pt>
                <c:pt idx="1057">
                  <c:v>41752</c:v>
                </c:pt>
                <c:pt idx="1058">
                  <c:v>41753</c:v>
                </c:pt>
                <c:pt idx="1059">
                  <c:v>41754</c:v>
                </c:pt>
                <c:pt idx="1060">
                  <c:v>41757</c:v>
                </c:pt>
                <c:pt idx="1061">
                  <c:v>41758</c:v>
                </c:pt>
                <c:pt idx="1062">
                  <c:v>41759</c:v>
                </c:pt>
                <c:pt idx="1063">
                  <c:v>41760</c:v>
                </c:pt>
                <c:pt idx="1064">
                  <c:v>41761</c:v>
                </c:pt>
                <c:pt idx="1065">
                  <c:v>41764</c:v>
                </c:pt>
                <c:pt idx="1066">
                  <c:v>41765</c:v>
                </c:pt>
                <c:pt idx="1067">
                  <c:v>41766</c:v>
                </c:pt>
                <c:pt idx="1068">
                  <c:v>41767</c:v>
                </c:pt>
                <c:pt idx="1069">
                  <c:v>41768</c:v>
                </c:pt>
                <c:pt idx="1070">
                  <c:v>41771</c:v>
                </c:pt>
                <c:pt idx="1071">
                  <c:v>41772</c:v>
                </c:pt>
                <c:pt idx="1072">
                  <c:v>41773</c:v>
                </c:pt>
                <c:pt idx="1073">
                  <c:v>41774</c:v>
                </c:pt>
                <c:pt idx="1074">
                  <c:v>41775</c:v>
                </c:pt>
                <c:pt idx="1075">
                  <c:v>41778</c:v>
                </c:pt>
                <c:pt idx="1076">
                  <c:v>41779</c:v>
                </c:pt>
                <c:pt idx="1077">
                  <c:v>41780</c:v>
                </c:pt>
                <c:pt idx="1078">
                  <c:v>41781</c:v>
                </c:pt>
                <c:pt idx="1079">
                  <c:v>41782</c:v>
                </c:pt>
                <c:pt idx="1080">
                  <c:v>41786</c:v>
                </c:pt>
                <c:pt idx="1081">
                  <c:v>41787</c:v>
                </c:pt>
                <c:pt idx="1082">
                  <c:v>41788</c:v>
                </c:pt>
                <c:pt idx="1083">
                  <c:v>41789</c:v>
                </c:pt>
                <c:pt idx="1084">
                  <c:v>41792</c:v>
                </c:pt>
                <c:pt idx="1085">
                  <c:v>41793</c:v>
                </c:pt>
                <c:pt idx="1086">
                  <c:v>41794</c:v>
                </c:pt>
                <c:pt idx="1087">
                  <c:v>41795</c:v>
                </c:pt>
                <c:pt idx="1088">
                  <c:v>41796</c:v>
                </c:pt>
                <c:pt idx="1089">
                  <c:v>41799</c:v>
                </c:pt>
                <c:pt idx="1090">
                  <c:v>41800</c:v>
                </c:pt>
                <c:pt idx="1091">
                  <c:v>41801</c:v>
                </c:pt>
                <c:pt idx="1092">
                  <c:v>41802</c:v>
                </c:pt>
                <c:pt idx="1093">
                  <c:v>41803</c:v>
                </c:pt>
                <c:pt idx="1094">
                  <c:v>41806</c:v>
                </c:pt>
                <c:pt idx="1095">
                  <c:v>41807</c:v>
                </c:pt>
                <c:pt idx="1096">
                  <c:v>41808</c:v>
                </c:pt>
                <c:pt idx="1097">
                  <c:v>41809</c:v>
                </c:pt>
                <c:pt idx="1098">
                  <c:v>41810</c:v>
                </c:pt>
                <c:pt idx="1099">
                  <c:v>41813</c:v>
                </c:pt>
                <c:pt idx="1100">
                  <c:v>41814</c:v>
                </c:pt>
                <c:pt idx="1101">
                  <c:v>41815</c:v>
                </c:pt>
                <c:pt idx="1102">
                  <c:v>41816</c:v>
                </c:pt>
                <c:pt idx="1103">
                  <c:v>41817</c:v>
                </c:pt>
                <c:pt idx="1104">
                  <c:v>41820</c:v>
                </c:pt>
                <c:pt idx="1105">
                  <c:v>41821</c:v>
                </c:pt>
                <c:pt idx="1106">
                  <c:v>41822</c:v>
                </c:pt>
                <c:pt idx="1107">
                  <c:v>41823</c:v>
                </c:pt>
                <c:pt idx="1108">
                  <c:v>41827</c:v>
                </c:pt>
                <c:pt idx="1109">
                  <c:v>41828</c:v>
                </c:pt>
                <c:pt idx="1110">
                  <c:v>41829</c:v>
                </c:pt>
                <c:pt idx="1111">
                  <c:v>41830</c:v>
                </c:pt>
                <c:pt idx="1112">
                  <c:v>41831</c:v>
                </c:pt>
                <c:pt idx="1113">
                  <c:v>41834</c:v>
                </c:pt>
                <c:pt idx="1114">
                  <c:v>41835</c:v>
                </c:pt>
                <c:pt idx="1115">
                  <c:v>41836</c:v>
                </c:pt>
                <c:pt idx="1116">
                  <c:v>41837</c:v>
                </c:pt>
                <c:pt idx="1117">
                  <c:v>41838</c:v>
                </c:pt>
                <c:pt idx="1118">
                  <c:v>41841</c:v>
                </c:pt>
                <c:pt idx="1119">
                  <c:v>41842</c:v>
                </c:pt>
                <c:pt idx="1120">
                  <c:v>41843</c:v>
                </c:pt>
                <c:pt idx="1121">
                  <c:v>41844</c:v>
                </c:pt>
                <c:pt idx="1122">
                  <c:v>41845</c:v>
                </c:pt>
                <c:pt idx="1123">
                  <c:v>41848</c:v>
                </c:pt>
                <c:pt idx="1124">
                  <c:v>41849</c:v>
                </c:pt>
                <c:pt idx="1125">
                  <c:v>41850</c:v>
                </c:pt>
                <c:pt idx="1126">
                  <c:v>41851</c:v>
                </c:pt>
                <c:pt idx="1127">
                  <c:v>41852</c:v>
                </c:pt>
                <c:pt idx="1128">
                  <c:v>41855</c:v>
                </c:pt>
                <c:pt idx="1129">
                  <c:v>41856</c:v>
                </c:pt>
                <c:pt idx="1130">
                  <c:v>41857</c:v>
                </c:pt>
                <c:pt idx="1131">
                  <c:v>41858</c:v>
                </c:pt>
                <c:pt idx="1132">
                  <c:v>41859</c:v>
                </c:pt>
                <c:pt idx="1133">
                  <c:v>41862</c:v>
                </c:pt>
                <c:pt idx="1134">
                  <c:v>41863</c:v>
                </c:pt>
                <c:pt idx="1135">
                  <c:v>41864</c:v>
                </c:pt>
                <c:pt idx="1136">
                  <c:v>41865</c:v>
                </c:pt>
                <c:pt idx="1137">
                  <c:v>41866</c:v>
                </c:pt>
                <c:pt idx="1138">
                  <c:v>41869</c:v>
                </c:pt>
                <c:pt idx="1139">
                  <c:v>41870</c:v>
                </c:pt>
                <c:pt idx="1140">
                  <c:v>41871</c:v>
                </c:pt>
                <c:pt idx="1141">
                  <c:v>41872</c:v>
                </c:pt>
                <c:pt idx="1142">
                  <c:v>41873</c:v>
                </c:pt>
                <c:pt idx="1143">
                  <c:v>41876</c:v>
                </c:pt>
                <c:pt idx="1144">
                  <c:v>41877</c:v>
                </c:pt>
                <c:pt idx="1145">
                  <c:v>41878</c:v>
                </c:pt>
                <c:pt idx="1146">
                  <c:v>41879</c:v>
                </c:pt>
                <c:pt idx="1147">
                  <c:v>41880</c:v>
                </c:pt>
                <c:pt idx="1148">
                  <c:v>41884</c:v>
                </c:pt>
                <c:pt idx="1149">
                  <c:v>41885</c:v>
                </c:pt>
                <c:pt idx="1150">
                  <c:v>41886</c:v>
                </c:pt>
                <c:pt idx="1151">
                  <c:v>41887</c:v>
                </c:pt>
                <c:pt idx="1152">
                  <c:v>41890</c:v>
                </c:pt>
                <c:pt idx="1153">
                  <c:v>41891</c:v>
                </c:pt>
                <c:pt idx="1154">
                  <c:v>41892</c:v>
                </c:pt>
                <c:pt idx="1155">
                  <c:v>41893</c:v>
                </c:pt>
                <c:pt idx="1156">
                  <c:v>41894</c:v>
                </c:pt>
                <c:pt idx="1157">
                  <c:v>41897</c:v>
                </c:pt>
                <c:pt idx="1158">
                  <c:v>41898</c:v>
                </c:pt>
                <c:pt idx="1159">
                  <c:v>41899</c:v>
                </c:pt>
                <c:pt idx="1160">
                  <c:v>41900</c:v>
                </c:pt>
                <c:pt idx="1161">
                  <c:v>41901</c:v>
                </c:pt>
                <c:pt idx="1162">
                  <c:v>41904</c:v>
                </c:pt>
                <c:pt idx="1163">
                  <c:v>41905</c:v>
                </c:pt>
                <c:pt idx="1164">
                  <c:v>41906</c:v>
                </c:pt>
                <c:pt idx="1165">
                  <c:v>41907</c:v>
                </c:pt>
                <c:pt idx="1166">
                  <c:v>41908</c:v>
                </c:pt>
                <c:pt idx="1167">
                  <c:v>41911</c:v>
                </c:pt>
                <c:pt idx="1168">
                  <c:v>41912</c:v>
                </c:pt>
                <c:pt idx="1169">
                  <c:v>41913</c:v>
                </c:pt>
                <c:pt idx="1170">
                  <c:v>41914</c:v>
                </c:pt>
                <c:pt idx="1171">
                  <c:v>41915</c:v>
                </c:pt>
                <c:pt idx="1172">
                  <c:v>41918</c:v>
                </c:pt>
                <c:pt idx="1173">
                  <c:v>41919</c:v>
                </c:pt>
                <c:pt idx="1174">
                  <c:v>41920</c:v>
                </c:pt>
                <c:pt idx="1175">
                  <c:v>41921</c:v>
                </c:pt>
                <c:pt idx="1176">
                  <c:v>41922</c:v>
                </c:pt>
                <c:pt idx="1177">
                  <c:v>41926</c:v>
                </c:pt>
                <c:pt idx="1178">
                  <c:v>41927</c:v>
                </c:pt>
                <c:pt idx="1179">
                  <c:v>41928</c:v>
                </c:pt>
                <c:pt idx="1180">
                  <c:v>41929</c:v>
                </c:pt>
                <c:pt idx="1181">
                  <c:v>41932</c:v>
                </c:pt>
                <c:pt idx="1182">
                  <c:v>41933</c:v>
                </c:pt>
                <c:pt idx="1183">
                  <c:v>41934</c:v>
                </c:pt>
                <c:pt idx="1184">
                  <c:v>41935</c:v>
                </c:pt>
                <c:pt idx="1185">
                  <c:v>41936</c:v>
                </c:pt>
                <c:pt idx="1186">
                  <c:v>41939</c:v>
                </c:pt>
                <c:pt idx="1187">
                  <c:v>41940</c:v>
                </c:pt>
                <c:pt idx="1188">
                  <c:v>41941</c:v>
                </c:pt>
                <c:pt idx="1189">
                  <c:v>41942</c:v>
                </c:pt>
                <c:pt idx="1190">
                  <c:v>41943</c:v>
                </c:pt>
                <c:pt idx="1191">
                  <c:v>41946</c:v>
                </c:pt>
                <c:pt idx="1192">
                  <c:v>41947</c:v>
                </c:pt>
                <c:pt idx="1193">
                  <c:v>41948</c:v>
                </c:pt>
                <c:pt idx="1194">
                  <c:v>41949</c:v>
                </c:pt>
                <c:pt idx="1195">
                  <c:v>41950</c:v>
                </c:pt>
                <c:pt idx="1196">
                  <c:v>41953</c:v>
                </c:pt>
                <c:pt idx="1197">
                  <c:v>41955</c:v>
                </c:pt>
                <c:pt idx="1198">
                  <c:v>41956</c:v>
                </c:pt>
                <c:pt idx="1199">
                  <c:v>41957</c:v>
                </c:pt>
                <c:pt idx="1200">
                  <c:v>41960</c:v>
                </c:pt>
                <c:pt idx="1201">
                  <c:v>41961</c:v>
                </c:pt>
                <c:pt idx="1202">
                  <c:v>41962</c:v>
                </c:pt>
                <c:pt idx="1203">
                  <c:v>41963</c:v>
                </c:pt>
                <c:pt idx="1204">
                  <c:v>41964</c:v>
                </c:pt>
                <c:pt idx="1205">
                  <c:v>41967</c:v>
                </c:pt>
                <c:pt idx="1206">
                  <c:v>41968</c:v>
                </c:pt>
                <c:pt idx="1207">
                  <c:v>41969</c:v>
                </c:pt>
                <c:pt idx="1208">
                  <c:v>41971</c:v>
                </c:pt>
                <c:pt idx="1209">
                  <c:v>41974</c:v>
                </c:pt>
                <c:pt idx="1210">
                  <c:v>41975</c:v>
                </c:pt>
                <c:pt idx="1211">
                  <c:v>41976</c:v>
                </c:pt>
                <c:pt idx="1212">
                  <c:v>41977</c:v>
                </c:pt>
                <c:pt idx="1213">
                  <c:v>41978</c:v>
                </c:pt>
                <c:pt idx="1214">
                  <c:v>41981</c:v>
                </c:pt>
                <c:pt idx="1215">
                  <c:v>41982</c:v>
                </c:pt>
                <c:pt idx="1216">
                  <c:v>41983</c:v>
                </c:pt>
                <c:pt idx="1217">
                  <c:v>41984</c:v>
                </c:pt>
                <c:pt idx="1218">
                  <c:v>41985</c:v>
                </c:pt>
                <c:pt idx="1219">
                  <c:v>41988</c:v>
                </c:pt>
                <c:pt idx="1220">
                  <c:v>41989</c:v>
                </c:pt>
                <c:pt idx="1221">
                  <c:v>41990</c:v>
                </c:pt>
                <c:pt idx="1222">
                  <c:v>41991</c:v>
                </c:pt>
                <c:pt idx="1223">
                  <c:v>41992</c:v>
                </c:pt>
                <c:pt idx="1224">
                  <c:v>41995</c:v>
                </c:pt>
                <c:pt idx="1225">
                  <c:v>41996</c:v>
                </c:pt>
                <c:pt idx="1226">
                  <c:v>41997</c:v>
                </c:pt>
                <c:pt idx="1227">
                  <c:v>41999</c:v>
                </c:pt>
                <c:pt idx="1228">
                  <c:v>42002</c:v>
                </c:pt>
                <c:pt idx="1229">
                  <c:v>42003</c:v>
                </c:pt>
                <c:pt idx="1230">
                  <c:v>42004</c:v>
                </c:pt>
                <c:pt idx="1231">
                  <c:v>42006</c:v>
                </c:pt>
                <c:pt idx="1232">
                  <c:v>42009</c:v>
                </c:pt>
                <c:pt idx="1233">
                  <c:v>42010</c:v>
                </c:pt>
                <c:pt idx="1234">
                  <c:v>42011</c:v>
                </c:pt>
                <c:pt idx="1235">
                  <c:v>42012</c:v>
                </c:pt>
                <c:pt idx="1236">
                  <c:v>42013</c:v>
                </c:pt>
                <c:pt idx="1237">
                  <c:v>42017</c:v>
                </c:pt>
                <c:pt idx="1238">
                  <c:v>42018</c:v>
                </c:pt>
                <c:pt idx="1239">
                  <c:v>42019</c:v>
                </c:pt>
                <c:pt idx="1240">
                  <c:v>42020</c:v>
                </c:pt>
                <c:pt idx="1241">
                  <c:v>42024</c:v>
                </c:pt>
                <c:pt idx="1242">
                  <c:v>42025</c:v>
                </c:pt>
                <c:pt idx="1243">
                  <c:v>42026</c:v>
                </c:pt>
                <c:pt idx="1244">
                  <c:v>42027</c:v>
                </c:pt>
                <c:pt idx="1245">
                  <c:v>42030</c:v>
                </c:pt>
                <c:pt idx="1246">
                  <c:v>42031</c:v>
                </c:pt>
                <c:pt idx="1247">
                  <c:v>42032</c:v>
                </c:pt>
                <c:pt idx="1248">
                  <c:v>42033</c:v>
                </c:pt>
                <c:pt idx="1249">
                  <c:v>42034</c:v>
                </c:pt>
                <c:pt idx="1250">
                  <c:v>42037</c:v>
                </c:pt>
                <c:pt idx="1251">
                  <c:v>42038</c:v>
                </c:pt>
                <c:pt idx="1252">
                  <c:v>42039</c:v>
                </c:pt>
                <c:pt idx="1253">
                  <c:v>42040</c:v>
                </c:pt>
                <c:pt idx="1254">
                  <c:v>42041</c:v>
                </c:pt>
                <c:pt idx="1255">
                  <c:v>42044</c:v>
                </c:pt>
                <c:pt idx="1256">
                  <c:v>42045</c:v>
                </c:pt>
                <c:pt idx="1257">
                  <c:v>42046</c:v>
                </c:pt>
                <c:pt idx="1258">
                  <c:v>42047</c:v>
                </c:pt>
                <c:pt idx="1259">
                  <c:v>42048</c:v>
                </c:pt>
                <c:pt idx="1260">
                  <c:v>42052</c:v>
                </c:pt>
                <c:pt idx="1261">
                  <c:v>42053</c:v>
                </c:pt>
                <c:pt idx="1262">
                  <c:v>42054</c:v>
                </c:pt>
                <c:pt idx="1263">
                  <c:v>42055</c:v>
                </c:pt>
                <c:pt idx="1264">
                  <c:v>42058</c:v>
                </c:pt>
                <c:pt idx="1265">
                  <c:v>42059</c:v>
                </c:pt>
                <c:pt idx="1266">
                  <c:v>42060</c:v>
                </c:pt>
                <c:pt idx="1267">
                  <c:v>42061</c:v>
                </c:pt>
                <c:pt idx="1268">
                  <c:v>42062</c:v>
                </c:pt>
                <c:pt idx="1269">
                  <c:v>42065</c:v>
                </c:pt>
                <c:pt idx="1270">
                  <c:v>42066</c:v>
                </c:pt>
                <c:pt idx="1271">
                  <c:v>42067</c:v>
                </c:pt>
                <c:pt idx="1272">
                  <c:v>42068</c:v>
                </c:pt>
                <c:pt idx="1273">
                  <c:v>42069</c:v>
                </c:pt>
                <c:pt idx="1274">
                  <c:v>42072</c:v>
                </c:pt>
                <c:pt idx="1275">
                  <c:v>42073</c:v>
                </c:pt>
                <c:pt idx="1276">
                  <c:v>42074</c:v>
                </c:pt>
                <c:pt idx="1277">
                  <c:v>42075</c:v>
                </c:pt>
                <c:pt idx="1278">
                  <c:v>42076</c:v>
                </c:pt>
                <c:pt idx="1279">
                  <c:v>42079</c:v>
                </c:pt>
                <c:pt idx="1280">
                  <c:v>42080</c:v>
                </c:pt>
                <c:pt idx="1281">
                  <c:v>42081</c:v>
                </c:pt>
                <c:pt idx="1282">
                  <c:v>42082</c:v>
                </c:pt>
                <c:pt idx="1283">
                  <c:v>42083</c:v>
                </c:pt>
                <c:pt idx="1284">
                  <c:v>42086</c:v>
                </c:pt>
                <c:pt idx="1285">
                  <c:v>42087</c:v>
                </c:pt>
                <c:pt idx="1286">
                  <c:v>42088</c:v>
                </c:pt>
                <c:pt idx="1287">
                  <c:v>42089</c:v>
                </c:pt>
                <c:pt idx="1288">
                  <c:v>42090</c:v>
                </c:pt>
                <c:pt idx="1289">
                  <c:v>42093</c:v>
                </c:pt>
                <c:pt idx="1290">
                  <c:v>42094</c:v>
                </c:pt>
                <c:pt idx="1291">
                  <c:v>42095</c:v>
                </c:pt>
                <c:pt idx="1292">
                  <c:v>42096</c:v>
                </c:pt>
                <c:pt idx="1293">
                  <c:v>42100</c:v>
                </c:pt>
                <c:pt idx="1294">
                  <c:v>42101</c:v>
                </c:pt>
                <c:pt idx="1295">
                  <c:v>42102</c:v>
                </c:pt>
                <c:pt idx="1296">
                  <c:v>42103</c:v>
                </c:pt>
                <c:pt idx="1297">
                  <c:v>42104</c:v>
                </c:pt>
                <c:pt idx="1298">
                  <c:v>42107</c:v>
                </c:pt>
                <c:pt idx="1299">
                  <c:v>42108</c:v>
                </c:pt>
                <c:pt idx="1300">
                  <c:v>42109</c:v>
                </c:pt>
                <c:pt idx="1301">
                  <c:v>42110</c:v>
                </c:pt>
                <c:pt idx="1302">
                  <c:v>42111</c:v>
                </c:pt>
                <c:pt idx="1303">
                  <c:v>42114</c:v>
                </c:pt>
                <c:pt idx="1304">
                  <c:v>42115</c:v>
                </c:pt>
                <c:pt idx="1305">
                  <c:v>42116</c:v>
                </c:pt>
                <c:pt idx="1306">
                  <c:v>42117</c:v>
                </c:pt>
                <c:pt idx="1307">
                  <c:v>42118</c:v>
                </c:pt>
                <c:pt idx="1308">
                  <c:v>42121</c:v>
                </c:pt>
                <c:pt idx="1309">
                  <c:v>42122</c:v>
                </c:pt>
                <c:pt idx="1310">
                  <c:v>42123</c:v>
                </c:pt>
                <c:pt idx="1311">
                  <c:v>42124</c:v>
                </c:pt>
                <c:pt idx="1312">
                  <c:v>42125</c:v>
                </c:pt>
                <c:pt idx="1313">
                  <c:v>42128</c:v>
                </c:pt>
                <c:pt idx="1314">
                  <c:v>42129</c:v>
                </c:pt>
                <c:pt idx="1315">
                  <c:v>42130</c:v>
                </c:pt>
                <c:pt idx="1316">
                  <c:v>42131</c:v>
                </c:pt>
                <c:pt idx="1317">
                  <c:v>42132</c:v>
                </c:pt>
                <c:pt idx="1318">
                  <c:v>42135</c:v>
                </c:pt>
                <c:pt idx="1319">
                  <c:v>42136</c:v>
                </c:pt>
                <c:pt idx="1320">
                  <c:v>42137</c:v>
                </c:pt>
                <c:pt idx="1321">
                  <c:v>42138</c:v>
                </c:pt>
                <c:pt idx="1322">
                  <c:v>42139</c:v>
                </c:pt>
                <c:pt idx="1323">
                  <c:v>42142</c:v>
                </c:pt>
                <c:pt idx="1324">
                  <c:v>42143</c:v>
                </c:pt>
                <c:pt idx="1325">
                  <c:v>42144</c:v>
                </c:pt>
                <c:pt idx="1326">
                  <c:v>42145</c:v>
                </c:pt>
                <c:pt idx="1327">
                  <c:v>42146</c:v>
                </c:pt>
                <c:pt idx="1328">
                  <c:v>42150</c:v>
                </c:pt>
                <c:pt idx="1329">
                  <c:v>42151</c:v>
                </c:pt>
                <c:pt idx="1330">
                  <c:v>42152</c:v>
                </c:pt>
                <c:pt idx="1331">
                  <c:v>42153</c:v>
                </c:pt>
                <c:pt idx="1332">
                  <c:v>42156</c:v>
                </c:pt>
                <c:pt idx="1333">
                  <c:v>42157</c:v>
                </c:pt>
                <c:pt idx="1334">
                  <c:v>42158</c:v>
                </c:pt>
                <c:pt idx="1335">
                  <c:v>42159</c:v>
                </c:pt>
                <c:pt idx="1336">
                  <c:v>42160</c:v>
                </c:pt>
                <c:pt idx="1337">
                  <c:v>42163</c:v>
                </c:pt>
                <c:pt idx="1338">
                  <c:v>42164</c:v>
                </c:pt>
                <c:pt idx="1339">
                  <c:v>42165</c:v>
                </c:pt>
                <c:pt idx="1340">
                  <c:v>42166</c:v>
                </c:pt>
                <c:pt idx="1341">
                  <c:v>42167</c:v>
                </c:pt>
                <c:pt idx="1342">
                  <c:v>42170</c:v>
                </c:pt>
                <c:pt idx="1343">
                  <c:v>42171</c:v>
                </c:pt>
                <c:pt idx="1344">
                  <c:v>42172</c:v>
                </c:pt>
                <c:pt idx="1345">
                  <c:v>42173</c:v>
                </c:pt>
                <c:pt idx="1346">
                  <c:v>42174</c:v>
                </c:pt>
                <c:pt idx="1347">
                  <c:v>42177</c:v>
                </c:pt>
                <c:pt idx="1348">
                  <c:v>42178</c:v>
                </c:pt>
                <c:pt idx="1349">
                  <c:v>42179</c:v>
                </c:pt>
                <c:pt idx="1350">
                  <c:v>42180</c:v>
                </c:pt>
                <c:pt idx="1351">
                  <c:v>42181</c:v>
                </c:pt>
                <c:pt idx="1352">
                  <c:v>42184</c:v>
                </c:pt>
                <c:pt idx="1353">
                  <c:v>42185</c:v>
                </c:pt>
                <c:pt idx="1354">
                  <c:v>42191</c:v>
                </c:pt>
                <c:pt idx="1355">
                  <c:v>42192</c:v>
                </c:pt>
                <c:pt idx="1356">
                  <c:v>42193</c:v>
                </c:pt>
                <c:pt idx="1357">
                  <c:v>42194</c:v>
                </c:pt>
                <c:pt idx="1358">
                  <c:v>42195</c:v>
                </c:pt>
                <c:pt idx="1359">
                  <c:v>42198</c:v>
                </c:pt>
                <c:pt idx="1360">
                  <c:v>42199</c:v>
                </c:pt>
                <c:pt idx="1361">
                  <c:v>42200</c:v>
                </c:pt>
                <c:pt idx="1362">
                  <c:v>42201</c:v>
                </c:pt>
                <c:pt idx="1363">
                  <c:v>42202</c:v>
                </c:pt>
                <c:pt idx="1364">
                  <c:v>42205</c:v>
                </c:pt>
                <c:pt idx="1365">
                  <c:v>42206</c:v>
                </c:pt>
                <c:pt idx="1366">
                  <c:v>42207</c:v>
                </c:pt>
                <c:pt idx="1367">
                  <c:v>42208</c:v>
                </c:pt>
                <c:pt idx="1368">
                  <c:v>42209</c:v>
                </c:pt>
                <c:pt idx="1369">
                  <c:v>42212</c:v>
                </c:pt>
                <c:pt idx="1370">
                  <c:v>42213</c:v>
                </c:pt>
                <c:pt idx="1371">
                  <c:v>42214</c:v>
                </c:pt>
                <c:pt idx="1372">
                  <c:v>42215</c:v>
                </c:pt>
                <c:pt idx="1373">
                  <c:v>42216</c:v>
                </c:pt>
                <c:pt idx="1374">
                  <c:v>42219</c:v>
                </c:pt>
                <c:pt idx="1375">
                  <c:v>42220</c:v>
                </c:pt>
                <c:pt idx="1376">
                  <c:v>42221</c:v>
                </c:pt>
                <c:pt idx="1377">
                  <c:v>42222</c:v>
                </c:pt>
                <c:pt idx="1378">
                  <c:v>42223</c:v>
                </c:pt>
                <c:pt idx="1379">
                  <c:v>42226</c:v>
                </c:pt>
                <c:pt idx="1380">
                  <c:v>42227</c:v>
                </c:pt>
                <c:pt idx="1381">
                  <c:v>42228</c:v>
                </c:pt>
                <c:pt idx="1382">
                  <c:v>42229</c:v>
                </c:pt>
                <c:pt idx="1383">
                  <c:v>42230</c:v>
                </c:pt>
                <c:pt idx="1384">
                  <c:v>42233</c:v>
                </c:pt>
                <c:pt idx="1385">
                  <c:v>42234</c:v>
                </c:pt>
                <c:pt idx="1386">
                  <c:v>42235</c:v>
                </c:pt>
                <c:pt idx="1387">
                  <c:v>42236</c:v>
                </c:pt>
                <c:pt idx="1388">
                  <c:v>42237</c:v>
                </c:pt>
                <c:pt idx="1389">
                  <c:v>42240</c:v>
                </c:pt>
                <c:pt idx="1390">
                  <c:v>42241</c:v>
                </c:pt>
                <c:pt idx="1391">
                  <c:v>42242</c:v>
                </c:pt>
                <c:pt idx="1392">
                  <c:v>42243</c:v>
                </c:pt>
                <c:pt idx="1393">
                  <c:v>42244</c:v>
                </c:pt>
                <c:pt idx="1394">
                  <c:v>42247</c:v>
                </c:pt>
                <c:pt idx="1395">
                  <c:v>42248</c:v>
                </c:pt>
                <c:pt idx="1396">
                  <c:v>42249</c:v>
                </c:pt>
                <c:pt idx="1397">
                  <c:v>42250</c:v>
                </c:pt>
                <c:pt idx="1398">
                  <c:v>42251</c:v>
                </c:pt>
                <c:pt idx="1399">
                  <c:v>42255</c:v>
                </c:pt>
                <c:pt idx="1400">
                  <c:v>42256</c:v>
                </c:pt>
                <c:pt idx="1401">
                  <c:v>42257</c:v>
                </c:pt>
                <c:pt idx="1402">
                  <c:v>42258</c:v>
                </c:pt>
                <c:pt idx="1403">
                  <c:v>42261</c:v>
                </c:pt>
                <c:pt idx="1404">
                  <c:v>42262</c:v>
                </c:pt>
                <c:pt idx="1405">
                  <c:v>42263</c:v>
                </c:pt>
                <c:pt idx="1406">
                  <c:v>42264</c:v>
                </c:pt>
                <c:pt idx="1407">
                  <c:v>42265</c:v>
                </c:pt>
                <c:pt idx="1408">
                  <c:v>42268</c:v>
                </c:pt>
                <c:pt idx="1409">
                  <c:v>42269</c:v>
                </c:pt>
                <c:pt idx="1410">
                  <c:v>42270</c:v>
                </c:pt>
                <c:pt idx="1411">
                  <c:v>42271</c:v>
                </c:pt>
                <c:pt idx="1412">
                  <c:v>42272</c:v>
                </c:pt>
                <c:pt idx="1413">
                  <c:v>42275</c:v>
                </c:pt>
                <c:pt idx="1414">
                  <c:v>42276</c:v>
                </c:pt>
                <c:pt idx="1415">
                  <c:v>42277</c:v>
                </c:pt>
                <c:pt idx="1416">
                  <c:v>42278</c:v>
                </c:pt>
                <c:pt idx="1417">
                  <c:v>42279</c:v>
                </c:pt>
                <c:pt idx="1418">
                  <c:v>42282</c:v>
                </c:pt>
                <c:pt idx="1419">
                  <c:v>42283</c:v>
                </c:pt>
                <c:pt idx="1420">
                  <c:v>42284</c:v>
                </c:pt>
                <c:pt idx="1421">
                  <c:v>42285</c:v>
                </c:pt>
                <c:pt idx="1422">
                  <c:v>42286</c:v>
                </c:pt>
                <c:pt idx="1423">
                  <c:v>42290</c:v>
                </c:pt>
                <c:pt idx="1424">
                  <c:v>42291</c:v>
                </c:pt>
                <c:pt idx="1425">
                  <c:v>42292</c:v>
                </c:pt>
                <c:pt idx="1426">
                  <c:v>42293</c:v>
                </c:pt>
                <c:pt idx="1427">
                  <c:v>42296</c:v>
                </c:pt>
                <c:pt idx="1428">
                  <c:v>42297</c:v>
                </c:pt>
                <c:pt idx="1429">
                  <c:v>42298</c:v>
                </c:pt>
                <c:pt idx="1430">
                  <c:v>42299</c:v>
                </c:pt>
                <c:pt idx="1431">
                  <c:v>42300</c:v>
                </c:pt>
                <c:pt idx="1432">
                  <c:v>42303</c:v>
                </c:pt>
                <c:pt idx="1433">
                  <c:v>42304</c:v>
                </c:pt>
                <c:pt idx="1434">
                  <c:v>42305</c:v>
                </c:pt>
                <c:pt idx="1435">
                  <c:v>42306</c:v>
                </c:pt>
                <c:pt idx="1436">
                  <c:v>42307</c:v>
                </c:pt>
                <c:pt idx="1437">
                  <c:v>42310</c:v>
                </c:pt>
                <c:pt idx="1438">
                  <c:v>42311</c:v>
                </c:pt>
                <c:pt idx="1439">
                  <c:v>42312</c:v>
                </c:pt>
                <c:pt idx="1440">
                  <c:v>42313</c:v>
                </c:pt>
                <c:pt idx="1441">
                  <c:v>42314</c:v>
                </c:pt>
                <c:pt idx="1442">
                  <c:v>42317</c:v>
                </c:pt>
                <c:pt idx="1443">
                  <c:v>42318</c:v>
                </c:pt>
                <c:pt idx="1444">
                  <c:v>42320</c:v>
                </c:pt>
                <c:pt idx="1445">
                  <c:v>42321</c:v>
                </c:pt>
                <c:pt idx="1446">
                  <c:v>42324</c:v>
                </c:pt>
                <c:pt idx="1447">
                  <c:v>42325</c:v>
                </c:pt>
                <c:pt idx="1448">
                  <c:v>42326</c:v>
                </c:pt>
                <c:pt idx="1449">
                  <c:v>42327</c:v>
                </c:pt>
                <c:pt idx="1450">
                  <c:v>42328</c:v>
                </c:pt>
                <c:pt idx="1451">
                  <c:v>42331</c:v>
                </c:pt>
                <c:pt idx="1452">
                  <c:v>42332</c:v>
                </c:pt>
                <c:pt idx="1453">
                  <c:v>42333</c:v>
                </c:pt>
                <c:pt idx="1454">
                  <c:v>42335</c:v>
                </c:pt>
                <c:pt idx="1455">
                  <c:v>42338</c:v>
                </c:pt>
                <c:pt idx="1456">
                  <c:v>42339</c:v>
                </c:pt>
                <c:pt idx="1457">
                  <c:v>42340</c:v>
                </c:pt>
                <c:pt idx="1458">
                  <c:v>42341</c:v>
                </c:pt>
                <c:pt idx="1459">
                  <c:v>42342</c:v>
                </c:pt>
                <c:pt idx="1460">
                  <c:v>42345</c:v>
                </c:pt>
                <c:pt idx="1461">
                  <c:v>42346</c:v>
                </c:pt>
                <c:pt idx="1462">
                  <c:v>42347</c:v>
                </c:pt>
                <c:pt idx="1463">
                  <c:v>42348</c:v>
                </c:pt>
                <c:pt idx="1464">
                  <c:v>42349</c:v>
                </c:pt>
                <c:pt idx="1465">
                  <c:v>42352</c:v>
                </c:pt>
                <c:pt idx="1466">
                  <c:v>42353</c:v>
                </c:pt>
                <c:pt idx="1467">
                  <c:v>42354</c:v>
                </c:pt>
                <c:pt idx="1468">
                  <c:v>42355</c:v>
                </c:pt>
                <c:pt idx="1469">
                  <c:v>42356</c:v>
                </c:pt>
                <c:pt idx="1470">
                  <c:v>42359</c:v>
                </c:pt>
                <c:pt idx="1471">
                  <c:v>42360</c:v>
                </c:pt>
                <c:pt idx="1472">
                  <c:v>42361</c:v>
                </c:pt>
                <c:pt idx="1473">
                  <c:v>42362</c:v>
                </c:pt>
                <c:pt idx="1474">
                  <c:v>42366</c:v>
                </c:pt>
                <c:pt idx="1475">
                  <c:v>42367</c:v>
                </c:pt>
                <c:pt idx="1476">
                  <c:v>42368</c:v>
                </c:pt>
                <c:pt idx="1477">
                  <c:v>42369</c:v>
                </c:pt>
                <c:pt idx="1478">
                  <c:v>42373</c:v>
                </c:pt>
                <c:pt idx="1479">
                  <c:v>42374</c:v>
                </c:pt>
                <c:pt idx="1480">
                  <c:v>42375</c:v>
                </c:pt>
                <c:pt idx="1481">
                  <c:v>42376</c:v>
                </c:pt>
                <c:pt idx="1482">
                  <c:v>42377</c:v>
                </c:pt>
                <c:pt idx="1483">
                  <c:v>42380</c:v>
                </c:pt>
                <c:pt idx="1484">
                  <c:v>42381</c:v>
                </c:pt>
                <c:pt idx="1485">
                  <c:v>42382</c:v>
                </c:pt>
                <c:pt idx="1486">
                  <c:v>42383</c:v>
                </c:pt>
                <c:pt idx="1487">
                  <c:v>42384</c:v>
                </c:pt>
                <c:pt idx="1488">
                  <c:v>42388</c:v>
                </c:pt>
                <c:pt idx="1489">
                  <c:v>42389</c:v>
                </c:pt>
                <c:pt idx="1490">
                  <c:v>42390</c:v>
                </c:pt>
                <c:pt idx="1491">
                  <c:v>42391</c:v>
                </c:pt>
                <c:pt idx="1492">
                  <c:v>42394</c:v>
                </c:pt>
                <c:pt idx="1493">
                  <c:v>42395</c:v>
                </c:pt>
                <c:pt idx="1494">
                  <c:v>42396</c:v>
                </c:pt>
                <c:pt idx="1495">
                  <c:v>42397</c:v>
                </c:pt>
                <c:pt idx="1496">
                  <c:v>42398</c:v>
                </c:pt>
                <c:pt idx="1497">
                  <c:v>42401</c:v>
                </c:pt>
                <c:pt idx="1498">
                  <c:v>42402</c:v>
                </c:pt>
                <c:pt idx="1499">
                  <c:v>42403</c:v>
                </c:pt>
                <c:pt idx="1500">
                  <c:v>42404</c:v>
                </c:pt>
                <c:pt idx="1501">
                  <c:v>42405</c:v>
                </c:pt>
                <c:pt idx="1502">
                  <c:v>42408</c:v>
                </c:pt>
                <c:pt idx="1503">
                  <c:v>42409</c:v>
                </c:pt>
                <c:pt idx="1504">
                  <c:v>42410</c:v>
                </c:pt>
                <c:pt idx="1505">
                  <c:v>42411</c:v>
                </c:pt>
                <c:pt idx="1506">
                  <c:v>42412</c:v>
                </c:pt>
                <c:pt idx="1507">
                  <c:v>42416</c:v>
                </c:pt>
                <c:pt idx="1508">
                  <c:v>42417</c:v>
                </c:pt>
                <c:pt idx="1509">
                  <c:v>42418</c:v>
                </c:pt>
                <c:pt idx="1510">
                  <c:v>42419</c:v>
                </c:pt>
                <c:pt idx="1511">
                  <c:v>42422</c:v>
                </c:pt>
                <c:pt idx="1512">
                  <c:v>42423</c:v>
                </c:pt>
                <c:pt idx="1513">
                  <c:v>42424</c:v>
                </c:pt>
                <c:pt idx="1514">
                  <c:v>42425</c:v>
                </c:pt>
                <c:pt idx="1515">
                  <c:v>42426</c:v>
                </c:pt>
                <c:pt idx="1516">
                  <c:v>42429</c:v>
                </c:pt>
                <c:pt idx="1517">
                  <c:v>42430</c:v>
                </c:pt>
                <c:pt idx="1518">
                  <c:v>42431</c:v>
                </c:pt>
                <c:pt idx="1519">
                  <c:v>42432</c:v>
                </c:pt>
                <c:pt idx="1520">
                  <c:v>42433</c:v>
                </c:pt>
                <c:pt idx="1521">
                  <c:v>42436</c:v>
                </c:pt>
                <c:pt idx="1522">
                  <c:v>42437</c:v>
                </c:pt>
                <c:pt idx="1523">
                  <c:v>42438</c:v>
                </c:pt>
                <c:pt idx="1524">
                  <c:v>42439</c:v>
                </c:pt>
                <c:pt idx="1525">
                  <c:v>42440</c:v>
                </c:pt>
                <c:pt idx="1526">
                  <c:v>42443</c:v>
                </c:pt>
                <c:pt idx="1527">
                  <c:v>42444</c:v>
                </c:pt>
                <c:pt idx="1528">
                  <c:v>42445</c:v>
                </c:pt>
                <c:pt idx="1529">
                  <c:v>42446</c:v>
                </c:pt>
                <c:pt idx="1530">
                  <c:v>42447</c:v>
                </c:pt>
                <c:pt idx="1531">
                  <c:v>42450</c:v>
                </c:pt>
                <c:pt idx="1532">
                  <c:v>42451</c:v>
                </c:pt>
                <c:pt idx="1533">
                  <c:v>42457</c:v>
                </c:pt>
                <c:pt idx="1534">
                  <c:v>42458</c:v>
                </c:pt>
                <c:pt idx="1535">
                  <c:v>42459</c:v>
                </c:pt>
                <c:pt idx="1536">
                  <c:v>42460</c:v>
                </c:pt>
                <c:pt idx="1537">
                  <c:v>42461</c:v>
                </c:pt>
                <c:pt idx="1538">
                  <c:v>42464</c:v>
                </c:pt>
                <c:pt idx="1539">
                  <c:v>42465</c:v>
                </c:pt>
                <c:pt idx="1540">
                  <c:v>42466</c:v>
                </c:pt>
                <c:pt idx="1541">
                  <c:v>42467</c:v>
                </c:pt>
                <c:pt idx="1542">
                  <c:v>42468</c:v>
                </c:pt>
                <c:pt idx="1543">
                  <c:v>42471</c:v>
                </c:pt>
                <c:pt idx="1544">
                  <c:v>42472</c:v>
                </c:pt>
                <c:pt idx="1545">
                  <c:v>42473</c:v>
                </c:pt>
                <c:pt idx="1546">
                  <c:v>42474</c:v>
                </c:pt>
                <c:pt idx="1547">
                  <c:v>42475</c:v>
                </c:pt>
                <c:pt idx="1548">
                  <c:v>42478</c:v>
                </c:pt>
                <c:pt idx="1549">
                  <c:v>42479</c:v>
                </c:pt>
                <c:pt idx="1550">
                  <c:v>42480</c:v>
                </c:pt>
                <c:pt idx="1551">
                  <c:v>42481</c:v>
                </c:pt>
                <c:pt idx="1552">
                  <c:v>42482</c:v>
                </c:pt>
                <c:pt idx="1553">
                  <c:v>42485</c:v>
                </c:pt>
                <c:pt idx="1554">
                  <c:v>42486</c:v>
                </c:pt>
                <c:pt idx="1555">
                  <c:v>42487</c:v>
                </c:pt>
                <c:pt idx="1556">
                  <c:v>42488</c:v>
                </c:pt>
                <c:pt idx="1557">
                  <c:v>42489</c:v>
                </c:pt>
                <c:pt idx="1558">
                  <c:v>42492</c:v>
                </c:pt>
                <c:pt idx="1559">
                  <c:v>42493</c:v>
                </c:pt>
                <c:pt idx="1560">
                  <c:v>42494</c:v>
                </c:pt>
                <c:pt idx="1561">
                  <c:v>42495</c:v>
                </c:pt>
                <c:pt idx="1562">
                  <c:v>42496</c:v>
                </c:pt>
                <c:pt idx="1563">
                  <c:v>42499</c:v>
                </c:pt>
                <c:pt idx="1564">
                  <c:v>42500</c:v>
                </c:pt>
                <c:pt idx="1565">
                  <c:v>42501</c:v>
                </c:pt>
                <c:pt idx="1566">
                  <c:v>42502</c:v>
                </c:pt>
                <c:pt idx="1567">
                  <c:v>42503</c:v>
                </c:pt>
                <c:pt idx="1568">
                  <c:v>42506</c:v>
                </c:pt>
                <c:pt idx="1569">
                  <c:v>42507</c:v>
                </c:pt>
                <c:pt idx="1570">
                  <c:v>42508</c:v>
                </c:pt>
                <c:pt idx="1571">
                  <c:v>42509</c:v>
                </c:pt>
                <c:pt idx="1572">
                  <c:v>42510</c:v>
                </c:pt>
                <c:pt idx="1573">
                  <c:v>42513</c:v>
                </c:pt>
                <c:pt idx="1574">
                  <c:v>42514</c:v>
                </c:pt>
                <c:pt idx="1575">
                  <c:v>42515</c:v>
                </c:pt>
                <c:pt idx="1576">
                  <c:v>42516</c:v>
                </c:pt>
                <c:pt idx="1577">
                  <c:v>42517</c:v>
                </c:pt>
                <c:pt idx="1578">
                  <c:v>42521</c:v>
                </c:pt>
                <c:pt idx="1579">
                  <c:v>42522</c:v>
                </c:pt>
                <c:pt idx="1580">
                  <c:v>42523</c:v>
                </c:pt>
                <c:pt idx="1581">
                  <c:v>42524</c:v>
                </c:pt>
                <c:pt idx="1582">
                  <c:v>42527</c:v>
                </c:pt>
                <c:pt idx="1583">
                  <c:v>42528</c:v>
                </c:pt>
                <c:pt idx="1584">
                  <c:v>42529</c:v>
                </c:pt>
                <c:pt idx="1585">
                  <c:v>42530</c:v>
                </c:pt>
                <c:pt idx="1586">
                  <c:v>42531</c:v>
                </c:pt>
                <c:pt idx="1587">
                  <c:v>42534</c:v>
                </c:pt>
                <c:pt idx="1588">
                  <c:v>42535</c:v>
                </c:pt>
                <c:pt idx="1589">
                  <c:v>42536</c:v>
                </c:pt>
                <c:pt idx="1590">
                  <c:v>42537</c:v>
                </c:pt>
                <c:pt idx="1591">
                  <c:v>42538</c:v>
                </c:pt>
                <c:pt idx="1592">
                  <c:v>42541</c:v>
                </c:pt>
                <c:pt idx="1593">
                  <c:v>42542</c:v>
                </c:pt>
                <c:pt idx="1594">
                  <c:v>42543</c:v>
                </c:pt>
                <c:pt idx="1595">
                  <c:v>42544</c:v>
                </c:pt>
                <c:pt idx="1596">
                  <c:v>42545</c:v>
                </c:pt>
                <c:pt idx="1597">
                  <c:v>42548</c:v>
                </c:pt>
                <c:pt idx="1598">
                  <c:v>42549</c:v>
                </c:pt>
                <c:pt idx="1599">
                  <c:v>42550</c:v>
                </c:pt>
                <c:pt idx="1600">
                  <c:v>42551</c:v>
                </c:pt>
                <c:pt idx="1601">
                  <c:v>42552</c:v>
                </c:pt>
                <c:pt idx="1602">
                  <c:v>42556</c:v>
                </c:pt>
                <c:pt idx="1603">
                  <c:v>42557</c:v>
                </c:pt>
                <c:pt idx="1604">
                  <c:v>42558</c:v>
                </c:pt>
                <c:pt idx="1605">
                  <c:v>42559</c:v>
                </c:pt>
                <c:pt idx="1606">
                  <c:v>42562</c:v>
                </c:pt>
                <c:pt idx="1607">
                  <c:v>42563</c:v>
                </c:pt>
                <c:pt idx="1608">
                  <c:v>42564</c:v>
                </c:pt>
                <c:pt idx="1609">
                  <c:v>42565</c:v>
                </c:pt>
                <c:pt idx="1610">
                  <c:v>42566</c:v>
                </c:pt>
                <c:pt idx="1611">
                  <c:v>42569</c:v>
                </c:pt>
                <c:pt idx="1612">
                  <c:v>42570</c:v>
                </c:pt>
                <c:pt idx="1613">
                  <c:v>42571</c:v>
                </c:pt>
                <c:pt idx="1614">
                  <c:v>42572</c:v>
                </c:pt>
                <c:pt idx="1615">
                  <c:v>42573</c:v>
                </c:pt>
                <c:pt idx="1616">
                  <c:v>42576</c:v>
                </c:pt>
                <c:pt idx="1617">
                  <c:v>42577</c:v>
                </c:pt>
                <c:pt idx="1618">
                  <c:v>42578</c:v>
                </c:pt>
                <c:pt idx="1619">
                  <c:v>42579</c:v>
                </c:pt>
                <c:pt idx="1620">
                  <c:v>42580</c:v>
                </c:pt>
                <c:pt idx="1621">
                  <c:v>42583</c:v>
                </c:pt>
                <c:pt idx="1622">
                  <c:v>42584</c:v>
                </c:pt>
                <c:pt idx="1623">
                  <c:v>42585</c:v>
                </c:pt>
                <c:pt idx="1624">
                  <c:v>42586</c:v>
                </c:pt>
                <c:pt idx="1625">
                  <c:v>42587</c:v>
                </c:pt>
                <c:pt idx="1626">
                  <c:v>42590</c:v>
                </c:pt>
                <c:pt idx="1627">
                  <c:v>42591</c:v>
                </c:pt>
                <c:pt idx="1628">
                  <c:v>42592</c:v>
                </c:pt>
                <c:pt idx="1629">
                  <c:v>42593</c:v>
                </c:pt>
                <c:pt idx="1630">
                  <c:v>42594</c:v>
                </c:pt>
                <c:pt idx="1631">
                  <c:v>42597</c:v>
                </c:pt>
                <c:pt idx="1632">
                  <c:v>42598</c:v>
                </c:pt>
                <c:pt idx="1633">
                  <c:v>42599</c:v>
                </c:pt>
                <c:pt idx="1634">
                  <c:v>42600</c:v>
                </c:pt>
                <c:pt idx="1635">
                  <c:v>42601</c:v>
                </c:pt>
                <c:pt idx="1636">
                  <c:v>42604</c:v>
                </c:pt>
                <c:pt idx="1637">
                  <c:v>42605</c:v>
                </c:pt>
                <c:pt idx="1638">
                  <c:v>42606</c:v>
                </c:pt>
                <c:pt idx="1639">
                  <c:v>42607</c:v>
                </c:pt>
                <c:pt idx="1640">
                  <c:v>42608</c:v>
                </c:pt>
                <c:pt idx="1641">
                  <c:v>42611</c:v>
                </c:pt>
                <c:pt idx="1642">
                  <c:v>42612</c:v>
                </c:pt>
                <c:pt idx="1643">
                  <c:v>42613</c:v>
                </c:pt>
                <c:pt idx="1644">
                  <c:v>42614</c:v>
                </c:pt>
                <c:pt idx="1645">
                  <c:v>42615</c:v>
                </c:pt>
                <c:pt idx="1646">
                  <c:v>42619</c:v>
                </c:pt>
                <c:pt idx="1647">
                  <c:v>42620</c:v>
                </c:pt>
                <c:pt idx="1648">
                  <c:v>42621</c:v>
                </c:pt>
                <c:pt idx="1649">
                  <c:v>42622</c:v>
                </c:pt>
                <c:pt idx="1650">
                  <c:v>42625</c:v>
                </c:pt>
                <c:pt idx="1651">
                  <c:v>42626</c:v>
                </c:pt>
                <c:pt idx="1652">
                  <c:v>42627</c:v>
                </c:pt>
                <c:pt idx="1653">
                  <c:v>42628</c:v>
                </c:pt>
                <c:pt idx="1654">
                  <c:v>42629</c:v>
                </c:pt>
                <c:pt idx="1655">
                  <c:v>42632</c:v>
                </c:pt>
                <c:pt idx="1656">
                  <c:v>42633</c:v>
                </c:pt>
                <c:pt idx="1657">
                  <c:v>42634</c:v>
                </c:pt>
                <c:pt idx="1658">
                  <c:v>42635</c:v>
                </c:pt>
                <c:pt idx="1659">
                  <c:v>42636</c:v>
                </c:pt>
                <c:pt idx="1660">
                  <c:v>42639</c:v>
                </c:pt>
                <c:pt idx="1661">
                  <c:v>42640</c:v>
                </c:pt>
                <c:pt idx="1662">
                  <c:v>42641</c:v>
                </c:pt>
                <c:pt idx="1663">
                  <c:v>42642</c:v>
                </c:pt>
                <c:pt idx="1664">
                  <c:v>42643</c:v>
                </c:pt>
                <c:pt idx="1665">
                  <c:v>42646</c:v>
                </c:pt>
                <c:pt idx="1666">
                  <c:v>42647</c:v>
                </c:pt>
                <c:pt idx="1667">
                  <c:v>42648</c:v>
                </c:pt>
                <c:pt idx="1668">
                  <c:v>42649</c:v>
                </c:pt>
                <c:pt idx="1669">
                  <c:v>42650</c:v>
                </c:pt>
                <c:pt idx="1670">
                  <c:v>42654</c:v>
                </c:pt>
                <c:pt idx="1671">
                  <c:v>42655</c:v>
                </c:pt>
                <c:pt idx="1672">
                  <c:v>42656</c:v>
                </c:pt>
                <c:pt idx="1673">
                  <c:v>42657</c:v>
                </c:pt>
                <c:pt idx="1674">
                  <c:v>42660</c:v>
                </c:pt>
                <c:pt idx="1675">
                  <c:v>42661</c:v>
                </c:pt>
                <c:pt idx="1676">
                  <c:v>42662</c:v>
                </c:pt>
                <c:pt idx="1677">
                  <c:v>42663</c:v>
                </c:pt>
                <c:pt idx="1678">
                  <c:v>42664</c:v>
                </c:pt>
                <c:pt idx="1679">
                  <c:v>42667</c:v>
                </c:pt>
                <c:pt idx="1680">
                  <c:v>42668</c:v>
                </c:pt>
                <c:pt idx="1681">
                  <c:v>42669</c:v>
                </c:pt>
                <c:pt idx="1682">
                  <c:v>42670</c:v>
                </c:pt>
                <c:pt idx="1683">
                  <c:v>42671</c:v>
                </c:pt>
                <c:pt idx="1684">
                  <c:v>42674</c:v>
                </c:pt>
                <c:pt idx="1685">
                  <c:v>42675</c:v>
                </c:pt>
                <c:pt idx="1686">
                  <c:v>42676</c:v>
                </c:pt>
                <c:pt idx="1687">
                  <c:v>42677</c:v>
                </c:pt>
                <c:pt idx="1688">
                  <c:v>42678</c:v>
                </c:pt>
                <c:pt idx="1689">
                  <c:v>42681</c:v>
                </c:pt>
                <c:pt idx="1690">
                  <c:v>42682</c:v>
                </c:pt>
                <c:pt idx="1691">
                  <c:v>42683</c:v>
                </c:pt>
                <c:pt idx="1692">
                  <c:v>42684</c:v>
                </c:pt>
                <c:pt idx="1693">
                  <c:v>42688</c:v>
                </c:pt>
                <c:pt idx="1694">
                  <c:v>42689</c:v>
                </c:pt>
                <c:pt idx="1695">
                  <c:v>42690</c:v>
                </c:pt>
                <c:pt idx="1696">
                  <c:v>42691</c:v>
                </c:pt>
                <c:pt idx="1697">
                  <c:v>42692</c:v>
                </c:pt>
                <c:pt idx="1698">
                  <c:v>42695</c:v>
                </c:pt>
                <c:pt idx="1699">
                  <c:v>42696</c:v>
                </c:pt>
                <c:pt idx="1700">
                  <c:v>42697</c:v>
                </c:pt>
                <c:pt idx="1701">
                  <c:v>42699</c:v>
                </c:pt>
                <c:pt idx="1702">
                  <c:v>42702</c:v>
                </c:pt>
                <c:pt idx="1703">
                  <c:v>42703</c:v>
                </c:pt>
                <c:pt idx="1704">
                  <c:v>42704</c:v>
                </c:pt>
                <c:pt idx="1705">
                  <c:v>42705</c:v>
                </c:pt>
                <c:pt idx="1706">
                  <c:v>42706</c:v>
                </c:pt>
                <c:pt idx="1707">
                  <c:v>42709</c:v>
                </c:pt>
                <c:pt idx="1708">
                  <c:v>42710</c:v>
                </c:pt>
                <c:pt idx="1709">
                  <c:v>42711</c:v>
                </c:pt>
                <c:pt idx="1710">
                  <c:v>42712</c:v>
                </c:pt>
                <c:pt idx="1711">
                  <c:v>42713</c:v>
                </c:pt>
                <c:pt idx="1712">
                  <c:v>42716</c:v>
                </c:pt>
                <c:pt idx="1713">
                  <c:v>42717</c:v>
                </c:pt>
                <c:pt idx="1714">
                  <c:v>42718</c:v>
                </c:pt>
                <c:pt idx="1715">
                  <c:v>42719</c:v>
                </c:pt>
                <c:pt idx="1716">
                  <c:v>42720</c:v>
                </c:pt>
                <c:pt idx="1717">
                  <c:v>42723</c:v>
                </c:pt>
                <c:pt idx="1718">
                  <c:v>42724</c:v>
                </c:pt>
                <c:pt idx="1719">
                  <c:v>42725</c:v>
                </c:pt>
                <c:pt idx="1720">
                  <c:v>42726</c:v>
                </c:pt>
                <c:pt idx="1721">
                  <c:v>42727</c:v>
                </c:pt>
                <c:pt idx="1722">
                  <c:v>42731</c:v>
                </c:pt>
                <c:pt idx="1723">
                  <c:v>42732</c:v>
                </c:pt>
                <c:pt idx="1724">
                  <c:v>42733</c:v>
                </c:pt>
                <c:pt idx="1725">
                  <c:v>42734</c:v>
                </c:pt>
                <c:pt idx="1726">
                  <c:v>42738</c:v>
                </c:pt>
                <c:pt idx="1727">
                  <c:v>42739</c:v>
                </c:pt>
                <c:pt idx="1728">
                  <c:v>42740</c:v>
                </c:pt>
                <c:pt idx="1729">
                  <c:v>42741</c:v>
                </c:pt>
                <c:pt idx="1730">
                  <c:v>42744</c:v>
                </c:pt>
                <c:pt idx="1731">
                  <c:v>42745</c:v>
                </c:pt>
                <c:pt idx="1732">
                  <c:v>42746</c:v>
                </c:pt>
                <c:pt idx="1733">
                  <c:v>42747</c:v>
                </c:pt>
                <c:pt idx="1734">
                  <c:v>42748</c:v>
                </c:pt>
                <c:pt idx="1735">
                  <c:v>42752</c:v>
                </c:pt>
                <c:pt idx="1736">
                  <c:v>42753</c:v>
                </c:pt>
                <c:pt idx="1737">
                  <c:v>42754</c:v>
                </c:pt>
                <c:pt idx="1738">
                  <c:v>42755</c:v>
                </c:pt>
                <c:pt idx="1739">
                  <c:v>42758</c:v>
                </c:pt>
                <c:pt idx="1740">
                  <c:v>42759</c:v>
                </c:pt>
                <c:pt idx="1741">
                  <c:v>42760</c:v>
                </c:pt>
                <c:pt idx="1742">
                  <c:v>42761</c:v>
                </c:pt>
                <c:pt idx="1743">
                  <c:v>42762</c:v>
                </c:pt>
                <c:pt idx="1744">
                  <c:v>42765</c:v>
                </c:pt>
                <c:pt idx="1745">
                  <c:v>42766</c:v>
                </c:pt>
                <c:pt idx="1746">
                  <c:v>42767</c:v>
                </c:pt>
                <c:pt idx="1747">
                  <c:v>42768</c:v>
                </c:pt>
                <c:pt idx="1748">
                  <c:v>42769</c:v>
                </c:pt>
                <c:pt idx="1749">
                  <c:v>42772</c:v>
                </c:pt>
                <c:pt idx="1750">
                  <c:v>42773</c:v>
                </c:pt>
                <c:pt idx="1751">
                  <c:v>42774</c:v>
                </c:pt>
                <c:pt idx="1752">
                  <c:v>42775</c:v>
                </c:pt>
                <c:pt idx="1753">
                  <c:v>42776</c:v>
                </c:pt>
                <c:pt idx="1754">
                  <c:v>42779</c:v>
                </c:pt>
                <c:pt idx="1755">
                  <c:v>42780</c:v>
                </c:pt>
                <c:pt idx="1756">
                  <c:v>42781</c:v>
                </c:pt>
                <c:pt idx="1757">
                  <c:v>42782</c:v>
                </c:pt>
                <c:pt idx="1758">
                  <c:v>42783</c:v>
                </c:pt>
                <c:pt idx="1759">
                  <c:v>42787</c:v>
                </c:pt>
                <c:pt idx="1760">
                  <c:v>42788</c:v>
                </c:pt>
                <c:pt idx="1761">
                  <c:v>42789</c:v>
                </c:pt>
                <c:pt idx="1762">
                  <c:v>42790</c:v>
                </c:pt>
                <c:pt idx="1763">
                  <c:v>42793</c:v>
                </c:pt>
                <c:pt idx="1764">
                  <c:v>42794</c:v>
                </c:pt>
                <c:pt idx="1765">
                  <c:v>42795</c:v>
                </c:pt>
                <c:pt idx="1766">
                  <c:v>42796</c:v>
                </c:pt>
                <c:pt idx="1767">
                  <c:v>42797</c:v>
                </c:pt>
                <c:pt idx="1768">
                  <c:v>42800</c:v>
                </c:pt>
                <c:pt idx="1769">
                  <c:v>42801</c:v>
                </c:pt>
                <c:pt idx="1770">
                  <c:v>42802</c:v>
                </c:pt>
                <c:pt idx="1771">
                  <c:v>42803</c:v>
                </c:pt>
                <c:pt idx="1772">
                  <c:v>42804</c:v>
                </c:pt>
                <c:pt idx="1773">
                  <c:v>42807</c:v>
                </c:pt>
                <c:pt idx="1774">
                  <c:v>42808</c:v>
                </c:pt>
                <c:pt idx="1775">
                  <c:v>42809</c:v>
                </c:pt>
                <c:pt idx="1776">
                  <c:v>42810</c:v>
                </c:pt>
                <c:pt idx="1777">
                  <c:v>42811</c:v>
                </c:pt>
                <c:pt idx="1778">
                  <c:v>42814</c:v>
                </c:pt>
                <c:pt idx="1779">
                  <c:v>42815</c:v>
                </c:pt>
                <c:pt idx="1780">
                  <c:v>42816</c:v>
                </c:pt>
                <c:pt idx="1781">
                  <c:v>42817</c:v>
                </c:pt>
                <c:pt idx="1782">
                  <c:v>42818</c:v>
                </c:pt>
                <c:pt idx="1783">
                  <c:v>42821</c:v>
                </c:pt>
                <c:pt idx="1784">
                  <c:v>42822</c:v>
                </c:pt>
                <c:pt idx="1785">
                  <c:v>42823</c:v>
                </c:pt>
                <c:pt idx="1786">
                  <c:v>42824</c:v>
                </c:pt>
                <c:pt idx="1787">
                  <c:v>42825</c:v>
                </c:pt>
                <c:pt idx="1788">
                  <c:v>42828</c:v>
                </c:pt>
                <c:pt idx="1789">
                  <c:v>42829</c:v>
                </c:pt>
                <c:pt idx="1790">
                  <c:v>42830</c:v>
                </c:pt>
                <c:pt idx="1791">
                  <c:v>42831</c:v>
                </c:pt>
                <c:pt idx="1792">
                  <c:v>42832</c:v>
                </c:pt>
                <c:pt idx="1793">
                  <c:v>42835</c:v>
                </c:pt>
                <c:pt idx="1794">
                  <c:v>42836</c:v>
                </c:pt>
                <c:pt idx="1795">
                  <c:v>42842</c:v>
                </c:pt>
                <c:pt idx="1796">
                  <c:v>42843</c:v>
                </c:pt>
                <c:pt idx="1797">
                  <c:v>42844</c:v>
                </c:pt>
                <c:pt idx="1798">
                  <c:v>42845</c:v>
                </c:pt>
                <c:pt idx="1799">
                  <c:v>42846</c:v>
                </c:pt>
                <c:pt idx="1800">
                  <c:v>42849</c:v>
                </c:pt>
                <c:pt idx="1801">
                  <c:v>42850</c:v>
                </c:pt>
                <c:pt idx="1802">
                  <c:v>42851</c:v>
                </c:pt>
                <c:pt idx="1803">
                  <c:v>42852</c:v>
                </c:pt>
                <c:pt idx="1804">
                  <c:v>42853</c:v>
                </c:pt>
                <c:pt idx="1805">
                  <c:v>42856</c:v>
                </c:pt>
                <c:pt idx="1806">
                  <c:v>42857</c:v>
                </c:pt>
                <c:pt idx="1807">
                  <c:v>42858</c:v>
                </c:pt>
                <c:pt idx="1808">
                  <c:v>42859</c:v>
                </c:pt>
                <c:pt idx="1809">
                  <c:v>42860</c:v>
                </c:pt>
                <c:pt idx="1810">
                  <c:v>42863</c:v>
                </c:pt>
                <c:pt idx="1811">
                  <c:v>42864</c:v>
                </c:pt>
                <c:pt idx="1812">
                  <c:v>42865</c:v>
                </c:pt>
                <c:pt idx="1813">
                  <c:v>42866</c:v>
                </c:pt>
                <c:pt idx="1814">
                  <c:v>42867</c:v>
                </c:pt>
                <c:pt idx="1815">
                  <c:v>42870</c:v>
                </c:pt>
                <c:pt idx="1816">
                  <c:v>42871</c:v>
                </c:pt>
                <c:pt idx="1817">
                  <c:v>42872</c:v>
                </c:pt>
                <c:pt idx="1818">
                  <c:v>42873</c:v>
                </c:pt>
                <c:pt idx="1819">
                  <c:v>42874</c:v>
                </c:pt>
                <c:pt idx="1820">
                  <c:v>42877</c:v>
                </c:pt>
                <c:pt idx="1821">
                  <c:v>42878</c:v>
                </c:pt>
                <c:pt idx="1822">
                  <c:v>42879</c:v>
                </c:pt>
                <c:pt idx="1823">
                  <c:v>42880</c:v>
                </c:pt>
                <c:pt idx="1824">
                  <c:v>42881</c:v>
                </c:pt>
                <c:pt idx="1825">
                  <c:v>42885</c:v>
                </c:pt>
                <c:pt idx="1826">
                  <c:v>42886</c:v>
                </c:pt>
                <c:pt idx="1827">
                  <c:v>42887</c:v>
                </c:pt>
                <c:pt idx="1828">
                  <c:v>42888</c:v>
                </c:pt>
                <c:pt idx="1829">
                  <c:v>42891</c:v>
                </c:pt>
                <c:pt idx="1830">
                  <c:v>42892</c:v>
                </c:pt>
                <c:pt idx="1831">
                  <c:v>42893</c:v>
                </c:pt>
                <c:pt idx="1832">
                  <c:v>42894</c:v>
                </c:pt>
                <c:pt idx="1833">
                  <c:v>42895</c:v>
                </c:pt>
                <c:pt idx="1834">
                  <c:v>42898</c:v>
                </c:pt>
                <c:pt idx="1835">
                  <c:v>42899</c:v>
                </c:pt>
                <c:pt idx="1836">
                  <c:v>42900</c:v>
                </c:pt>
                <c:pt idx="1837">
                  <c:v>42901</c:v>
                </c:pt>
                <c:pt idx="1838">
                  <c:v>42902</c:v>
                </c:pt>
                <c:pt idx="1839">
                  <c:v>42905</c:v>
                </c:pt>
                <c:pt idx="1840">
                  <c:v>42906</c:v>
                </c:pt>
                <c:pt idx="1841">
                  <c:v>42907</c:v>
                </c:pt>
                <c:pt idx="1842">
                  <c:v>42908</c:v>
                </c:pt>
                <c:pt idx="1843">
                  <c:v>42909</c:v>
                </c:pt>
                <c:pt idx="1844">
                  <c:v>42912</c:v>
                </c:pt>
                <c:pt idx="1845">
                  <c:v>42913</c:v>
                </c:pt>
                <c:pt idx="1846">
                  <c:v>42914</c:v>
                </c:pt>
                <c:pt idx="1847">
                  <c:v>42915</c:v>
                </c:pt>
                <c:pt idx="1848">
                  <c:v>42916</c:v>
                </c:pt>
                <c:pt idx="1849">
                  <c:v>42919</c:v>
                </c:pt>
                <c:pt idx="1850">
                  <c:v>42921</c:v>
                </c:pt>
                <c:pt idx="1851">
                  <c:v>42922</c:v>
                </c:pt>
                <c:pt idx="1852">
                  <c:v>42923</c:v>
                </c:pt>
                <c:pt idx="1853">
                  <c:v>42926</c:v>
                </c:pt>
                <c:pt idx="1854">
                  <c:v>42927</c:v>
                </c:pt>
                <c:pt idx="1855">
                  <c:v>42928</c:v>
                </c:pt>
                <c:pt idx="1856">
                  <c:v>42929</c:v>
                </c:pt>
                <c:pt idx="1857">
                  <c:v>42930</c:v>
                </c:pt>
                <c:pt idx="1858">
                  <c:v>42933</c:v>
                </c:pt>
                <c:pt idx="1859">
                  <c:v>42934</c:v>
                </c:pt>
                <c:pt idx="1860">
                  <c:v>42935</c:v>
                </c:pt>
                <c:pt idx="1861">
                  <c:v>42936</c:v>
                </c:pt>
                <c:pt idx="1862">
                  <c:v>42937</c:v>
                </c:pt>
                <c:pt idx="1863">
                  <c:v>42940</c:v>
                </c:pt>
                <c:pt idx="1864">
                  <c:v>42941</c:v>
                </c:pt>
                <c:pt idx="1865">
                  <c:v>42942</c:v>
                </c:pt>
                <c:pt idx="1866">
                  <c:v>42943</c:v>
                </c:pt>
                <c:pt idx="1867">
                  <c:v>42944</c:v>
                </c:pt>
                <c:pt idx="1868">
                  <c:v>42947</c:v>
                </c:pt>
                <c:pt idx="1869">
                  <c:v>42948</c:v>
                </c:pt>
                <c:pt idx="1870">
                  <c:v>42949</c:v>
                </c:pt>
                <c:pt idx="1871">
                  <c:v>42950</c:v>
                </c:pt>
                <c:pt idx="1872">
                  <c:v>42951</c:v>
                </c:pt>
                <c:pt idx="1873">
                  <c:v>42954</c:v>
                </c:pt>
                <c:pt idx="1874">
                  <c:v>42955</c:v>
                </c:pt>
                <c:pt idx="1875">
                  <c:v>42956</c:v>
                </c:pt>
                <c:pt idx="1876">
                  <c:v>42957</c:v>
                </c:pt>
                <c:pt idx="1877">
                  <c:v>42958</c:v>
                </c:pt>
                <c:pt idx="1878">
                  <c:v>42961</c:v>
                </c:pt>
                <c:pt idx="1879">
                  <c:v>42962</c:v>
                </c:pt>
                <c:pt idx="1880">
                  <c:v>42963</c:v>
                </c:pt>
                <c:pt idx="1881">
                  <c:v>42964</c:v>
                </c:pt>
                <c:pt idx="1882">
                  <c:v>42965</c:v>
                </c:pt>
                <c:pt idx="1883">
                  <c:v>42968</c:v>
                </c:pt>
                <c:pt idx="1884">
                  <c:v>42969</c:v>
                </c:pt>
                <c:pt idx="1885">
                  <c:v>42970</c:v>
                </c:pt>
                <c:pt idx="1886">
                  <c:v>42971</c:v>
                </c:pt>
                <c:pt idx="1887">
                  <c:v>42972</c:v>
                </c:pt>
                <c:pt idx="1888">
                  <c:v>42975</c:v>
                </c:pt>
                <c:pt idx="1889">
                  <c:v>42976</c:v>
                </c:pt>
                <c:pt idx="1890">
                  <c:v>42977</c:v>
                </c:pt>
                <c:pt idx="1891">
                  <c:v>42978</c:v>
                </c:pt>
                <c:pt idx="1892">
                  <c:v>42979</c:v>
                </c:pt>
                <c:pt idx="1893">
                  <c:v>42983</c:v>
                </c:pt>
                <c:pt idx="1894">
                  <c:v>42984</c:v>
                </c:pt>
                <c:pt idx="1895">
                  <c:v>42985</c:v>
                </c:pt>
                <c:pt idx="1896">
                  <c:v>42986</c:v>
                </c:pt>
                <c:pt idx="1897">
                  <c:v>42989</c:v>
                </c:pt>
                <c:pt idx="1898">
                  <c:v>42990</c:v>
                </c:pt>
                <c:pt idx="1899">
                  <c:v>42991</c:v>
                </c:pt>
                <c:pt idx="1900">
                  <c:v>42992</c:v>
                </c:pt>
                <c:pt idx="1901">
                  <c:v>42993</c:v>
                </c:pt>
                <c:pt idx="1902">
                  <c:v>42996</c:v>
                </c:pt>
                <c:pt idx="1903">
                  <c:v>42997</c:v>
                </c:pt>
                <c:pt idx="1904">
                  <c:v>42998</c:v>
                </c:pt>
                <c:pt idx="1905">
                  <c:v>42999</c:v>
                </c:pt>
                <c:pt idx="1906">
                  <c:v>43000</c:v>
                </c:pt>
                <c:pt idx="1907">
                  <c:v>43003</c:v>
                </c:pt>
                <c:pt idx="1908">
                  <c:v>43004</c:v>
                </c:pt>
                <c:pt idx="1909">
                  <c:v>43005</c:v>
                </c:pt>
                <c:pt idx="1910">
                  <c:v>43006</c:v>
                </c:pt>
                <c:pt idx="1911">
                  <c:v>43007</c:v>
                </c:pt>
                <c:pt idx="1912">
                  <c:v>43010</c:v>
                </c:pt>
                <c:pt idx="1913">
                  <c:v>43011</c:v>
                </c:pt>
                <c:pt idx="1914">
                  <c:v>43012</c:v>
                </c:pt>
                <c:pt idx="1915">
                  <c:v>43013</c:v>
                </c:pt>
                <c:pt idx="1916">
                  <c:v>43014</c:v>
                </c:pt>
                <c:pt idx="1917">
                  <c:v>43018</c:v>
                </c:pt>
                <c:pt idx="1918">
                  <c:v>43019</c:v>
                </c:pt>
                <c:pt idx="1919">
                  <c:v>43020</c:v>
                </c:pt>
                <c:pt idx="1920">
                  <c:v>43021</c:v>
                </c:pt>
                <c:pt idx="1921">
                  <c:v>43024</c:v>
                </c:pt>
                <c:pt idx="1922">
                  <c:v>43025</c:v>
                </c:pt>
                <c:pt idx="1923">
                  <c:v>43026</c:v>
                </c:pt>
                <c:pt idx="1924">
                  <c:v>43027</c:v>
                </c:pt>
                <c:pt idx="1925">
                  <c:v>43028</c:v>
                </c:pt>
                <c:pt idx="1926">
                  <c:v>43031</c:v>
                </c:pt>
                <c:pt idx="1927">
                  <c:v>43032</c:v>
                </c:pt>
                <c:pt idx="1928">
                  <c:v>43033</c:v>
                </c:pt>
                <c:pt idx="1929">
                  <c:v>43034</c:v>
                </c:pt>
                <c:pt idx="1930">
                  <c:v>43035</c:v>
                </c:pt>
                <c:pt idx="1931">
                  <c:v>43038</c:v>
                </c:pt>
                <c:pt idx="1932">
                  <c:v>43039</c:v>
                </c:pt>
                <c:pt idx="1933">
                  <c:v>43040</c:v>
                </c:pt>
                <c:pt idx="1934">
                  <c:v>43041</c:v>
                </c:pt>
                <c:pt idx="1935">
                  <c:v>43042</c:v>
                </c:pt>
                <c:pt idx="1936">
                  <c:v>43045</c:v>
                </c:pt>
                <c:pt idx="1937">
                  <c:v>43046</c:v>
                </c:pt>
                <c:pt idx="1938">
                  <c:v>43047</c:v>
                </c:pt>
                <c:pt idx="1939">
                  <c:v>43048</c:v>
                </c:pt>
                <c:pt idx="1940">
                  <c:v>43049</c:v>
                </c:pt>
                <c:pt idx="1941">
                  <c:v>43052</c:v>
                </c:pt>
                <c:pt idx="1942">
                  <c:v>43053</c:v>
                </c:pt>
                <c:pt idx="1943">
                  <c:v>43054</c:v>
                </c:pt>
                <c:pt idx="1944">
                  <c:v>43055</c:v>
                </c:pt>
                <c:pt idx="1945">
                  <c:v>43056</c:v>
                </c:pt>
                <c:pt idx="1946">
                  <c:v>43059</c:v>
                </c:pt>
                <c:pt idx="1947">
                  <c:v>43060</c:v>
                </c:pt>
                <c:pt idx="1948">
                  <c:v>43061</c:v>
                </c:pt>
                <c:pt idx="1949">
                  <c:v>43063</c:v>
                </c:pt>
                <c:pt idx="1950">
                  <c:v>43066</c:v>
                </c:pt>
                <c:pt idx="1951">
                  <c:v>43067</c:v>
                </c:pt>
                <c:pt idx="1952">
                  <c:v>43068</c:v>
                </c:pt>
                <c:pt idx="1953">
                  <c:v>43069</c:v>
                </c:pt>
                <c:pt idx="1954">
                  <c:v>43070</c:v>
                </c:pt>
                <c:pt idx="1955">
                  <c:v>43073</c:v>
                </c:pt>
                <c:pt idx="1956">
                  <c:v>43074</c:v>
                </c:pt>
                <c:pt idx="1957">
                  <c:v>43075</c:v>
                </c:pt>
                <c:pt idx="1958">
                  <c:v>43076</c:v>
                </c:pt>
                <c:pt idx="1959">
                  <c:v>43077</c:v>
                </c:pt>
                <c:pt idx="1960">
                  <c:v>43080</c:v>
                </c:pt>
                <c:pt idx="1961">
                  <c:v>43081</c:v>
                </c:pt>
                <c:pt idx="1962">
                  <c:v>43082</c:v>
                </c:pt>
                <c:pt idx="1963">
                  <c:v>43083</c:v>
                </c:pt>
                <c:pt idx="1964">
                  <c:v>43084</c:v>
                </c:pt>
                <c:pt idx="1965">
                  <c:v>43087</c:v>
                </c:pt>
                <c:pt idx="1966">
                  <c:v>43088</c:v>
                </c:pt>
                <c:pt idx="1967">
                  <c:v>43089</c:v>
                </c:pt>
                <c:pt idx="1968">
                  <c:v>43090</c:v>
                </c:pt>
                <c:pt idx="1969">
                  <c:v>43091</c:v>
                </c:pt>
                <c:pt idx="1970">
                  <c:v>43095</c:v>
                </c:pt>
                <c:pt idx="1971">
                  <c:v>43096</c:v>
                </c:pt>
                <c:pt idx="1972">
                  <c:v>43097</c:v>
                </c:pt>
                <c:pt idx="1973">
                  <c:v>43098</c:v>
                </c:pt>
                <c:pt idx="1974">
                  <c:v>43102</c:v>
                </c:pt>
                <c:pt idx="1975">
                  <c:v>43103</c:v>
                </c:pt>
                <c:pt idx="1976">
                  <c:v>43104</c:v>
                </c:pt>
                <c:pt idx="1977">
                  <c:v>43105</c:v>
                </c:pt>
                <c:pt idx="1978">
                  <c:v>43108</c:v>
                </c:pt>
                <c:pt idx="1979">
                  <c:v>43109</c:v>
                </c:pt>
                <c:pt idx="1980">
                  <c:v>43110</c:v>
                </c:pt>
                <c:pt idx="1981">
                  <c:v>43111</c:v>
                </c:pt>
                <c:pt idx="1982">
                  <c:v>43112</c:v>
                </c:pt>
                <c:pt idx="1983">
                  <c:v>43116</c:v>
                </c:pt>
                <c:pt idx="1984">
                  <c:v>43117</c:v>
                </c:pt>
                <c:pt idx="1985">
                  <c:v>43118</c:v>
                </c:pt>
                <c:pt idx="1986">
                  <c:v>43119</c:v>
                </c:pt>
                <c:pt idx="1987">
                  <c:v>43122</c:v>
                </c:pt>
                <c:pt idx="1988">
                  <c:v>43123</c:v>
                </c:pt>
                <c:pt idx="1989">
                  <c:v>43124</c:v>
                </c:pt>
                <c:pt idx="1990">
                  <c:v>43125</c:v>
                </c:pt>
                <c:pt idx="1991">
                  <c:v>43126</c:v>
                </c:pt>
                <c:pt idx="1992">
                  <c:v>43129</c:v>
                </c:pt>
                <c:pt idx="1993">
                  <c:v>43130</c:v>
                </c:pt>
                <c:pt idx="1994">
                  <c:v>43131</c:v>
                </c:pt>
                <c:pt idx="1995">
                  <c:v>43132</c:v>
                </c:pt>
                <c:pt idx="1996">
                  <c:v>43133</c:v>
                </c:pt>
                <c:pt idx="1997">
                  <c:v>43136</c:v>
                </c:pt>
                <c:pt idx="1998">
                  <c:v>43137</c:v>
                </c:pt>
                <c:pt idx="1999">
                  <c:v>43138</c:v>
                </c:pt>
                <c:pt idx="2000">
                  <c:v>43139</c:v>
                </c:pt>
                <c:pt idx="2001">
                  <c:v>43140</c:v>
                </c:pt>
                <c:pt idx="2002">
                  <c:v>43143</c:v>
                </c:pt>
                <c:pt idx="2003">
                  <c:v>43144</c:v>
                </c:pt>
                <c:pt idx="2004">
                  <c:v>43145</c:v>
                </c:pt>
                <c:pt idx="2005">
                  <c:v>43146</c:v>
                </c:pt>
                <c:pt idx="2006">
                  <c:v>43147</c:v>
                </c:pt>
                <c:pt idx="2007">
                  <c:v>43151</c:v>
                </c:pt>
                <c:pt idx="2008">
                  <c:v>43152</c:v>
                </c:pt>
                <c:pt idx="2009">
                  <c:v>43153</c:v>
                </c:pt>
                <c:pt idx="2010">
                  <c:v>43154</c:v>
                </c:pt>
                <c:pt idx="2011">
                  <c:v>43157</c:v>
                </c:pt>
                <c:pt idx="2012">
                  <c:v>43158</c:v>
                </c:pt>
                <c:pt idx="2013">
                  <c:v>43159</c:v>
                </c:pt>
                <c:pt idx="2014">
                  <c:v>43160</c:v>
                </c:pt>
                <c:pt idx="2015">
                  <c:v>43161</c:v>
                </c:pt>
                <c:pt idx="2016">
                  <c:v>43164</c:v>
                </c:pt>
                <c:pt idx="2017">
                  <c:v>43165</c:v>
                </c:pt>
                <c:pt idx="2018">
                  <c:v>43166</c:v>
                </c:pt>
                <c:pt idx="2019">
                  <c:v>43167</c:v>
                </c:pt>
                <c:pt idx="2020">
                  <c:v>43168</c:v>
                </c:pt>
                <c:pt idx="2021">
                  <c:v>43171</c:v>
                </c:pt>
                <c:pt idx="2022">
                  <c:v>43172</c:v>
                </c:pt>
                <c:pt idx="2023">
                  <c:v>43173</c:v>
                </c:pt>
                <c:pt idx="2024">
                  <c:v>43174</c:v>
                </c:pt>
                <c:pt idx="2025">
                  <c:v>43175</c:v>
                </c:pt>
                <c:pt idx="2026">
                  <c:v>43178</c:v>
                </c:pt>
                <c:pt idx="2027">
                  <c:v>43179</c:v>
                </c:pt>
                <c:pt idx="2028">
                  <c:v>43180</c:v>
                </c:pt>
                <c:pt idx="2029">
                  <c:v>43181</c:v>
                </c:pt>
                <c:pt idx="2030">
                  <c:v>43182</c:v>
                </c:pt>
                <c:pt idx="2031">
                  <c:v>43185</c:v>
                </c:pt>
                <c:pt idx="2032">
                  <c:v>43186</c:v>
                </c:pt>
                <c:pt idx="2033">
                  <c:v>43192</c:v>
                </c:pt>
                <c:pt idx="2034">
                  <c:v>43193</c:v>
                </c:pt>
                <c:pt idx="2035">
                  <c:v>43194</c:v>
                </c:pt>
                <c:pt idx="2036">
                  <c:v>43195</c:v>
                </c:pt>
                <c:pt idx="2037">
                  <c:v>43196</c:v>
                </c:pt>
                <c:pt idx="2038">
                  <c:v>43199</c:v>
                </c:pt>
                <c:pt idx="2039">
                  <c:v>43200</c:v>
                </c:pt>
                <c:pt idx="2040">
                  <c:v>43201</c:v>
                </c:pt>
                <c:pt idx="2041">
                  <c:v>43202</c:v>
                </c:pt>
                <c:pt idx="2042">
                  <c:v>43203</c:v>
                </c:pt>
                <c:pt idx="2043">
                  <c:v>43206</c:v>
                </c:pt>
                <c:pt idx="2044">
                  <c:v>43207</c:v>
                </c:pt>
                <c:pt idx="2045">
                  <c:v>43208</c:v>
                </c:pt>
                <c:pt idx="2046">
                  <c:v>43209</c:v>
                </c:pt>
                <c:pt idx="2047">
                  <c:v>43210</c:v>
                </c:pt>
                <c:pt idx="2048">
                  <c:v>43213</c:v>
                </c:pt>
                <c:pt idx="2049">
                  <c:v>43214</c:v>
                </c:pt>
                <c:pt idx="2050">
                  <c:v>43215</c:v>
                </c:pt>
                <c:pt idx="2051">
                  <c:v>43216</c:v>
                </c:pt>
                <c:pt idx="2052">
                  <c:v>43217</c:v>
                </c:pt>
                <c:pt idx="2053">
                  <c:v>43220</c:v>
                </c:pt>
                <c:pt idx="2054">
                  <c:v>43221</c:v>
                </c:pt>
                <c:pt idx="2055">
                  <c:v>43222</c:v>
                </c:pt>
                <c:pt idx="2056">
                  <c:v>43223</c:v>
                </c:pt>
                <c:pt idx="2057">
                  <c:v>43224</c:v>
                </c:pt>
                <c:pt idx="2058">
                  <c:v>43227</c:v>
                </c:pt>
                <c:pt idx="2059">
                  <c:v>43228</c:v>
                </c:pt>
                <c:pt idx="2060">
                  <c:v>43229</c:v>
                </c:pt>
                <c:pt idx="2061">
                  <c:v>43230</c:v>
                </c:pt>
                <c:pt idx="2062">
                  <c:v>43231</c:v>
                </c:pt>
                <c:pt idx="2063">
                  <c:v>43234</c:v>
                </c:pt>
                <c:pt idx="2064">
                  <c:v>43235</c:v>
                </c:pt>
                <c:pt idx="2065">
                  <c:v>43236</c:v>
                </c:pt>
                <c:pt idx="2066">
                  <c:v>43237</c:v>
                </c:pt>
                <c:pt idx="2067">
                  <c:v>43238</c:v>
                </c:pt>
                <c:pt idx="2068">
                  <c:v>43241</c:v>
                </c:pt>
                <c:pt idx="2069">
                  <c:v>43242</c:v>
                </c:pt>
                <c:pt idx="2070">
                  <c:v>43243</c:v>
                </c:pt>
                <c:pt idx="2071">
                  <c:v>43244</c:v>
                </c:pt>
                <c:pt idx="2072">
                  <c:v>43245</c:v>
                </c:pt>
                <c:pt idx="2073">
                  <c:v>43249</c:v>
                </c:pt>
                <c:pt idx="2074">
                  <c:v>43250</c:v>
                </c:pt>
                <c:pt idx="2075">
                  <c:v>43251</c:v>
                </c:pt>
                <c:pt idx="2076">
                  <c:v>43252</c:v>
                </c:pt>
                <c:pt idx="2077">
                  <c:v>43255</c:v>
                </c:pt>
                <c:pt idx="2078">
                  <c:v>43256</c:v>
                </c:pt>
                <c:pt idx="2079">
                  <c:v>43257</c:v>
                </c:pt>
                <c:pt idx="2080">
                  <c:v>43258</c:v>
                </c:pt>
                <c:pt idx="2081">
                  <c:v>43259</c:v>
                </c:pt>
                <c:pt idx="2082">
                  <c:v>43262</c:v>
                </c:pt>
                <c:pt idx="2083">
                  <c:v>43263</c:v>
                </c:pt>
                <c:pt idx="2084">
                  <c:v>43264</c:v>
                </c:pt>
                <c:pt idx="2085">
                  <c:v>43265</c:v>
                </c:pt>
                <c:pt idx="2086">
                  <c:v>43266</c:v>
                </c:pt>
                <c:pt idx="2087">
                  <c:v>43269</c:v>
                </c:pt>
                <c:pt idx="2088">
                  <c:v>43270</c:v>
                </c:pt>
                <c:pt idx="2089">
                  <c:v>43271</c:v>
                </c:pt>
                <c:pt idx="2090">
                  <c:v>43272</c:v>
                </c:pt>
                <c:pt idx="2091">
                  <c:v>43273</c:v>
                </c:pt>
                <c:pt idx="2092">
                  <c:v>43276</c:v>
                </c:pt>
                <c:pt idx="2093">
                  <c:v>43277</c:v>
                </c:pt>
                <c:pt idx="2094">
                  <c:v>43278</c:v>
                </c:pt>
                <c:pt idx="2095">
                  <c:v>43279</c:v>
                </c:pt>
                <c:pt idx="2096">
                  <c:v>43280</c:v>
                </c:pt>
                <c:pt idx="2097">
                  <c:v>43283</c:v>
                </c:pt>
                <c:pt idx="2098">
                  <c:v>43284</c:v>
                </c:pt>
                <c:pt idx="2099">
                  <c:v>43286</c:v>
                </c:pt>
                <c:pt idx="2100">
                  <c:v>43287</c:v>
                </c:pt>
                <c:pt idx="2101">
                  <c:v>43290</c:v>
                </c:pt>
                <c:pt idx="2102">
                  <c:v>43291</c:v>
                </c:pt>
                <c:pt idx="2103">
                  <c:v>43292</c:v>
                </c:pt>
                <c:pt idx="2104">
                  <c:v>43293</c:v>
                </c:pt>
                <c:pt idx="2105">
                  <c:v>43294</c:v>
                </c:pt>
                <c:pt idx="2106">
                  <c:v>43297</c:v>
                </c:pt>
                <c:pt idx="2107">
                  <c:v>43298</c:v>
                </c:pt>
                <c:pt idx="2108">
                  <c:v>43299</c:v>
                </c:pt>
                <c:pt idx="2109">
                  <c:v>43300</c:v>
                </c:pt>
                <c:pt idx="2110">
                  <c:v>43301</c:v>
                </c:pt>
                <c:pt idx="2111">
                  <c:v>43304</c:v>
                </c:pt>
                <c:pt idx="2112">
                  <c:v>43305</c:v>
                </c:pt>
                <c:pt idx="2113">
                  <c:v>43306</c:v>
                </c:pt>
                <c:pt idx="2114">
                  <c:v>43307</c:v>
                </c:pt>
                <c:pt idx="2115">
                  <c:v>43308</c:v>
                </c:pt>
                <c:pt idx="2116">
                  <c:v>43311</c:v>
                </c:pt>
                <c:pt idx="2117">
                  <c:v>43312</c:v>
                </c:pt>
                <c:pt idx="2118">
                  <c:v>43313</c:v>
                </c:pt>
                <c:pt idx="2119">
                  <c:v>43314</c:v>
                </c:pt>
                <c:pt idx="2120">
                  <c:v>43315</c:v>
                </c:pt>
                <c:pt idx="2121">
                  <c:v>43318</c:v>
                </c:pt>
                <c:pt idx="2122">
                  <c:v>43319</c:v>
                </c:pt>
                <c:pt idx="2123">
                  <c:v>43320</c:v>
                </c:pt>
                <c:pt idx="2124">
                  <c:v>43321</c:v>
                </c:pt>
                <c:pt idx="2125">
                  <c:v>43322</c:v>
                </c:pt>
                <c:pt idx="2126">
                  <c:v>43325</c:v>
                </c:pt>
                <c:pt idx="2127">
                  <c:v>43326</c:v>
                </c:pt>
                <c:pt idx="2128">
                  <c:v>43327</c:v>
                </c:pt>
                <c:pt idx="2129">
                  <c:v>43328</c:v>
                </c:pt>
                <c:pt idx="2130">
                  <c:v>43329</c:v>
                </c:pt>
                <c:pt idx="2131">
                  <c:v>43332</c:v>
                </c:pt>
                <c:pt idx="2132">
                  <c:v>43333</c:v>
                </c:pt>
                <c:pt idx="2133">
                  <c:v>43334</c:v>
                </c:pt>
                <c:pt idx="2134">
                  <c:v>43335</c:v>
                </c:pt>
                <c:pt idx="2135">
                  <c:v>43336</c:v>
                </c:pt>
                <c:pt idx="2136">
                  <c:v>43339</c:v>
                </c:pt>
                <c:pt idx="2137">
                  <c:v>43340</c:v>
                </c:pt>
                <c:pt idx="2138">
                  <c:v>43341</c:v>
                </c:pt>
                <c:pt idx="2139">
                  <c:v>43342</c:v>
                </c:pt>
                <c:pt idx="2140">
                  <c:v>43343</c:v>
                </c:pt>
                <c:pt idx="2141">
                  <c:v>43347</c:v>
                </c:pt>
                <c:pt idx="2142">
                  <c:v>43348</c:v>
                </c:pt>
                <c:pt idx="2143">
                  <c:v>43349</c:v>
                </c:pt>
                <c:pt idx="2144">
                  <c:v>43350</c:v>
                </c:pt>
                <c:pt idx="2145">
                  <c:v>43353</c:v>
                </c:pt>
                <c:pt idx="2146">
                  <c:v>43355</c:v>
                </c:pt>
                <c:pt idx="2147">
                  <c:v>43357</c:v>
                </c:pt>
                <c:pt idx="2148">
                  <c:v>43360</c:v>
                </c:pt>
                <c:pt idx="2149">
                  <c:v>43361</c:v>
                </c:pt>
                <c:pt idx="2150">
                  <c:v>43362</c:v>
                </c:pt>
                <c:pt idx="2151">
                  <c:v>43363</c:v>
                </c:pt>
                <c:pt idx="2152">
                  <c:v>43364</c:v>
                </c:pt>
                <c:pt idx="2153">
                  <c:v>43367</c:v>
                </c:pt>
                <c:pt idx="2154">
                  <c:v>43368</c:v>
                </c:pt>
                <c:pt idx="2155">
                  <c:v>43369</c:v>
                </c:pt>
                <c:pt idx="2156">
                  <c:v>43370</c:v>
                </c:pt>
                <c:pt idx="2157">
                  <c:v>43371</c:v>
                </c:pt>
                <c:pt idx="2158">
                  <c:v>43374</c:v>
                </c:pt>
                <c:pt idx="2159">
                  <c:v>43375</c:v>
                </c:pt>
                <c:pt idx="2160">
                  <c:v>43376</c:v>
                </c:pt>
                <c:pt idx="2161">
                  <c:v>43377</c:v>
                </c:pt>
                <c:pt idx="2162">
                  <c:v>43378</c:v>
                </c:pt>
                <c:pt idx="2163">
                  <c:v>43382</c:v>
                </c:pt>
                <c:pt idx="2164">
                  <c:v>43383</c:v>
                </c:pt>
                <c:pt idx="2165">
                  <c:v>43384</c:v>
                </c:pt>
                <c:pt idx="2166">
                  <c:v>43385</c:v>
                </c:pt>
                <c:pt idx="2167">
                  <c:v>43388</c:v>
                </c:pt>
                <c:pt idx="2168">
                  <c:v>43389</c:v>
                </c:pt>
                <c:pt idx="2169">
                  <c:v>43390</c:v>
                </c:pt>
                <c:pt idx="2170">
                  <c:v>43391</c:v>
                </c:pt>
                <c:pt idx="2171">
                  <c:v>43392</c:v>
                </c:pt>
                <c:pt idx="2172">
                  <c:v>43395</c:v>
                </c:pt>
                <c:pt idx="2173">
                  <c:v>43396</c:v>
                </c:pt>
                <c:pt idx="2174">
                  <c:v>43397</c:v>
                </c:pt>
                <c:pt idx="2175">
                  <c:v>43398</c:v>
                </c:pt>
                <c:pt idx="2176">
                  <c:v>43399</c:v>
                </c:pt>
                <c:pt idx="2177">
                  <c:v>43402</c:v>
                </c:pt>
                <c:pt idx="2178">
                  <c:v>43403</c:v>
                </c:pt>
                <c:pt idx="2179">
                  <c:v>43404</c:v>
                </c:pt>
                <c:pt idx="2180">
                  <c:v>43405</c:v>
                </c:pt>
                <c:pt idx="2181">
                  <c:v>43406</c:v>
                </c:pt>
                <c:pt idx="2182">
                  <c:v>43409</c:v>
                </c:pt>
                <c:pt idx="2183">
                  <c:v>43410</c:v>
                </c:pt>
                <c:pt idx="2184">
                  <c:v>43411</c:v>
                </c:pt>
                <c:pt idx="2185">
                  <c:v>43412</c:v>
                </c:pt>
                <c:pt idx="2186">
                  <c:v>43413</c:v>
                </c:pt>
                <c:pt idx="2187">
                  <c:v>43417</c:v>
                </c:pt>
                <c:pt idx="2188">
                  <c:v>43418</c:v>
                </c:pt>
                <c:pt idx="2189">
                  <c:v>43419</c:v>
                </c:pt>
                <c:pt idx="2190">
                  <c:v>43420</c:v>
                </c:pt>
                <c:pt idx="2191">
                  <c:v>43423</c:v>
                </c:pt>
                <c:pt idx="2192">
                  <c:v>43424</c:v>
                </c:pt>
                <c:pt idx="2193">
                  <c:v>43425</c:v>
                </c:pt>
                <c:pt idx="2194">
                  <c:v>43427</c:v>
                </c:pt>
                <c:pt idx="2195">
                  <c:v>43430</c:v>
                </c:pt>
                <c:pt idx="2196">
                  <c:v>43431</c:v>
                </c:pt>
                <c:pt idx="2197">
                  <c:v>43432</c:v>
                </c:pt>
                <c:pt idx="2198">
                  <c:v>43433</c:v>
                </c:pt>
                <c:pt idx="2199">
                  <c:v>43434</c:v>
                </c:pt>
                <c:pt idx="2200">
                  <c:v>43440</c:v>
                </c:pt>
                <c:pt idx="2201">
                  <c:v>43441</c:v>
                </c:pt>
                <c:pt idx="2202">
                  <c:v>43444</c:v>
                </c:pt>
                <c:pt idx="2203">
                  <c:v>43445</c:v>
                </c:pt>
                <c:pt idx="2204">
                  <c:v>43446</c:v>
                </c:pt>
                <c:pt idx="2205">
                  <c:v>43447</c:v>
                </c:pt>
                <c:pt idx="2206">
                  <c:v>43448</c:v>
                </c:pt>
                <c:pt idx="2207">
                  <c:v>43451</c:v>
                </c:pt>
                <c:pt idx="2208">
                  <c:v>43452</c:v>
                </c:pt>
                <c:pt idx="2209">
                  <c:v>43453</c:v>
                </c:pt>
                <c:pt idx="2210">
                  <c:v>43454</c:v>
                </c:pt>
                <c:pt idx="2211">
                  <c:v>43455</c:v>
                </c:pt>
                <c:pt idx="2212">
                  <c:v>43458</c:v>
                </c:pt>
                <c:pt idx="2213">
                  <c:v>43460</c:v>
                </c:pt>
                <c:pt idx="2214">
                  <c:v>43461</c:v>
                </c:pt>
                <c:pt idx="2215">
                  <c:v>43462</c:v>
                </c:pt>
                <c:pt idx="2216">
                  <c:v>43465</c:v>
                </c:pt>
                <c:pt idx="2217">
                  <c:v>43467</c:v>
                </c:pt>
                <c:pt idx="2218">
                  <c:v>43468</c:v>
                </c:pt>
                <c:pt idx="2219">
                  <c:v>43469</c:v>
                </c:pt>
                <c:pt idx="2220">
                  <c:v>43472</c:v>
                </c:pt>
                <c:pt idx="2221">
                  <c:v>43473</c:v>
                </c:pt>
                <c:pt idx="2222">
                  <c:v>43474</c:v>
                </c:pt>
                <c:pt idx="2223">
                  <c:v>43475</c:v>
                </c:pt>
                <c:pt idx="2224">
                  <c:v>43476</c:v>
                </c:pt>
                <c:pt idx="2225">
                  <c:v>43479</c:v>
                </c:pt>
                <c:pt idx="2226">
                  <c:v>43480</c:v>
                </c:pt>
                <c:pt idx="2227">
                  <c:v>43481</c:v>
                </c:pt>
                <c:pt idx="2228">
                  <c:v>43482</c:v>
                </c:pt>
                <c:pt idx="2229">
                  <c:v>43483</c:v>
                </c:pt>
                <c:pt idx="2230">
                  <c:v>43487</c:v>
                </c:pt>
                <c:pt idx="2231">
                  <c:v>43488</c:v>
                </c:pt>
                <c:pt idx="2232">
                  <c:v>43489</c:v>
                </c:pt>
                <c:pt idx="2233">
                  <c:v>43490</c:v>
                </c:pt>
                <c:pt idx="2234">
                  <c:v>43493</c:v>
                </c:pt>
                <c:pt idx="2235">
                  <c:v>43494</c:v>
                </c:pt>
                <c:pt idx="2236">
                  <c:v>43495</c:v>
                </c:pt>
                <c:pt idx="2237">
                  <c:v>43496</c:v>
                </c:pt>
                <c:pt idx="2238">
                  <c:v>43497</c:v>
                </c:pt>
                <c:pt idx="2239">
                  <c:v>43500</c:v>
                </c:pt>
                <c:pt idx="2240">
                  <c:v>43501</c:v>
                </c:pt>
                <c:pt idx="2241">
                  <c:v>43502</c:v>
                </c:pt>
                <c:pt idx="2242">
                  <c:v>43503</c:v>
                </c:pt>
                <c:pt idx="2243">
                  <c:v>43504</c:v>
                </c:pt>
                <c:pt idx="2244">
                  <c:v>43507</c:v>
                </c:pt>
                <c:pt idx="2245">
                  <c:v>43508</c:v>
                </c:pt>
                <c:pt idx="2246">
                  <c:v>43509</c:v>
                </c:pt>
                <c:pt idx="2247">
                  <c:v>43510</c:v>
                </c:pt>
                <c:pt idx="2248">
                  <c:v>43511</c:v>
                </c:pt>
                <c:pt idx="2249">
                  <c:v>43515</c:v>
                </c:pt>
                <c:pt idx="2250">
                  <c:v>43516</c:v>
                </c:pt>
                <c:pt idx="2251">
                  <c:v>43517</c:v>
                </c:pt>
                <c:pt idx="2252">
                  <c:v>43518</c:v>
                </c:pt>
                <c:pt idx="2253">
                  <c:v>43521</c:v>
                </c:pt>
                <c:pt idx="2254">
                  <c:v>43522</c:v>
                </c:pt>
                <c:pt idx="2255">
                  <c:v>43523</c:v>
                </c:pt>
                <c:pt idx="2256">
                  <c:v>43524</c:v>
                </c:pt>
                <c:pt idx="2257">
                  <c:v>43525</c:v>
                </c:pt>
                <c:pt idx="2258">
                  <c:v>43528</c:v>
                </c:pt>
                <c:pt idx="2259">
                  <c:v>43529</c:v>
                </c:pt>
                <c:pt idx="2260">
                  <c:v>43530</c:v>
                </c:pt>
                <c:pt idx="2261">
                  <c:v>43531</c:v>
                </c:pt>
                <c:pt idx="2262">
                  <c:v>43532</c:v>
                </c:pt>
                <c:pt idx="2263">
                  <c:v>43535</c:v>
                </c:pt>
                <c:pt idx="2264">
                  <c:v>43536</c:v>
                </c:pt>
                <c:pt idx="2265">
                  <c:v>43537</c:v>
                </c:pt>
                <c:pt idx="2266">
                  <c:v>43538</c:v>
                </c:pt>
                <c:pt idx="2267">
                  <c:v>43539</c:v>
                </c:pt>
                <c:pt idx="2268">
                  <c:v>43542</c:v>
                </c:pt>
                <c:pt idx="2269">
                  <c:v>43543</c:v>
                </c:pt>
                <c:pt idx="2270">
                  <c:v>43544</c:v>
                </c:pt>
                <c:pt idx="2271">
                  <c:v>43545</c:v>
                </c:pt>
                <c:pt idx="2272">
                  <c:v>43546</c:v>
                </c:pt>
                <c:pt idx="2273">
                  <c:v>43549</c:v>
                </c:pt>
                <c:pt idx="2274">
                  <c:v>43550</c:v>
                </c:pt>
                <c:pt idx="2275">
                  <c:v>43551</c:v>
                </c:pt>
                <c:pt idx="2276">
                  <c:v>43552</c:v>
                </c:pt>
                <c:pt idx="2277">
                  <c:v>43553</c:v>
                </c:pt>
                <c:pt idx="2278">
                  <c:v>43556</c:v>
                </c:pt>
                <c:pt idx="2279">
                  <c:v>43557</c:v>
                </c:pt>
                <c:pt idx="2280">
                  <c:v>43558</c:v>
                </c:pt>
                <c:pt idx="2281">
                  <c:v>43559</c:v>
                </c:pt>
                <c:pt idx="2282">
                  <c:v>43560</c:v>
                </c:pt>
                <c:pt idx="2283">
                  <c:v>43563</c:v>
                </c:pt>
                <c:pt idx="2284">
                  <c:v>43564</c:v>
                </c:pt>
                <c:pt idx="2285">
                  <c:v>43565</c:v>
                </c:pt>
                <c:pt idx="2286">
                  <c:v>43566</c:v>
                </c:pt>
                <c:pt idx="2287">
                  <c:v>43567</c:v>
                </c:pt>
                <c:pt idx="2288">
                  <c:v>43570</c:v>
                </c:pt>
                <c:pt idx="2289">
                  <c:v>43571</c:v>
                </c:pt>
                <c:pt idx="2290">
                  <c:v>43577</c:v>
                </c:pt>
                <c:pt idx="2291">
                  <c:v>43578</c:v>
                </c:pt>
                <c:pt idx="2292">
                  <c:v>43579</c:v>
                </c:pt>
                <c:pt idx="2293">
                  <c:v>43580</c:v>
                </c:pt>
                <c:pt idx="2294">
                  <c:v>43581</c:v>
                </c:pt>
                <c:pt idx="2295">
                  <c:v>43584</c:v>
                </c:pt>
                <c:pt idx="2296">
                  <c:v>43585</c:v>
                </c:pt>
                <c:pt idx="2297">
                  <c:v>43586</c:v>
                </c:pt>
                <c:pt idx="2298">
                  <c:v>43587</c:v>
                </c:pt>
                <c:pt idx="2299">
                  <c:v>43588</c:v>
                </c:pt>
                <c:pt idx="2300">
                  <c:v>43591</c:v>
                </c:pt>
                <c:pt idx="2301">
                  <c:v>43592</c:v>
                </c:pt>
                <c:pt idx="2302">
                  <c:v>43593</c:v>
                </c:pt>
                <c:pt idx="2303">
                  <c:v>43594</c:v>
                </c:pt>
                <c:pt idx="2304">
                  <c:v>43595</c:v>
                </c:pt>
                <c:pt idx="2305">
                  <c:v>43598</c:v>
                </c:pt>
                <c:pt idx="2306">
                  <c:v>43599</c:v>
                </c:pt>
                <c:pt idx="2307">
                  <c:v>43600</c:v>
                </c:pt>
                <c:pt idx="2308">
                  <c:v>43601</c:v>
                </c:pt>
                <c:pt idx="2309">
                  <c:v>43602</c:v>
                </c:pt>
                <c:pt idx="2310">
                  <c:v>43605</c:v>
                </c:pt>
                <c:pt idx="2311">
                  <c:v>43606</c:v>
                </c:pt>
                <c:pt idx="2312">
                  <c:v>43607</c:v>
                </c:pt>
                <c:pt idx="2313">
                  <c:v>43608</c:v>
                </c:pt>
                <c:pt idx="2314">
                  <c:v>43609</c:v>
                </c:pt>
                <c:pt idx="2315">
                  <c:v>43613</c:v>
                </c:pt>
                <c:pt idx="2316">
                  <c:v>43614</c:v>
                </c:pt>
                <c:pt idx="2317">
                  <c:v>43615</c:v>
                </c:pt>
                <c:pt idx="2318">
                  <c:v>43616</c:v>
                </c:pt>
                <c:pt idx="2319">
                  <c:v>43619</c:v>
                </c:pt>
                <c:pt idx="2320">
                  <c:v>43620</c:v>
                </c:pt>
                <c:pt idx="2321">
                  <c:v>43621</c:v>
                </c:pt>
                <c:pt idx="2322">
                  <c:v>43622</c:v>
                </c:pt>
                <c:pt idx="2323">
                  <c:v>43623</c:v>
                </c:pt>
                <c:pt idx="2324">
                  <c:v>43626</c:v>
                </c:pt>
                <c:pt idx="2325">
                  <c:v>43627</c:v>
                </c:pt>
                <c:pt idx="2326">
                  <c:v>43628</c:v>
                </c:pt>
                <c:pt idx="2327">
                  <c:v>43629</c:v>
                </c:pt>
                <c:pt idx="2328">
                  <c:v>43630</c:v>
                </c:pt>
                <c:pt idx="2329">
                  <c:v>43633</c:v>
                </c:pt>
                <c:pt idx="2330">
                  <c:v>43634</c:v>
                </c:pt>
                <c:pt idx="2331">
                  <c:v>43635</c:v>
                </c:pt>
                <c:pt idx="2332">
                  <c:v>43636</c:v>
                </c:pt>
                <c:pt idx="2333">
                  <c:v>43637</c:v>
                </c:pt>
                <c:pt idx="2334">
                  <c:v>43640</c:v>
                </c:pt>
                <c:pt idx="2335">
                  <c:v>43641</c:v>
                </c:pt>
                <c:pt idx="2336">
                  <c:v>43642</c:v>
                </c:pt>
                <c:pt idx="2337">
                  <c:v>43643</c:v>
                </c:pt>
                <c:pt idx="2338">
                  <c:v>43644</c:v>
                </c:pt>
                <c:pt idx="2339">
                  <c:v>43647</c:v>
                </c:pt>
                <c:pt idx="2340">
                  <c:v>43648</c:v>
                </c:pt>
                <c:pt idx="2341">
                  <c:v>43649</c:v>
                </c:pt>
                <c:pt idx="2342">
                  <c:v>43651</c:v>
                </c:pt>
                <c:pt idx="2343">
                  <c:v>43654</c:v>
                </c:pt>
                <c:pt idx="2344">
                  <c:v>43655</c:v>
                </c:pt>
                <c:pt idx="2345">
                  <c:v>43656</c:v>
                </c:pt>
                <c:pt idx="2346">
                  <c:v>43657</c:v>
                </c:pt>
                <c:pt idx="2347">
                  <c:v>43658</c:v>
                </c:pt>
                <c:pt idx="2348">
                  <c:v>43661</c:v>
                </c:pt>
                <c:pt idx="2349">
                  <c:v>43662</c:v>
                </c:pt>
                <c:pt idx="2350">
                  <c:v>43663</c:v>
                </c:pt>
                <c:pt idx="2351">
                  <c:v>43664</c:v>
                </c:pt>
                <c:pt idx="2352">
                  <c:v>43665</c:v>
                </c:pt>
                <c:pt idx="2353">
                  <c:v>43668</c:v>
                </c:pt>
                <c:pt idx="2354">
                  <c:v>43669</c:v>
                </c:pt>
                <c:pt idx="2355">
                  <c:v>43670</c:v>
                </c:pt>
                <c:pt idx="2356">
                  <c:v>43671</c:v>
                </c:pt>
                <c:pt idx="2357">
                  <c:v>43672</c:v>
                </c:pt>
                <c:pt idx="2358">
                  <c:v>43675</c:v>
                </c:pt>
                <c:pt idx="2359">
                  <c:v>43676</c:v>
                </c:pt>
                <c:pt idx="2360">
                  <c:v>43677</c:v>
                </c:pt>
                <c:pt idx="2361">
                  <c:v>43678</c:v>
                </c:pt>
                <c:pt idx="2362">
                  <c:v>43679</c:v>
                </c:pt>
                <c:pt idx="2363">
                  <c:v>43682</c:v>
                </c:pt>
                <c:pt idx="2364">
                  <c:v>43683</c:v>
                </c:pt>
                <c:pt idx="2365">
                  <c:v>43684</c:v>
                </c:pt>
                <c:pt idx="2366">
                  <c:v>43685</c:v>
                </c:pt>
                <c:pt idx="2367">
                  <c:v>43686</c:v>
                </c:pt>
                <c:pt idx="2368">
                  <c:v>43689</c:v>
                </c:pt>
                <c:pt idx="2369">
                  <c:v>43690</c:v>
                </c:pt>
                <c:pt idx="2370">
                  <c:v>43691</c:v>
                </c:pt>
                <c:pt idx="2371">
                  <c:v>43692</c:v>
                </c:pt>
                <c:pt idx="2372">
                  <c:v>43693</c:v>
                </c:pt>
                <c:pt idx="2373">
                  <c:v>43696</c:v>
                </c:pt>
                <c:pt idx="2374">
                  <c:v>43697</c:v>
                </c:pt>
                <c:pt idx="2375">
                  <c:v>43698</c:v>
                </c:pt>
                <c:pt idx="2376">
                  <c:v>43699</c:v>
                </c:pt>
                <c:pt idx="2377">
                  <c:v>43700</c:v>
                </c:pt>
                <c:pt idx="2378">
                  <c:v>43703</c:v>
                </c:pt>
                <c:pt idx="2379">
                  <c:v>43704</c:v>
                </c:pt>
                <c:pt idx="2380">
                  <c:v>43705</c:v>
                </c:pt>
                <c:pt idx="2381">
                  <c:v>43706</c:v>
                </c:pt>
                <c:pt idx="2382">
                  <c:v>43707</c:v>
                </c:pt>
                <c:pt idx="2383">
                  <c:v>43711</c:v>
                </c:pt>
                <c:pt idx="2384">
                  <c:v>43712</c:v>
                </c:pt>
                <c:pt idx="2385">
                  <c:v>43713</c:v>
                </c:pt>
                <c:pt idx="2386">
                  <c:v>43714</c:v>
                </c:pt>
                <c:pt idx="2387">
                  <c:v>43717</c:v>
                </c:pt>
                <c:pt idx="2388">
                  <c:v>43718</c:v>
                </c:pt>
                <c:pt idx="2389">
                  <c:v>43719</c:v>
                </c:pt>
                <c:pt idx="2390">
                  <c:v>43720</c:v>
                </c:pt>
                <c:pt idx="2391">
                  <c:v>43721</c:v>
                </c:pt>
                <c:pt idx="2392">
                  <c:v>43724</c:v>
                </c:pt>
                <c:pt idx="2393">
                  <c:v>43725</c:v>
                </c:pt>
                <c:pt idx="2394">
                  <c:v>43726</c:v>
                </c:pt>
                <c:pt idx="2395">
                  <c:v>43727</c:v>
                </c:pt>
                <c:pt idx="2396">
                  <c:v>43728</c:v>
                </c:pt>
                <c:pt idx="2397">
                  <c:v>43731</c:v>
                </c:pt>
                <c:pt idx="2398">
                  <c:v>43732</c:v>
                </c:pt>
                <c:pt idx="2399">
                  <c:v>43733</c:v>
                </c:pt>
                <c:pt idx="2400">
                  <c:v>43734</c:v>
                </c:pt>
                <c:pt idx="2401">
                  <c:v>43735</c:v>
                </c:pt>
                <c:pt idx="2402">
                  <c:v>43738</c:v>
                </c:pt>
                <c:pt idx="2403">
                  <c:v>43739</c:v>
                </c:pt>
                <c:pt idx="2404">
                  <c:v>43740</c:v>
                </c:pt>
                <c:pt idx="2405">
                  <c:v>43741</c:v>
                </c:pt>
                <c:pt idx="2406">
                  <c:v>43742</c:v>
                </c:pt>
                <c:pt idx="2407">
                  <c:v>43745</c:v>
                </c:pt>
                <c:pt idx="2408">
                  <c:v>43746</c:v>
                </c:pt>
                <c:pt idx="2409">
                  <c:v>43747</c:v>
                </c:pt>
                <c:pt idx="2410">
                  <c:v>43748</c:v>
                </c:pt>
                <c:pt idx="2411">
                  <c:v>43749</c:v>
                </c:pt>
                <c:pt idx="2412">
                  <c:v>43753</c:v>
                </c:pt>
                <c:pt idx="2413">
                  <c:v>43754</c:v>
                </c:pt>
                <c:pt idx="2414">
                  <c:v>43755</c:v>
                </c:pt>
                <c:pt idx="2415">
                  <c:v>43756</c:v>
                </c:pt>
                <c:pt idx="2416">
                  <c:v>43759</c:v>
                </c:pt>
                <c:pt idx="2417">
                  <c:v>43760</c:v>
                </c:pt>
                <c:pt idx="2418">
                  <c:v>43761</c:v>
                </c:pt>
                <c:pt idx="2419">
                  <c:v>43762</c:v>
                </c:pt>
                <c:pt idx="2420">
                  <c:v>43763</c:v>
                </c:pt>
                <c:pt idx="2421">
                  <c:v>43766</c:v>
                </c:pt>
                <c:pt idx="2422">
                  <c:v>43767</c:v>
                </c:pt>
                <c:pt idx="2423">
                  <c:v>43768</c:v>
                </c:pt>
                <c:pt idx="2424">
                  <c:v>43769</c:v>
                </c:pt>
                <c:pt idx="2425">
                  <c:v>43770</c:v>
                </c:pt>
                <c:pt idx="2426">
                  <c:v>43773</c:v>
                </c:pt>
                <c:pt idx="2427">
                  <c:v>43774</c:v>
                </c:pt>
                <c:pt idx="2428">
                  <c:v>43775</c:v>
                </c:pt>
                <c:pt idx="2429">
                  <c:v>43776</c:v>
                </c:pt>
                <c:pt idx="2430">
                  <c:v>43777</c:v>
                </c:pt>
                <c:pt idx="2431">
                  <c:v>43781</c:v>
                </c:pt>
                <c:pt idx="2432">
                  <c:v>43782</c:v>
                </c:pt>
                <c:pt idx="2433">
                  <c:v>43783</c:v>
                </c:pt>
                <c:pt idx="2434">
                  <c:v>43784</c:v>
                </c:pt>
                <c:pt idx="2435">
                  <c:v>43787</c:v>
                </c:pt>
                <c:pt idx="2436">
                  <c:v>43788</c:v>
                </c:pt>
                <c:pt idx="2437">
                  <c:v>43789</c:v>
                </c:pt>
                <c:pt idx="2438">
                  <c:v>43790</c:v>
                </c:pt>
                <c:pt idx="2439">
                  <c:v>43791</c:v>
                </c:pt>
                <c:pt idx="2440">
                  <c:v>43794</c:v>
                </c:pt>
                <c:pt idx="2441">
                  <c:v>43795</c:v>
                </c:pt>
                <c:pt idx="2442">
                  <c:v>43796</c:v>
                </c:pt>
                <c:pt idx="2443">
                  <c:v>43798</c:v>
                </c:pt>
                <c:pt idx="2444">
                  <c:v>43801</c:v>
                </c:pt>
                <c:pt idx="2445">
                  <c:v>43802</c:v>
                </c:pt>
                <c:pt idx="2446">
                  <c:v>43803</c:v>
                </c:pt>
                <c:pt idx="2447">
                  <c:v>43804</c:v>
                </c:pt>
                <c:pt idx="2448">
                  <c:v>43805</c:v>
                </c:pt>
                <c:pt idx="2449">
                  <c:v>43808</c:v>
                </c:pt>
                <c:pt idx="2450">
                  <c:v>43809</c:v>
                </c:pt>
                <c:pt idx="2451">
                  <c:v>43810</c:v>
                </c:pt>
                <c:pt idx="2452">
                  <c:v>43811</c:v>
                </c:pt>
                <c:pt idx="2453">
                  <c:v>43812</c:v>
                </c:pt>
                <c:pt idx="2454">
                  <c:v>43815</c:v>
                </c:pt>
                <c:pt idx="2455">
                  <c:v>43816</c:v>
                </c:pt>
                <c:pt idx="2456">
                  <c:v>43817</c:v>
                </c:pt>
                <c:pt idx="2457">
                  <c:v>43818</c:v>
                </c:pt>
                <c:pt idx="2458">
                  <c:v>43819</c:v>
                </c:pt>
                <c:pt idx="2459">
                  <c:v>43822</c:v>
                </c:pt>
                <c:pt idx="2460">
                  <c:v>43823</c:v>
                </c:pt>
                <c:pt idx="2461">
                  <c:v>43825</c:v>
                </c:pt>
                <c:pt idx="2462">
                  <c:v>43826</c:v>
                </c:pt>
                <c:pt idx="2463">
                  <c:v>43829</c:v>
                </c:pt>
                <c:pt idx="2464">
                  <c:v>43830</c:v>
                </c:pt>
                <c:pt idx="2465">
                  <c:v>43832</c:v>
                </c:pt>
                <c:pt idx="2466">
                  <c:v>43833</c:v>
                </c:pt>
                <c:pt idx="2467">
                  <c:v>43836</c:v>
                </c:pt>
                <c:pt idx="2468">
                  <c:v>43837</c:v>
                </c:pt>
                <c:pt idx="2469">
                  <c:v>43838</c:v>
                </c:pt>
                <c:pt idx="2470">
                  <c:v>43839</c:v>
                </c:pt>
                <c:pt idx="2471">
                  <c:v>43840</c:v>
                </c:pt>
                <c:pt idx="2472">
                  <c:v>43843</c:v>
                </c:pt>
                <c:pt idx="2473">
                  <c:v>43844</c:v>
                </c:pt>
                <c:pt idx="2474">
                  <c:v>43845</c:v>
                </c:pt>
                <c:pt idx="2475">
                  <c:v>43846</c:v>
                </c:pt>
                <c:pt idx="2476">
                  <c:v>43847</c:v>
                </c:pt>
                <c:pt idx="2477">
                  <c:v>43851</c:v>
                </c:pt>
                <c:pt idx="2478">
                  <c:v>43852</c:v>
                </c:pt>
                <c:pt idx="2479">
                  <c:v>43853</c:v>
                </c:pt>
                <c:pt idx="2480">
                  <c:v>43854</c:v>
                </c:pt>
                <c:pt idx="2481">
                  <c:v>43857</c:v>
                </c:pt>
                <c:pt idx="2482">
                  <c:v>43858</c:v>
                </c:pt>
                <c:pt idx="2483">
                  <c:v>43859</c:v>
                </c:pt>
                <c:pt idx="2484">
                  <c:v>43860</c:v>
                </c:pt>
                <c:pt idx="2485">
                  <c:v>43861</c:v>
                </c:pt>
                <c:pt idx="2486">
                  <c:v>43864</c:v>
                </c:pt>
                <c:pt idx="2487">
                  <c:v>43865</c:v>
                </c:pt>
                <c:pt idx="2488">
                  <c:v>43866</c:v>
                </c:pt>
                <c:pt idx="2489">
                  <c:v>43867</c:v>
                </c:pt>
                <c:pt idx="2490">
                  <c:v>43868</c:v>
                </c:pt>
                <c:pt idx="2491">
                  <c:v>43871</c:v>
                </c:pt>
                <c:pt idx="2492">
                  <c:v>43872</c:v>
                </c:pt>
                <c:pt idx="2493">
                  <c:v>43873</c:v>
                </c:pt>
                <c:pt idx="2494">
                  <c:v>43874</c:v>
                </c:pt>
                <c:pt idx="2495">
                  <c:v>43875</c:v>
                </c:pt>
                <c:pt idx="2496">
                  <c:v>43879</c:v>
                </c:pt>
                <c:pt idx="2497">
                  <c:v>43880</c:v>
                </c:pt>
                <c:pt idx="2498">
                  <c:v>43881</c:v>
                </c:pt>
                <c:pt idx="2499">
                  <c:v>43882</c:v>
                </c:pt>
                <c:pt idx="2500">
                  <c:v>43885</c:v>
                </c:pt>
                <c:pt idx="2501">
                  <c:v>43886</c:v>
                </c:pt>
                <c:pt idx="2502">
                  <c:v>43887</c:v>
                </c:pt>
                <c:pt idx="2503">
                  <c:v>43888</c:v>
                </c:pt>
                <c:pt idx="2504">
                  <c:v>43889</c:v>
                </c:pt>
                <c:pt idx="2505">
                  <c:v>43892</c:v>
                </c:pt>
                <c:pt idx="2506">
                  <c:v>43893</c:v>
                </c:pt>
                <c:pt idx="2507">
                  <c:v>43894</c:v>
                </c:pt>
                <c:pt idx="2508">
                  <c:v>43895</c:v>
                </c:pt>
                <c:pt idx="2509">
                  <c:v>43896</c:v>
                </c:pt>
                <c:pt idx="2510">
                  <c:v>43899</c:v>
                </c:pt>
                <c:pt idx="2511">
                  <c:v>43900</c:v>
                </c:pt>
                <c:pt idx="2512">
                  <c:v>43901</c:v>
                </c:pt>
                <c:pt idx="2513">
                  <c:v>43902</c:v>
                </c:pt>
                <c:pt idx="2514">
                  <c:v>43903</c:v>
                </c:pt>
                <c:pt idx="2515">
                  <c:v>43906</c:v>
                </c:pt>
                <c:pt idx="2516">
                  <c:v>43907</c:v>
                </c:pt>
                <c:pt idx="2517">
                  <c:v>43908</c:v>
                </c:pt>
                <c:pt idx="2518">
                  <c:v>43909</c:v>
                </c:pt>
                <c:pt idx="2519">
                  <c:v>43910</c:v>
                </c:pt>
                <c:pt idx="2520">
                  <c:v>43913</c:v>
                </c:pt>
                <c:pt idx="2521">
                  <c:v>43914</c:v>
                </c:pt>
                <c:pt idx="2522">
                  <c:v>43915</c:v>
                </c:pt>
                <c:pt idx="2523">
                  <c:v>43916</c:v>
                </c:pt>
                <c:pt idx="2524">
                  <c:v>43917</c:v>
                </c:pt>
                <c:pt idx="2525">
                  <c:v>43920</c:v>
                </c:pt>
                <c:pt idx="2526">
                  <c:v>43921</c:v>
                </c:pt>
                <c:pt idx="2527">
                  <c:v>43922</c:v>
                </c:pt>
                <c:pt idx="2528">
                  <c:v>43923</c:v>
                </c:pt>
                <c:pt idx="2529">
                  <c:v>43924</c:v>
                </c:pt>
                <c:pt idx="2530">
                  <c:v>43927</c:v>
                </c:pt>
                <c:pt idx="2531">
                  <c:v>43928</c:v>
                </c:pt>
                <c:pt idx="2532">
                  <c:v>43934</c:v>
                </c:pt>
                <c:pt idx="2533">
                  <c:v>43935</c:v>
                </c:pt>
                <c:pt idx="2534">
                  <c:v>43936</c:v>
                </c:pt>
                <c:pt idx="2535">
                  <c:v>43937</c:v>
                </c:pt>
                <c:pt idx="2536">
                  <c:v>43938</c:v>
                </c:pt>
                <c:pt idx="2537">
                  <c:v>43941</c:v>
                </c:pt>
                <c:pt idx="2538">
                  <c:v>43942</c:v>
                </c:pt>
                <c:pt idx="2539">
                  <c:v>43943</c:v>
                </c:pt>
                <c:pt idx="2540">
                  <c:v>43944</c:v>
                </c:pt>
                <c:pt idx="2541">
                  <c:v>43945</c:v>
                </c:pt>
                <c:pt idx="2542">
                  <c:v>43948</c:v>
                </c:pt>
                <c:pt idx="2543">
                  <c:v>43949</c:v>
                </c:pt>
                <c:pt idx="2544">
                  <c:v>43950</c:v>
                </c:pt>
                <c:pt idx="2545">
                  <c:v>43951</c:v>
                </c:pt>
                <c:pt idx="2546">
                  <c:v>43952</c:v>
                </c:pt>
                <c:pt idx="2547">
                  <c:v>43955</c:v>
                </c:pt>
                <c:pt idx="2548">
                  <c:v>43956</c:v>
                </c:pt>
                <c:pt idx="2549">
                  <c:v>43957</c:v>
                </c:pt>
                <c:pt idx="2550">
                  <c:v>43958</c:v>
                </c:pt>
                <c:pt idx="2551">
                  <c:v>43959</c:v>
                </c:pt>
                <c:pt idx="2552">
                  <c:v>43962</c:v>
                </c:pt>
                <c:pt idx="2553">
                  <c:v>43963</c:v>
                </c:pt>
                <c:pt idx="2554">
                  <c:v>43964</c:v>
                </c:pt>
                <c:pt idx="2555">
                  <c:v>43965</c:v>
                </c:pt>
                <c:pt idx="2556">
                  <c:v>43966</c:v>
                </c:pt>
                <c:pt idx="2557">
                  <c:v>43969</c:v>
                </c:pt>
                <c:pt idx="2558">
                  <c:v>43970</c:v>
                </c:pt>
                <c:pt idx="2559">
                  <c:v>43971</c:v>
                </c:pt>
                <c:pt idx="2560">
                  <c:v>43972</c:v>
                </c:pt>
                <c:pt idx="2561">
                  <c:v>43973</c:v>
                </c:pt>
                <c:pt idx="2562">
                  <c:v>43977</c:v>
                </c:pt>
                <c:pt idx="2563">
                  <c:v>43978</c:v>
                </c:pt>
                <c:pt idx="2564">
                  <c:v>43979</c:v>
                </c:pt>
                <c:pt idx="2565">
                  <c:v>43980</c:v>
                </c:pt>
                <c:pt idx="2566">
                  <c:v>43983</c:v>
                </c:pt>
                <c:pt idx="2567">
                  <c:v>43984</c:v>
                </c:pt>
                <c:pt idx="2568">
                  <c:v>43985</c:v>
                </c:pt>
                <c:pt idx="2569">
                  <c:v>43986</c:v>
                </c:pt>
                <c:pt idx="2570">
                  <c:v>43987</c:v>
                </c:pt>
                <c:pt idx="2571">
                  <c:v>43990</c:v>
                </c:pt>
                <c:pt idx="2572">
                  <c:v>43991</c:v>
                </c:pt>
                <c:pt idx="2573">
                  <c:v>43992</c:v>
                </c:pt>
                <c:pt idx="2574">
                  <c:v>43993</c:v>
                </c:pt>
                <c:pt idx="2575">
                  <c:v>43994</c:v>
                </c:pt>
                <c:pt idx="2576">
                  <c:v>43997</c:v>
                </c:pt>
                <c:pt idx="2577">
                  <c:v>43998</c:v>
                </c:pt>
                <c:pt idx="2578">
                  <c:v>43999</c:v>
                </c:pt>
                <c:pt idx="2579">
                  <c:v>44000</c:v>
                </c:pt>
                <c:pt idx="2580">
                  <c:v>44001</c:v>
                </c:pt>
                <c:pt idx="2581">
                  <c:v>44004</c:v>
                </c:pt>
                <c:pt idx="2582">
                  <c:v>44005</c:v>
                </c:pt>
                <c:pt idx="2583">
                  <c:v>44006</c:v>
                </c:pt>
                <c:pt idx="2584">
                  <c:v>44007</c:v>
                </c:pt>
                <c:pt idx="2585">
                  <c:v>44008</c:v>
                </c:pt>
                <c:pt idx="2586">
                  <c:v>44011</c:v>
                </c:pt>
                <c:pt idx="2587">
                  <c:v>44012</c:v>
                </c:pt>
                <c:pt idx="2588">
                  <c:v>44018</c:v>
                </c:pt>
                <c:pt idx="2589">
                  <c:v>44019</c:v>
                </c:pt>
                <c:pt idx="2590">
                  <c:v>44020</c:v>
                </c:pt>
                <c:pt idx="2591">
                  <c:v>44021</c:v>
                </c:pt>
                <c:pt idx="2592">
                  <c:v>44022</c:v>
                </c:pt>
                <c:pt idx="2593">
                  <c:v>44025</c:v>
                </c:pt>
                <c:pt idx="2594">
                  <c:v>44026</c:v>
                </c:pt>
                <c:pt idx="2595">
                  <c:v>44027</c:v>
                </c:pt>
                <c:pt idx="2596">
                  <c:v>44028</c:v>
                </c:pt>
                <c:pt idx="2597">
                  <c:v>44029</c:v>
                </c:pt>
                <c:pt idx="2598">
                  <c:v>44032</c:v>
                </c:pt>
                <c:pt idx="2599">
                  <c:v>44033</c:v>
                </c:pt>
                <c:pt idx="2600">
                  <c:v>44034</c:v>
                </c:pt>
                <c:pt idx="2601">
                  <c:v>44035</c:v>
                </c:pt>
                <c:pt idx="2602">
                  <c:v>44036</c:v>
                </c:pt>
                <c:pt idx="2603">
                  <c:v>44039</c:v>
                </c:pt>
                <c:pt idx="2604">
                  <c:v>44040</c:v>
                </c:pt>
                <c:pt idx="2605">
                  <c:v>44041</c:v>
                </c:pt>
                <c:pt idx="2606">
                  <c:v>44042</c:v>
                </c:pt>
                <c:pt idx="2607">
                  <c:v>44043</c:v>
                </c:pt>
                <c:pt idx="2608">
                  <c:v>44046</c:v>
                </c:pt>
                <c:pt idx="2609">
                  <c:v>44047</c:v>
                </c:pt>
                <c:pt idx="2610">
                  <c:v>44048</c:v>
                </c:pt>
                <c:pt idx="2611">
                  <c:v>44049</c:v>
                </c:pt>
                <c:pt idx="2612">
                  <c:v>44050</c:v>
                </c:pt>
                <c:pt idx="2613">
                  <c:v>44053</c:v>
                </c:pt>
                <c:pt idx="2614">
                  <c:v>44054</c:v>
                </c:pt>
                <c:pt idx="2615">
                  <c:v>44055</c:v>
                </c:pt>
                <c:pt idx="2616">
                  <c:v>44056</c:v>
                </c:pt>
                <c:pt idx="2617">
                  <c:v>44057</c:v>
                </c:pt>
                <c:pt idx="2618">
                  <c:v>44060</c:v>
                </c:pt>
                <c:pt idx="2619">
                  <c:v>44061</c:v>
                </c:pt>
                <c:pt idx="2620">
                  <c:v>44062</c:v>
                </c:pt>
                <c:pt idx="2621">
                  <c:v>44063</c:v>
                </c:pt>
                <c:pt idx="2622">
                  <c:v>44064</c:v>
                </c:pt>
                <c:pt idx="2623">
                  <c:v>44067</c:v>
                </c:pt>
                <c:pt idx="2624">
                  <c:v>44068</c:v>
                </c:pt>
                <c:pt idx="2625">
                  <c:v>44069</c:v>
                </c:pt>
                <c:pt idx="2626">
                  <c:v>44070</c:v>
                </c:pt>
                <c:pt idx="2627">
                  <c:v>44071</c:v>
                </c:pt>
                <c:pt idx="2628">
                  <c:v>44074</c:v>
                </c:pt>
                <c:pt idx="2629">
                  <c:v>44075</c:v>
                </c:pt>
                <c:pt idx="2630">
                  <c:v>44076</c:v>
                </c:pt>
                <c:pt idx="2631">
                  <c:v>44077</c:v>
                </c:pt>
                <c:pt idx="2632">
                  <c:v>44078</c:v>
                </c:pt>
                <c:pt idx="2633">
                  <c:v>44082</c:v>
                </c:pt>
                <c:pt idx="2634">
                  <c:v>44083</c:v>
                </c:pt>
                <c:pt idx="2635">
                  <c:v>44084</c:v>
                </c:pt>
                <c:pt idx="2636">
                  <c:v>44085</c:v>
                </c:pt>
                <c:pt idx="2637">
                  <c:v>44088</c:v>
                </c:pt>
                <c:pt idx="2638">
                  <c:v>44089</c:v>
                </c:pt>
                <c:pt idx="2639">
                  <c:v>44090</c:v>
                </c:pt>
                <c:pt idx="2640">
                  <c:v>44091</c:v>
                </c:pt>
                <c:pt idx="2641">
                  <c:v>44092</c:v>
                </c:pt>
                <c:pt idx="2642">
                  <c:v>44095</c:v>
                </c:pt>
                <c:pt idx="2643">
                  <c:v>44096</c:v>
                </c:pt>
                <c:pt idx="2644">
                  <c:v>44097</c:v>
                </c:pt>
                <c:pt idx="2645">
                  <c:v>44098</c:v>
                </c:pt>
                <c:pt idx="2646">
                  <c:v>44099</c:v>
                </c:pt>
                <c:pt idx="2647">
                  <c:v>44102</c:v>
                </c:pt>
                <c:pt idx="2648">
                  <c:v>44103</c:v>
                </c:pt>
                <c:pt idx="2649">
                  <c:v>44104</c:v>
                </c:pt>
                <c:pt idx="2650">
                  <c:v>44105</c:v>
                </c:pt>
                <c:pt idx="2651">
                  <c:v>44106</c:v>
                </c:pt>
                <c:pt idx="2652">
                  <c:v>44109</c:v>
                </c:pt>
                <c:pt idx="2653">
                  <c:v>44110</c:v>
                </c:pt>
                <c:pt idx="2654">
                  <c:v>44111</c:v>
                </c:pt>
                <c:pt idx="2655">
                  <c:v>44112</c:v>
                </c:pt>
                <c:pt idx="2656">
                  <c:v>44113</c:v>
                </c:pt>
                <c:pt idx="2657">
                  <c:v>44117</c:v>
                </c:pt>
                <c:pt idx="2658">
                  <c:v>44118</c:v>
                </c:pt>
                <c:pt idx="2659">
                  <c:v>44119</c:v>
                </c:pt>
                <c:pt idx="2660">
                  <c:v>44120</c:v>
                </c:pt>
                <c:pt idx="2661">
                  <c:v>44123</c:v>
                </c:pt>
                <c:pt idx="2662">
                  <c:v>44124</c:v>
                </c:pt>
                <c:pt idx="2663">
                  <c:v>44125</c:v>
                </c:pt>
                <c:pt idx="2664">
                  <c:v>44126</c:v>
                </c:pt>
                <c:pt idx="2665">
                  <c:v>44127</c:v>
                </c:pt>
                <c:pt idx="2666">
                  <c:v>44130</c:v>
                </c:pt>
                <c:pt idx="2667">
                  <c:v>44131</c:v>
                </c:pt>
                <c:pt idx="2668">
                  <c:v>44132</c:v>
                </c:pt>
                <c:pt idx="2669">
                  <c:v>44133</c:v>
                </c:pt>
                <c:pt idx="2670">
                  <c:v>44134</c:v>
                </c:pt>
                <c:pt idx="2671">
                  <c:v>44137</c:v>
                </c:pt>
                <c:pt idx="2672">
                  <c:v>44138</c:v>
                </c:pt>
                <c:pt idx="2673">
                  <c:v>44139</c:v>
                </c:pt>
                <c:pt idx="2674">
                  <c:v>44140</c:v>
                </c:pt>
                <c:pt idx="2675">
                  <c:v>44141</c:v>
                </c:pt>
                <c:pt idx="2676">
                  <c:v>44144</c:v>
                </c:pt>
                <c:pt idx="2677">
                  <c:v>44145</c:v>
                </c:pt>
                <c:pt idx="2678">
                  <c:v>44147</c:v>
                </c:pt>
                <c:pt idx="2679">
                  <c:v>44148</c:v>
                </c:pt>
                <c:pt idx="2680">
                  <c:v>44151</c:v>
                </c:pt>
                <c:pt idx="2681">
                  <c:v>44152</c:v>
                </c:pt>
                <c:pt idx="2682">
                  <c:v>44153</c:v>
                </c:pt>
                <c:pt idx="2683">
                  <c:v>44154</c:v>
                </c:pt>
                <c:pt idx="2684">
                  <c:v>44155</c:v>
                </c:pt>
                <c:pt idx="2685">
                  <c:v>44158</c:v>
                </c:pt>
                <c:pt idx="2686">
                  <c:v>44159</c:v>
                </c:pt>
                <c:pt idx="2687">
                  <c:v>44160</c:v>
                </c:pt>
                <c:pt idx="2688">
                  <c:v>44162</c:v>
                </c:pt>
                <c:pt idx="2689">
                  <c:v>44165</c:v>
                </c:pt>
                <c:pt idx="2690">
                  <c:v>44166</c:v>
                </c:pt>
                <c:pt idx="2691">
                  <c:v>44167</c:v>
                </c:pt>
                <c:pt idx="2692">
                  <c:v>44168</c:v>
                </c:pt>
                <c:pt idx="2693">
                  <c:v>44169</c:v>
                </c:pt>
                <c:pt idx="2694">
                  <c:v>44172</c:v>
                </c:pt>
                <c:pt idx="2695">
                  <c:v>44173</c:v>
                </c:pt>
                <c:pt idx="2696">
                  <c:v>44174</c:v>
                </c:pt>
                <c:pt idx="2697">
                  <c:v>44175</c:v>
                </c:pt>
                <c:pt idx="2698">
                  <c:v>44176</c:v>
                </c:pt>
                <c:pt idx="2699">
                  <c:v>44179</c:v>
                </c:pt>
                <c:pt idx="2700">
                  <c:v>44180</c:v>
                </c:pt>
                <c:pt idx="2701">
                  <c:v>44181</c:v>
                </c:pt>
                <c:pt idx="2702">
                  <c:v>44182</c:v>
                </c:pt>
                <c:pt idx="2703">
                  <c:v>44183</c:v>
                </c:pt>
                <c:pt idx="2704">
                  <c:v>44186</c:v>
                </c:pt>
                <c:pt idx="2705">
                  <c:v>44187</c:v>
                </c:pt>
                <c:pt idx="2706">
                  <c:v>44188</c:v>
                </c:pt>
                <c:pt idx="2707">
                  <c:v>44189</c:v>
                </c:pt>
                <c:pt idx="2708">
                  <c:v>44193</c:v>
                </c:pt>
                <c:pt idx="2709">
                  <c:v>44194</c:v>
                </c:pt>
                <c:pt idx="2710">
                  <c:v>44195</c:v>
                </c:pt>
                <c:pt idx="2711">
                  <c:v>44196</c:v>
                </c:pt>
                <c:pt idx="2712">
                  <c:v>44200</c:v>
                </c:pt>
                <c:pt idx="2713">
                  <c:v>44201</c:v>
                </c:pt>
                <c:pt idx="2714">
                  <c:v>44202</c:v>
                </c:pt>
                <c:pt idx="2715">
                  <c:v>44203</c:v>
                </c:pt>
                <c:pt idx="2716">
                  <c:v>44204</c:v>
                </c:pt>
                <c:pt idx="2717">
                  <c:v>44207</c:v>
                </c:pt>
                <c:pt idx="2718">
                  <c:v>44208</c:v>
                </c:pt>
                <c:pt idx="2719">
                  <c:v>44209</c:v>
                </c:pt>
                <c:pt idx="2720">
                  <c:v>44210</c:v>
                </c:pt>
                <c:pt idx="2721">
                  <c:v>44211</c:v>
                </c:pt>
                <c:pt idx="2722">
                  <c:v>44215</c:v>
                </c:pt>
                <c:pt idx="2723">
                  <c:v>44216</c:v>
                </c:pt>
                <c:pt idx="2724">
                  <c:v>44217</c:v>
                </c:pt>
                <c:pt idx="2725">
                  <c:v>44218</c:v>
                </c:pt>
                <c:pt idx="2726">
                  <c:v>44221</c:v>
                </c:pt>
                <c:pt idx="2727">
                  <c:v>44222</c:v>
                </c:pt>
                <c:pt idx="2728">
                  <c:v>44223</c:v>
                </c:pt>
                <c:pt idx="2729">
                  <c:v>44224</c:v>
                </c:pt>
                <c:pt idx="2730">
                  <c:v>44225</c:v>
                </c:pt>
                <c:pt idx="2731">
                  <c:v>44228</c:v>
                </c:pt>
                <c:pt idx="2732">
                  <c:v>44229</c:v>
                </c:pt>
                <c:pt idx="2733">
                  <c:v>44230</c:v>
                </c:pt>
                <c:pt idx="2734">
                  <c:v>44231</c:v>
                </c:pt>
                <c:pt idx="2735">
                  <c:v>44232</c:v>
                </c:pt>
                <c:pt idx="2736">
                  <c:v>44235</c:v>
                </c:pt>
                <c:pt idx="2737">
                  <c:v>44236</c:v>
                </c:pt>
                <c:pt idx="2738">
                  <c:v>44237</c:v>
                </c:pt>
                <c:pt idx="2739">
                  <c:v>44238</c:v>
                </c:pt>
                <c:pt idx="2740">
                  <c:v>44239</c:v>
                </c:pt>
                <c:pt idx="2741">
                  <c:v>44243</c:v>
                </c:pt>
                <c:pt idx="2742">
                  <c:v>44244</c:v>
                </c:pt>
                <c:pt idx="2743">
                  <c:v>44245</c:v>
                </c:pt>
                <c:pt idx="2744">
                  <c:v>44246</c:v>
                </c:pt>
                <c:pt idx="2745">
                  <c:v>44249</c:v>
                </c:pt>
                <c:pt idx="2746">
                  <c:v>44250</c:v>
                </c:pt>
                <c:pt idx="2747">
                  <c:v>44251</c:v>
                </c:pt>
                <c:pt idx="2748">
                  <c:v>44252</c:v>
                </c:pt>
                <c:pt idx="2749">
                  <c:v>44253</c:v>
                </c:pt>
                <c:pt idx="2750">
                  <c:v>44256</c:v>
                </c:pt>
                <c:pt idx="2751">
                  <c:v>44257</c:v>
                </c:pt>
                <c:pt idx="2752">
                  <c:v>44258</c:v>
                </c:pt>
                <c:pt idx="2753">
                  <c:v>44259</c:v>
                </c:pt>
                <c:pt idx="2754">
                  <c:v>44260</c:v>
                </c:pt>
                <c:pt idx="2755">
                  <c:v>44263</c:v>
                </c:pt>
                <c:pt idx="2756">
                  <c:v>44264</c:v>
                </c:pt>
                <c:pt idx="2757">
                  <c:v>44265</c:v>
                </c:pt>
                <c:pt idx="2758">
                  <c:v>44266</c:v>
                </c:pt>
                <c:pt idx="2759">
                  <c:v>44267</c:v>
                </c:pt>
                <c:pt idx="2760">
                  <c:v>44270</c:v>
                </c:pt>
                <c:pt idx="2761">
                  <c:v>44271</c:v>
                </c:pt>
                <c:pt idx="2762">
                  <c:v>44272</c:v>
                </c:pt>
                <c:pt idx="2763">
                  <c:v>44273</c:v>
                </c:pt>
                <c:pt idx="2764">
                  <c:v>44274</c:v>
                </c:pt>
                <c:pt idx="2765">
                  <c:v>44277</c:v>
                </c:pt>
                <c:pt idx="2766">
                  <c:v>44278</c:v>
                </c:pt>
                <c:pt idx="2767">
                  <c:v>44279</c:v>
                </c:pt>
                <c:pt idx="2768">
                  <c:v>44280</c:v>
                </c:pt>
                <c:pt idx="2769">
                  <c:v>44281</c:v>
                </c:pt>
                <c:pt idx="2770">
                  <c:v>44284</c:v>
                </c:pt>
                <c:pt idx="2771">
                  <c:v>44285</c:v>
                </c:pt>
                <c:pt idx="2772">
                  <c:v>44286</c:v>
                </c:pt>
                <c:pt idx="2773">
                  <c:v>44287</c:v>
                </c:pt>
                <c:pt idx="2774">
                  <c:v>44288</c:v>
                </c:pt>
                <c:pt idx="2775">
                  <c:v>44291</c:v>
                </c:pt>
                <c:pt idx="2776">
                  <c:v>44292</c:v>
                </c:pt>
                <c:pt idx="2777">
                  <c:v>44293</c:v>
                </c:pt>
                <c:pt idx="2778">
                  <c:v>44294</c:v>
                </c:pt>
                <c:pt idx="2779">
                  <c:v>44295</c:v>
                </c:pt>
                <c:pt idx="2780">
                  <c:v>44298</c:v>
                </c:pt>
                <c:pt idx="2781">
                  <c:v>44299</c:v>
                </c:pt>
                <c:pt idx="2782">
                  <c:v>44300</c:v>
                </c:pt>
                <c:pt idx="2783">
                  <c:v>44301</c:v>
                </c:pt>
                <c:pt idx="2784">
                  <c:v>44302</c:v>
                </c:pt>
                <c:pt idx="2785">
                  <c:v>44305</c:v>
                </c:pt>
                <c:pt idx="2786">
                  <c:v>44306</c:v>
                </c:pt>
                <c:pt idx="2787">
                  <c:v>44307</c:v>
                </c:pt>
                <c:pt idx="2788">
                  <c:v>44308</c:v>
                </c:pt>
                <c:pt idx="2789">
                  <c:v>44309</c:v>
                </c:pt>
                <c:pt idx="2790">
                  <c:v>44312</c:v>
                </c:pt>
                <c:pt idx="2791">
                  <c:v>44313</c:v>
                </c:pt>
                <c:pt idx="2792">
                  <c:v>44314</c:v>
                </c:pt>
                <c:pt idx="2793">
                  <c:v>44315</c:v>
                </c:pt>
                <c:pt idx="2794">
                  <c:v>44316</c:v>
                </c:pt>
                <c:pt idx="2795">
                  <c:v>44319</c:v>
                </c:pt>
                <c:pt idx="2796">
                  <c:v>44320</c:v>
                </c:pt>
                <c:pt idx="2797">
                  <c:v>44321</c:v>
                </c:pt>
                <c:pt idx="2798">
                  <c:v>44322</c:v>
                </c:pt>
                <c:pt idx="2799">
                  <c:v>44323</c:v>
                </c:pt>
                <c:pt idx="2800">
                  <c:v>44326</c:v>
                </c:pt>
                <c:pt idx="2801">
                  <c:v>44327</c:v>
                </c:pt>
                <c:pt idx="2802">
                  <c:v>44328</c:v>
                </c:pt>
                <c:pt idx="2803">
                  <c:v>44329</c:v>
                </c:pt>
                <c:pt idx="2804">
                  <c:v>44330</c:v>
                </c:pt>
                <c:pt idx="2805">
                  <c:v>44333</c:v>
                </c:pt>
                <c:pt idx="2806">
                  <c:v>44334</c:v>
                </c:pt>
                <c:pt idx="2807">
                  <c:v>44335</c:v>
                </c:pt>
                <c:pt idx="2808">
                  <c:v>44336</c:v>
                </c:pt>
                <c:pt idx="2809">
                  <c:v>44337</c:v>
                </c:pt>
                <c:pt idx="2810">
                  <c:v>44340</c:v>
                </c:pt>
                <c:pt idx="2811">
                  <c:v>44341</c:v>
                </c:pt>
                <c:pt idx="2812">
                  <c:v>44342</c:v>
                </c:pt>
                <c:pt idx="2813">
                  <c:v>44343</c:v>
                </c:pt>
                <c:pt idx="2814">
                  <c:v>44344</c:v>
                </c:pt>
                <c:pt idx="2815">
                  <c:v>44348</c:v>
                </c:pt>
                <c:pt idx="2816">
                  <c:v>44349</c:v>
                </c:pt>
                <c:pt idx="2817">
                  <c:v>44350</c:v>
                </c:pt>
                <c:pt idx="2818">
                  <c:v>44351</c:v>
                </c:pt>
                <c:pt idx="2819">
                  <c:v>44354</c:v>
                </c:pt>
                <c:pt idx="2820">
                  <c:v>44355</c:v>
                </c:pt>
                <c:pt idx="2821">
                  <c:v>44356</c:v>
                </c:pt>
                <c:pt idx="2822">
                  <c:v>44357</c:v>
                </c:pt>
                <c:pt idx="2823">
                  <c:v>44358</c:v>
                </c:pt>
                <c:pt idx="2824">
                  <c:v>44361</c:v>
                </c:pt>
                <c:pt idx="2825">
                  <c:v>44362</c:v>
                </c:pt>
                <c:pt idx="2826">
                  <c:v>44363</c:v>
                </c:pt>
                <c:pt idx="2827">
                  <c:v>44364</c:v>
                </c:pt>
                <c:pt idx="2828">
                  <c:v>44365</c:v>
                </c:pt>
                <c:pt idx="2829">
                  <c:v>44368</c:v>
                </c:pt>
                <c:pt idx="2830">
                  <c:v>44369</c:v>
                </c:pt>
                <c:pt idx="2831">
                  <c:v>44370</c:v>
                </c:pt>
                <c:pt idx="2832">
                  <c:v>44371</c:v>
                </c:pt>
                <c:pt idx="2833">
                  <c:v>44372</c:v>
                </c:pt>
                <c:pt idx="2834">
                  <c:v>44375</c:v>
                </c:pt>
                <c:pt idx="2835">
                  <c:v>44376</c:v>
                </c:pt>
                <c:pt idx="2836">
                  <c:v>44377</c:v>
                </c:pt>
                <c:pt idx="2837">
                  <c:v>44378</c:v>
                </c:pt>
                <c:pt idx="2838">
                  <c:v>44379</c:v>
                </c:pt>
                <c:pt idx="2839">
                  <c:v>44383</c:v>
                </c:pt>
                <c:pt idx="2840">
                  <c:v>44384</c:v>
                </c:pt>
                <c:pt idx="2841">
                  <c:v>44385</c:v>
                </c:pt>
                <c:pt idx="2842">
                  <c:v>44386</c:v>
                </c:pt>
                <c:pt idx="2843">
                  <c:v>44389</c:v>
                </c:pt>
                <c:pt idx="2844">
                  <c:v>44390</c:v>
                </c:pt>
                <c:pt idx="2845">
                  <c:v>44391</c:v>
                </c:pt>
                <c:pt idx="2846">
                  <c:v>44392</c:v>
                </c:pt>
                <c:pt idx="2847">
                  <c:v>44393</c:v>
                </c:pt>
                <c:pt idx="2848">
                  <c:v>44396</c:v>
                </c:pt>
                <c:pt idx="2849">
                  <c:v>44397</c:v>
                </c:pt>
                <c:pt idx="2850">
                  <c:v>44398</c:v>
                </c:pt>
                <c:pt idx="2851">
                  <c:v>44399</c:v>
                </c:pt>
                <c:pt idx="2852">
                  <c:v>44400</c:v>
                </c:pt>
                <c:pt idx="2853">
                  <c:v>44403</c:v>
                </c:pt>
                <c:pt idx="2854">
                  <c:v>44404</c:v>
                </c:pt>
                <c:pt idx="2855">
                  <c:v>44405</c:v>
                </c:pt>
                <c:pt idx="2856">
                  <c:v>44406</c:v>
                </c:pt>
                <c:pt idx="2857">
                  <c:v>44407</c:v>
                </c:pt>
                <c:pt idx="2858">
                  <c:v>44410</c:v>
                </c:pt>
                <c:pt idx="2859">
                  <c:v>44411</c:v>
                </c:pt>
                <c:pt idx="2860">
                  <c:v>44412</c:v>
                </c:pt>
                <c:pt idx="2861">
                  <c:v>44413</c:v>
                </c:pt>
                <c:pt idx="2862">
                  <c:v>44414</c:v>
                </c:pt>
                <c:pt idx="2863">
                  <c:v>44417</c:v>
                </c:pt>
                <c:pt idx="2864">
                  <c:v>44418</c:v>
                </c:pt>
                <c:pt idx="2865">
                  <c:v>44419</c:v>
                </c:pt>
                <c:pt idx="2866">
                  <c:v>44420</c:v>
                </c:pt>
                <c:pt idx="2867">
                  <c:v>44421</c:v>
                </c:pt>
                <c:pt idx="2868">
                  <c:v>44424</c:v>
                </c:pt>
                <c:pt idx="2869">
                  <c:v>44425</c:v>
                </c:pt>
                <c:pt idx="2870">
                  <c:v>44426</c:v>
                </c:pt>
                <c:pt idx="2871">
                  <c:v>44427</c:v>
                </c:pt>
                <c:pt idx="2872">
                  <c:v>44428</c:v>
                </c:pt>
                <c:pt idx="2873">
                  <c:v>44431</c:v>
                </c:pt>
                <c:pt idx="2874">
                  <c:v>44432</c:v>
                </c:pt>
                <c:pt idx="2875">
                  <c:v>44433</c:v>
                </c:pt>
                <c:pt idx="2876">
                  <c:v>44434</c:v>
                </c:pt>
                <c:pt idx="2877">
                  <c:v>44435</c:v>
                </c:pt>
                <c:pt idx="2878">
                  <c:v>44438</c:v>
                </c:pt>
                <c:pt idx="2879">
                  <c:v>44439</c:v>
                </c:pt>
                <c:pt idx="2880">
                  <c:v>44440</c:v>
                </c:pt>
                <c:pt idx="2881">
                  <c:v>44441</c:v>
                </c:pt>
                <c:pt idx="2882">
                  <c:v>44442</c:v>
                </c:pt>
                <c:pt idx="2883">
                  <c:v>44446</c:v>
                </c:pt>
                <c:pt idx="2884">
                  <c:v>44447</c:v>
                </c:pt>
                <c:pt idx="2885">
                  <c:v>44448</c:v>
                </c:pt>
                <c:pt idx="2886">
                  <c:v>44449</c:v>
                </c:pt>
                <c:pt idx="2887">
                  <c:v>44452</c:v>
                </c:pt>
                <c:pt idx="2888">
                  <c:v>44453</c:v>
                </c:pt>
                <c:pt idx="2889">
                  <c:v>44454</c:v>
                </c:pt>
                <c:pt idx="2890">
                  <c:v>44455</c:v>
                </c:pt>
                <c:pt idx="2891">
                  <c:v>44456</c:v>
                </c:pt>
                <c:pt idx="2892">
                  <c:v>44459</c:v>
                </c:pt>
                <c:pt idx="2893">
                  <c:v>44460</c:v>
                </c:pt>
                <c:pt idx="2894">
                  <c:v>44461</c:v>
                </c:pt>
                <c:pt idx="2895">
                  <c:v>44462</c:v>
                </c:pt>
                <c:pt idx="2896">
                  <c:v>44463</c:v>
                </c:pt>
                <c:pt idx="2897">
                  <c:v>44466</c:v>
                </c:pt>
                <c:pt idx="2898">
                  <c:v>44467</c:v>
                </c:pt>
                <c:pt idx="2899">
                  <c:v>44468</c:v>
                </c:pt>
                <c:pt idx="2900">
                  <c:v>44469</c:v>
                </c:pt>
                <c:pt idx="2901">
                  <c:v>44470</c:v>
                </c:pt>
                <c:pt idx="2902">
                  <c:v>44473</c:v>
                </c:pt>
                <c:pt idx="2903">
                  <c:v>44474</c:v>
                </c:pt>
                <c:pt idx="2904">
                  <c:v>44475</c:v>
                </c:pt>
                <c:pt idx="2905">
                  <c:v>44476</c:v>
                </c:pt>
                <c:pt idx="2906">
                  <c:v>44477</c:v>
                </c:pt>
                <c:pt idx="2907">
                  <c:v>44481</c:v>
                </c:pt>
                <c:pt idx="2908">
                  <c:v>44482</c:v>
                </c:pt>
                <c:pt idx="2909">
                  <c:v>44483</c:v>
                </c:pt>
                <c:pt idx="2910">
                  <c:v>44484</c:v>
                </c:pt>
                <c:pt idx="2911">
                  <c:v>44487</c:v>
                </c:pt>
                <c:pt idx="2912">
                  <c:v>44488</c:v>
                </c:pt>
                <c:pt idx="2913">
                  <c:v>44489</c:v>
                </c:pt>
                <c:pt idx="2914">
                  <c:v>44490</c:v>
                </c:pt>
                <c:pt idx="2915">
                  <c:v>44491</c:v>
                </c:pt>
                <c:pt idx="2916">
                  <c:v>44494</c:v>
                </c:pt>
                <c:pt idx="2917">
                  <c:v>44495</c:v>
                </c:pt>
                <c:pt idx="2918">
                  <c:v>44496</c:v>
                </c:pt>
                <c:pt idx="2919">
                  <c:v>44497</c:v>
                </c:pt>
                <c:pt idx="2920">
                  <c:v>44498</c:v>
                </c:pt>
                <c:pt idx="2921">
                  <c:v>44501</c:v>
                </c:pt>
                <c:pt idx="2922">
                  <c:v>44502</c:v>
                </c:pt>
                <c:pt idx="2923">
                  <c:v>44503</c:v>
                </c:pt>
                <c:pt idx="2924">
                  <c:v>44504</c:v>
                </c:pt>
                <c:pt idx="2925">
                  <c:v>44505</c:v>
                </c:pt>
                <c:pt idx="2926">
                  <c:v>44508</c:v>
                </c:pt>
                <c:pt idx="2927">
                  <c:v>44509</c:v>
                </c:pt>
                <c:pt idx="2928">
                  <c:v>44510</c:v>
                </c:pt>
                <c:pt idx="2929">
                  <c:v>44512</c:v>
                </c:pt>
                <c:pt idx="2930">
                  <c:v>44515</c:v>
                </c:pt>
                <c:pt idx="2931">
                  <c:v>44516</c:v>
                </c:pt>
                <c:pt idx="2932">
                  <c:v>44517</c:v>
                </c:pt>
                <c:pt idx="2933">
                  <c:v>44518</c:v>
                </c:pt>
                <c:pt idx="2934">
                  <c:v>44519</c:v>
                </c:pt>
                <c:pt idx="2935">
                  <c:v>44522</c:v>
                </c:pt>
                <c:pt idx="2936">
                  <c:v>44523</c:v>
                </c:pt>
                <c:pt idx="2937">
                  <c:v>44524</c:v>
                </c:pt>
                <c:pt idx="2938">
                  <c:v>44526</c:v>
                </c:pt>
                <c:pt idx="2939">
                  <c:v>44529</c:v>
                </c:pt>
                <c:pt idx="2940">
                  <c:v>44530</c:v>
                </c:pt>
                <c:pt idx="2941">
                  <c:v>44531</c:v>
                </c:pt>
                <c:pt idx="2942">
                  <c:v>44532</c:v>
                </c:pt>
                <c:pt idx="2943">
                  <c:v>44533</c:v>
                </c:pt>
                <c:pt idx="2944">
                  <c:v>44536</c:v>
                </c:pt>
                <c:pt idx="2945">
                  <c:v>44537</c:v>
                </c:pt>
                <c:pt idx="2946">
                  <c:v>44538</c:v>
                </c:pt>
                <c:pt idx="2947">
                  <c:v>44539</c:v>
                </c:pt>
                <c:pt idx="2948">
                  <c:v>44540</c:v>
                </c:pt>
                <c:pt idx="2949">
                  <c:v>44543</c:v>
                </c:pt>
                <c:pt idx="2950">
                  <c:v>44544</c:v>
                </c:pt>
                <c:pt idx="2951">
                  <c:v>44545</c:v>
                </c:pt>
                <c:pt idx="2952">
                  <c:v>44546</c:v>
                </c:pt>
                <c:pt idx="2953">
                  <c:v>44547</c:v>
                </c:pt>
                <c:pt idx="2954">
                  <c:v>44550</c:v>
                </c:pt>
                <c:pt idx="2955">
                  <c:v>44551</c:v>
                </c:pt>
                <c:pt idx="2956">
                  <c:v>44552</c:v>
                </c:pt>
                <c:pt idx="2957">
                  <c:v>44553</c:v>
                </c:pt>
                <c:pt idx="2958">
                  <c:v>44557</c:v>
                </c:pt>
                <c:pt idx="2959">
                  <c:v>44558</c:v>
                </c:pt>
                <c:pt idx="2960">
                  <c:v>44559</c:v>
                </c:pt>
                <c:pt idx="2961">
                  <c:v>44560</c:v>
                </c:pt>
                <c:pt idx="2962">
                  <c:v>44561</c:v>
                </c:pt>
                <c:pt idx="2963">
                  <c:v>44564</c:v>
                </c:pt>
                <c:pt idx="2964">
                  <c:v>44565</c:v>
                </c:pt>
                <c:pt idx="2965">
                  <c:v>44566</c:v>
                </c:pt>
                <c:pt idx="2966">
                  <c:v>44567</c:v>
                </c:pt>
                <c:pt idx="2967">
                  <c:v>44568</c:v>
                </c:pt>
                <c:pt idx="2968">
                  <c:v>44571</c:v>
                </c:pt>
                <c:pt idx="2969">
                  <c:v>44572</c:v>
                </c:pt>
                <c:pt idx="2970">
                  <c:v>44573</c:v>
                </c:pt>
                <c:pt idx="2971">
                  <c:v>44574</c:v>
                </c:pt>
                <c:pt idx="2972">
                  <c:v>44575</c:v>
                </c:pt>
                <c:pt idx="2973">
                  <c:v>44579</c:v>
                </c:pt>
                <c:pt idx="2974">
                  <c:v>44580</c:v>
                </c:pt>
                <c:pt idx="2975">
                  <c:v>44581</c:v>
                </c:pt>
                <c:pt idx="2976">
                  <c:v>44582</c:v>
                </c:pt>
                <c:pt idx="2977">
                  <c:v>44585</c:v>
                </c:pt>
                <c:pt idx="2978">
                  <c:v>44586</c:v>
                </c:pt>
                <c:pt idx="2979">
                  <c:v>44587</c:v>
                </c:pt>
                <c:pt idx="2980">
                  <c:v>44588</c:v>
                </c:pt>
                <c:pt idx="2981">
                  <c:v>44589</c:v>
                </c:pt>
                <c:pt idx="2982">
                  <c:v>44592</c:v>
                </c:pt>
                <c:pt idx="2983">
                  <c:v>44593</c:v>
                </c:pt>
                <c:pt idx="2984">
                  <c:v>44594</c:v>
                </c:pt>
                <c:pt idx="2985">
                  <c:v>44595</c:v>
                </c:pt>
                <c:pt idx="2986">
                  <c:v>44596</c:v>
                </c:pt>
                <c:pt idx="2987">
                  <c:v>44599</c:v>
                </c:pt>
                <c:pt idx="2988">
                  <c:v>44600</c:v>
                </c:pt>
                <c:pt idx="2989">
                  <c:v>44601</c:v>
                </c:pt>
                <c:pt idx="2990">
                  <c:v>44602</c:v>
                </c:pt>
                <c:pt idx="2991">
                  <c:v>44603</c:v>
                </c:pt>
                <c:pt idx="2992">
                  <c:v>44606</c:v>
                </c:pt>
                <c:pt idx="2993">
                  <c:v>44607</c:v>
                </c:pt>
                <c:pt idx="2994">
                  <c:v>44608</c:v>
                </c:pt>
                <c:pt idx="2995">
                  <c:v>44609</c:v>
                </c:pt>
                <c:pt idx="2996">
                  <c:v>44610</c:v>
                </c:pt>
                <c:pt idx="2997">
                  <c:v>44614</c:v>
                </c:pt>
                <c:pt idx="2998">
                  <c:v>44615</c:v>
                </c:pt>
                <c:pt idx="2999">
                  <c:v>44616</c:v>
                </c:pt>
                <c:pt idx="3000">
                  <c:v>44617</c:v>
                </c:pt>
                <c:pt idx="3001">
                  <c:v>44620</c:v>
                </c:pt>
                <c:pt idx="3002">
                  <c:v>44621</c:v>
                </c:pt>
                <c:pt idx="3003">
                  <c:v>44622</c:v>
                </c:pt>
                <c:pt idx="3004">
                  <c:v>44623</c:v>
                </c:pt>
                <c:pt idx="3005">
                  <c:v>44624</c:v>
                </c:pt>
                <c:pt idx="3006">
                  <c:v>44627</c:v>
                </c:pt>
                <c:pt idx="3007">
                  <c:v>44628</c:v>
                </c:pt>
                <c:pt idx="3008">
                  <c:v>44629</c:v>
                </c:pt>
                <c:pt idx="3009">
                  <c:v>44630</c:v>
                </c:pt>
                <c:pt idx="3010">
                  <c:v>44631</c:v>
                </c:pt>
                <c:pt idx="3011">
                  <c:v>44634</c:v>
                </c:pt>
                <c:pt idx="3012">
                  <c:v>44635</c:v>
                </c:pt>
                <c:pt idx="3013">
                  <c:v>44636</c:v>
                </c:pt>
                <c:pt idx="3014">
                  <c:v>44637</c:v>
                </c:pt>
                <c:pt idx="3015">
                  <c:v>44638</c:v>
                </c:pt>
                <c:pt idx="3016">
                  <c:v>44641</c:v>
                </c:pt>
                <c:pt idx="3017">
                  <c:v>44642</c:v>
                </c:pt>
                <c:pt idx="3018">
                  <c:v>44643</c:v>
                </c:pt>
                <c:pt idx="3019">
                  <c:v>44644</c:v>
                </c:pt>
                <c:pt idx="3020">
                  <c:v>44645</c:v>
                </c:pt>
                <c:pt idx="3021">
                  <c:v>44648</c:v>
                </c:pt>
                <c:pt idx="3022">
                  <c:v>44649</c:v>
                </c:pt>
                <c:pt idx="3023">
                  <c:v>44650</c:v>
                </c:pt>
                <c:pt idx="3024">
                  <c:v>44651</c:v>
                </c:pt>
                <c:pt idx="3025">
                  <c:v>44652</c:v>
                </c:pt>
                <c:pt idx="3026">
                  <c:v>44655</c:v>
                </c:pt>
                <c:pt idx="3027">
                  <c:v>44656</c:v>
                </c:pt>
                <c:pt idx="3028">
                  <c:v>44657</c:v>
                </c:pt>
                <c:pt idx="3029">
                  <c:v>44658</c:v>
                </c:pt>
                <c:pt idx="3030">
                  <c:v>44659</c:v>
                </c:pt>
                <c:pt idx="3031">
                  <c:v>44662</c:v>
                </c:pt>
                <c:pt idx="3032">
                  <c:v>44663</c:v>
                </c:pt>
                <c:pt idx="3033">
                  <c:v>44664</c:v>
                </c:pt>
                <c:pt idx="3034">
                  <c:v>44665</c:v>
                </c:pt>
                <c:pt idx="3035">
                  <c:v>44669</c:v>
                </c:pt>
                <c:pt idx="3036">
                  <c:v>44670</c:v>
                </c:pt>
                <c:pt idx="3037">
                  <c:v>44671</c:v>
                </c:pt>
                <c:pt idx="3038">
                  <c:v>44672</c:v>
                </c:pt>
                <c:pt idx="3039">
                  <c:v>44673</c:v>
                </c:pt>
                <c:pt idx="3040">
                  <c:v>44676</c:v>
                </c:pt>
                <c:pt idx="3041">
                  <c:v>44677</c:v>
                </c:pt>
                <c:pt idx="3042">
                  <c:v>44678</c:v>
                </c:pt>
                <c:pt idx="3043">
                  <c:v>44679</c:v>
                </c:pt>
                <c:pt idx="3044">
                  <c:v>44680</c:v>
                </c:pt>
                <c:pt idx="3045">
                  <c:v>44683</c:v>
                </c:pt>
                <c:pt idx="3046">
                  <c:v>44684</c:v>
                </c:pt>
                <c:pt idx="3047">
                  <c:v>44685</c:v>
                </c:pt>
                <c:pt idx="3048">
                  <c:v>44686</c:v>
                </c:pt>
                <c:pt idx="3049">
                  <c:v>44687</c:v>
                </c:pt>
                <c:pt idx="3050">
                  <c:v>44690</c:v>
                </c:pt>
                <c:pt idx="3051">
                  <c:v>44691</c:v>
                </c:pt>
                <c:pt idx="3052">
                  <c:v>44692</c:v>
                </c:pt>
                <c:pt idx="3053">
                  <c:v>44693</c:v>
                </c:pt>
                <c:pt idx="3054">
                  <c:v>44694</c:v>
                </c:pt>
                <c:pt idx="3055">
                  <c:v>44697</c:v>
                </c:pt>
                <c:pt idx="3056">
                  <c:v>44698</c:v>
                </c:pt>
                <c:pt idx="3057">
                  <c:v>44699</c:v>
                </c:pt>
                <c:pt idx="3058">
                  <c:v>44700</c:v>
                </c:pt>
                <c:pt idx="3059">
                  <c:v>44701</c:v>
                </c:pt>
                <c:pt idx="3060">
                  <c:v>44704</c:v>
                </c:pt>
                <c:pt idx="3061">
                  <c:v>44705</c:v>
                </c:pt>
                <c:pt idx="3062">
                  <c:v>44706</c:v>
                </c:pt>
                <c:pt idx="3063">
                  <c:v>44707</c:v>
                </c:pt>
                <c:pt idx="3064">
                  <c:v>44708</c:v>
                </c:pt>
                <c:pt idx="3065">
                  <c:v>44712</c:v>
                </c:pt>
                <c:pt idx="3066">
                  <c:v>44713</c:v>
                </c:pt>
                <c:pt idx="3067">
                  <c:v>44714</c:v>
                </c:pt>
                <c:pt idx="3068">
                  <c:v>44715</c:v>
                </c:pt>
                <c:pt idx="3069">
                  <c:v>44718</c:v>
                </c:pt>
                <c:pt idx="3070">
                  <c:v>44719</c:v>
                </c:pt>
                <c:pt idx="3071">
                  <c:v>44720</c:v>
                </c:pt>
                <c:pt idx="3072">
                  <c:v>44721</c:v>
                </c:pt>
                <c:pt idx="3073">
                  <c:v>44722</c:v>
                </c:pt>
                <c:pt idx="3074">
                  <c:v>44725</c:v>
                </c:pt>
                <c:pt idx="3075">
                  <c:v>44726</c:v>
                </c:pt>
                <c:pt idx="3076">
                  <c:v>44727</c:v>
                </c:pt>
                <c:pt idx="3077">
                  <c:v>44728</c:v>
                </c:pt>
                <c:pt idx="3078">
                  <c:v>44729</c:v>
                </c:pt>
                <c:pt idx="3079">
                  <c:v>44733</c:v>
                </c:pt>
                <c:pt idx="3080">
                  <c:v>44734</c:v>
                </c:pt>
                <c:pt idx="3081">
                  <c:v>44735</c:v>
                </c:pt>
                <c:pt idx="3082">
                  <c:v>44736</c:v>
                </c:pt>
                <c:pt idx="3083">
                  <c:v>44739</c:v>
                </c:pt>
                <c:pt idx="3084">
                  <c:v>44740</c:v>
                </c:pt>
                <c:pt idx="3085">
                  <c:v>44741</c:v>
                </c:pt>
                <c:pt idx="3086">
                  <c:v>44742</c:v>
                </c:pt>
                <c:pt idx="3087">
                  <c:v>44743</c:v>
                </c:pt>
                <c:pt idx="3088">
                  <c:v>44747</c:v>
                </c:pt>
                <c:pt idx="3089">
                  <c:v>44748</c:v>
                </c:pt>
                <c:pt idx="3090">
                  <c:v>44749</c:v>
                </c:pt>
                <c:pt idx="3091">
                  <c:v>44750</c:v>
                </c:pt>
                <c:pt idx="3092">
                  <c:v>44753</c:v>
                </c:pt>
                <c:pt idx="3093">
                  <c:v>44754</c:v>
                </c:pt>
                <c:pt idx="3094">
                  <c:v>44755</c:v>
                </c:pt>
                <c:pt idx="3095">
                  <c:v>44756</c:v>
                </c:pt>
                <c:pt idx="3096">
                  <c:v>44757</c:v>
                </c:pt>
                <c:pt idx="3097">
                  <c:v>44760</c:v>
                </c:pt>
                <c:pt idx="3098">
                  <c:v>44761</c:v>
                </c:pt>
                <c:pt idx="3099">
                  <c:v>44762</c:v>
                </c:pt>
                <c:pt idx="3100">
                  <c:v>44763</c:v>
                </c:pt>
                <c:pt idx="3101">
                  <c:v>44764</c:v>
                </c:pt>
                <c:pt idx="3102">
                  <c:v>44767</c:v>
                </c:pt>
                <c:pt idx="3103">
                  <c:v>44768</c:v>
                </c:pt>
                <c:pt idx="3104">
                  <c:v>44769</c:v>
                </c:pt>
                <c:pt idx="3105">
                  <c:v>44770</c:v>
                </c:pt>
                <c:pt idx="3106">
                  <c:v>44771</c:v>
                </c:pt>
                <c:pt idx="3107">
                  <c:v>44774</c:v>
                </c:pt>
                <c:pt idx="3108">
                  <c:v>44775</c:v>
                </c:pt>
                <c:pt idx="3109">
                  <c:v>44776</c:v>
                </c:pt>
                <c:pt idx="3110">
                  <c:v>44777</c:v>
                </c:pt>
                <c:pt idx="3111">
                  <c:v>44778</c:v>
                </c:pt>
                <c:pt idx="3112">
                  <c:v>44781</c:v>
                </c:pt>
                <c:pt idx="3113">
                  <c:v>44782</c:v>
                </c:pt>
                <c:pt idx="3114">
                  <c:v>44783</c:v>
                </c:pt>
                <c:pt idx="3115">
                  <c:v>44784</c:v>
                </c:pt>
                <c:pt idx="3116">
                  <c:v>44785</c:v>
                </c:pt>
                <c:pt idx="3117">
                  <c:v>44788</c:v>
                </c:pt>
                <c:pt idx="3118">
                  <c:v>44789</c:v>
                </c:pt>
                <c:pt idx="3119">
                  <c:v>44790</c:v>
                </c:pt>
                <c:pt idx="3120">
                  <c:v>44791</c:v>
                </c:pt>
                <c:pt idx="3121">
                  <c:v>44792</c:v>
                </c:pt>
                <c:pt idx="3122">
                  <c:v>44795</c:v>
                </c:pt>
                <c:pt idx="3123">
                  <c:v>44796</c:v>
                </c:pt>
                <c:pt idx="3124">
                  <c:v>44797</c:v>
                </c:pt>
                <c:pt idx="3125">
                  <c:v>44798</c:v>
                </c:pt>
                <c:pt idx="3126">
                  <c:v>44799</c:v>
                </c:pt>
                <c:pt idx="3127">
                  <c:v>44802</c:v>
                </c:pt>
                <c:pt idx="3128">
                  <c:v>44803</c:v>
                </c:pt>
                <c:pt idx="3129">
                  <c:v>44804</c:v>
                </c:pt>
                <c:pt idx="3130">
                  <c:v>44805</c:v>
                </c:pt>
                <c:pt idx="3131">
                  <c:v>44806</c:v>
                </c:pt>
                <c:pt idx="3132">
                  <c:v>44810</c:v>
                </c:pt>
                <c:pt idx="3133">
                  <c:v>44811</c:v>
                </c:pt>
                <c:pt idx="3134">
                  <c:v>44812</c:v>
                </c:pt>
                <c:pt idx="3135">
                  <c:v>44813</c:v>
                </c:pt>
                <c:pt idx="3136">
                  <c:v>44816</c:v>
                </c:pt>
                <c:pt idx="3137">
                  <c:v>44817</c:v>
                </c:pt>
                <c:pt idx="3138">
                  <c:v>44818</c:v>
                </c:pt>
                <c:pt idx="3139">
                  <c:v>44819</c:v>
                </c:pt>
                <c:pt idx="3140">
                  <c:v>44820</c:v>
                </c:pt>
                <c:pt idx="3141">
                  <c:v>44823</c:v>
                </c:pt>
                <c:pt idx="3142">
                  <c:v>44824</c:v>
                </c:pt>
                <c:pt idx="3143">
                  <c:v>44825</c:v>
                </c:pt>
                <c:pt idx="3144">
                  <c:v>44826</c:v>
                </c:pt>
                <c:pt idx="3145">
                  <c:v>44827</c:v>
                </c:pt>
                <c:pt idx="3146">
                  <c:v>44830</c:v>
                </c:pt>
                <c:pt idx="3147">
                  <c:v>44831</c:v>
                </c:pt>
                <c:pt idx="3148">
                  <c:v>44832</c:v>
                </c:pt>
                <c:pt idx="3149">
                  <c:v>44833</c:v>
                </c:pt>
                <c:pt idx="3150">
                  <c:v>44834</c:v>
                </c:pt>
                <c:pt idx="3151">
                  <c:v>44837</c:v>
                </c:pt>
                <c:pt idx="3152">
                  <c:v>44838</c:v>
                </c:pt>
                <c:pt idx="3153">
                  <c:v>44839</c:v>
                </c:pt>
                <c:pt idx="3154">
                  <c:v>44840</c:v>
                </c:pt>
                <c:pt idx="3155">
                  <c:v>44841</c:v>
                </c:pt>
                <c:pt idx="3156">
                  <c:v>44845</c:v>
                </c:pt>
                <c:pt idx="3157">
                  <c:v>44846</c:v>
                </c:pt>
                <c:pt idx="3158">
                  <c:v>44847</c:v>
                </c:pt>
                <c:pt idx="3159">
                  <c:v>44848</c:v>
                </c:pt>
                <c:pt idx="3160">
                  <c:v>44851</c:v>
                </c:pt>
                <c:pt idx="3161">
                  <c:v>44852</c:v>
                </c:pt>
                <c:pt idx="3162">
                  <c:v>44853</c:v>
                </c:pt>
                <c:pt idx="3163">
                  <c:v>44854</c:v>
                </c:pt>
                <c:pt idx="3164">
                  <c:v>44855</c:v>
                </c:pt>
                <c:pt idx="3165">
                  <c:v>44858</c:v>
                </c:pt>
                <c:pt idx="3166">
                  <c:v>44859</c:v>
                </c:pt>
                <c:pt idx="3167">
                  <c:v>44860</c:v>
                </c:pt>
                <c:pt idx="3168">
                  <c:v>44861</c:v>
                </c:pt>
                <c:pt idx="3169">
                  <c:v>44862</c:v>
                </c:pt>
                <c:pt idx="3170">
                  <c:v>44865</c:v>
                </c:pt>
                <c:pt idx="3171">
                  <c:v>44866</c:v>
                </c:pt>
                <c:pt idx="3172">
                  <c:v>44867</c:v>
                </c:pt>
                <c:pt idx="3173">
                  <c:v>44868</c:v>
                </c:pt>
                <c:pt idx="3174">
                  <c:v>44869</c:v>
                </c:pt>
                <c:pt idx="3175">
                  <c:v>44872</c:v>
                </c:pt>
                <c:pt idx="3176">
                  <c:v>44873</c:v>
                </c:pt>
                <c:pt idx="3177">
                  <c:v>44874</c:v>
                </c:pt>
                <c:pt idx="3178">
                  <c:v>44875</c:v>
                </c:pt>
                <c:pt idx="3179">
                  <c:v>44879</c:v>
                </c:pt>
                <c:pt idx="3180">
                  <c:v>44880</c:v>
                </c:pt>
                <c:pt idx="3181">
                  <c:v>44881</c:v>
                </c:pt>
                <c:pt idx="3182">
                  <c:v>44882</c:v>
                </c:pt>
                <c:pt idx="3183">
                  <c:v>44883</c:v>
                </c:pt>
                <c:pt idx="3184">
                  <c:v>44886</c:v>
                </c:pt>
                <c:pt idx="3185">
                  <c:v>44887</c:v>
                </c:pt>
                <c:pt idx="3186">
                  <c:v>44888</c:v>
                </c:pt>
                <c:pt idx="3187">
                  <c:v>44890</c:v>
                </c:pt>
                <c:pt idx="3188">
                  <c:v>44893</c:v>
                </c:pt>
                <c:pt idx="3189">
                  <c:v>44894</c:v>
                </c:pt>
                <c:pt idx="3190">
                  <c:v>44895</c:v>
                </c:pt>
                <c:pt idx="3191">
                  <c:v>44896</c:v>
                </c:pt>
                <c:pt idx="3192">
                  <c:v>44897</c:v>
                </c:pt>
                <c:pt idx="3193">
                  <c:v>44900</c:v>
                </c:pt>
                <c:pt idx="3194">
                  <c:v>44901</c:v>
                </c:pt>
                <c:pt idx="3195">
                  <c:v>44902</c:v>
                </c:pt>
                <c:pt idx="3196">
                  <c:v>44903</c:v>
                </c:pt>
                <c:pt idx="3197">
                  <c:v>44904</c:v>
                </c:pt>
                <c:pt idx="3198">
                  <c:v>44907</c:v>
                </c:pt>
                <c:pt idx="3199">
                  <c:v>44908</c:v>
                </c:pt>
                <c:pt idx="3200">
                  <c:v>44909</c:v>
                </c:pt>
                <c:pt idx="3201">
                  <c:v>44910</c:v>
                </c:pt>
                <c:pt idx="3202">
                  <c:v>44911</c:v>
                </c:pt>
                <c:pt idx="3203">
                  <c:v>44914</c:v>
                </c:pt>
                <c:pt idx="3204">
                  <c:v>44915</c:v>
                </c:pt>
                <c:pt idx="3205">
                  <c:v>44916</c:v>
                </c:pt>
                <c:pt idx="3206">
                  <c:v>44917</c:v>
                </c:pt>
                <c:pt idx="3207">
                  <c:v>44918</c:v>
                </c:pt>
                <c:pt idx="3208">
                  <c:v>44922</c:v>
                </c:pt>
                <c:pt idx="3209">
                  <c:v>44923</c:v>
                </c:pt>
                <c:pt idx="3210">
                  <c:v>44924</c:v>
                </c:pt>
                <c:pt idx="3211">
                  <c:v>44925</c:v>
                </c:pt>
                <c:pt idx="3212">
                  <c:v>44929</c:v>
                </c:pt>
                <c:pt idx="3213">
                  <c:v>44930</c:v>
                </c:pt>
                <c:pt idx="3214">
                  <c:v>44931</c:v>
                </c:pt>
                <c:pt idx="3215">
                  <c:v>44932</c:v>
                </c:pt>
                <c:pt idx="3216">
                  <c:v>44935</c:v>
                </c:pt>
                <c:pt idx="3217">
                  <c:v>44936</c:v>
                </c:pt>
                <c:pt idx="3218">
                  <c:v>44937</c:v>
                </c:pt>
                <c:pt idx="3219">
                  <c:v>44938</c:v>
                </c:pt>
                <c:pt idx="3220">
                  <c:v>44939</c:v>
                </c:pt>
                <c:pt idx="3221">
                  <c:v>44943</c:v>
                </c:pt>
                <c:pt idx="3222">
                  <c:v>44944</c:v>
                </c:pt>
                <c:pt idx="3223">
                  <c:v>44945</c:v>
                </c:pt>
                <c:pt idx="3224">
                  <c:v>44946</c:v>
                </c:pt>
                <c:pt idx="3225">
                  <c:v>44949</c:v>
                </c:pt>
                <c:pt idx="3226">
                  <c:v>44950</c:v>
                </c:pt>
                <c:pt idx="3227">
                  <c:v>44951</c:v>
                </c:pt>
                <c:pt idx="3228">
                  <c:v>44952</c:v>
                </c:pt>
                <c:pt idx="3229">
                  <c:v>44953</c:v>
                </c:pt>
                <c:pt idx="3230">
                  <c:v>44956</c:v>
                </c:pt>
                <c:pt idx="3231">
                  <c:v>44957</c:v>
                </c:pt>
                <c:pt idx="3232">
                  <c:v>44958</c:v>
                </c:pt>
                <c:pt idx="3233">
                  <c:v>44959</c:v>
                </c:pt>
                <c:pt idx="3234">
                  <c:v>44960</c:v>
                </c:pt>
                <c:pt idx="3235">
                  <c:v>44963</c:v>
                </c:pt>
                <c:pt idx="3236">
                  <c:v>44964</c:v>
                </c:pt>
                <c:pt idx="3237">
                  <c:v>44965</c:v>
                </c:pt>
                <c:pt idx="3238">
                  <c:v>44966</c:v>
                </c:pt>
                <c:pt idx="3239">
                  <c:v>44967</c:v>
                </c:pt>
                <c:pt idx="3240">
                  <c:v>44970</c:v>
                </c:pt>
                <c:pt idx="3241">
                  <c:v>44971</c:v>
                </c:pt>
                <c:pt idx="3242">
                  <c:v>44972</c:v>
                </c:pt>
                <c:pt idx="3243">
                  <c:v>44973</c:v>
                </c:pt>
                <c:pt idx="3244">
                  <c:v>44974</c:v>
                </c:pt>
                <c:pt idx="3245">
                  <c:v>44978</c:v>
                </c:pt>
                <c:pt idx="3246">
                  <c:v>44979</c:v>
                </c:pt>
                <c:pt idx="3247">
                  <c:v>44980</c:v>
                </c:pt>
                <c:pt idx="3248">
                  <c:v>44981</c:v>
                </c:pt>
                <c:pt idx="3249">
                  <c:v>44984</c:v>
                </c:pt>
                <c:pt idx="3250">
                  <c:v>44985</c:v>
                </c:pt>
                <c:pt idx="3251">
                  <c:v>44986</c:v>
                </c:pt>
                <c:pt idx="3252">
                  <c:v>44987</c:v>
                </c:pt>
                <c:pt idx="3253">
                  <c:v>44988</c:v>
                </c:pt>
                <c:pt idx="3254">
                  <c:v>44991</c:v>
                </c:pt>
                <c:pt idx="3255">
                  <c:v>44992</c:v>
                </c:pt>
                <c:pt idx="3256">
                  <c:v>44993</c:v>
                </c:pt>
                <c:pt idx="3257">
                  <c:v>44994</c:v>
                </c:pt>
                <c:pt idx="3258">
                  <c:v>44995</c:v>
                </c:pt>
                <c:pt idx="3259">
                  <c:v>44998</c:v>
                </c:pt>
                <c:pt idx="3260">
                  <c:v>44999</c:v>
                </c:pt>
                <c:pt idx="3261">
                  <c:v>45000</c:v>
                </c:pt>
                <c:pt idx="3262">
                  <c:v>45001</c:v>
                </c:pt>
                <c:pt idx="3263">
                  <c:v>45002</c:v>
                </c:pt>
                <c:pt idx="3264">
                  <c:v>45005</c:v>
                </c:pt>
                <c:pt idx="3265">
                  <c:v>45006</c:v>
                </c:pt>
                <c:pt idx="3266">
                  <c:v>45007</c:v>
                </c:pt>
                <c:pt idx="3267">
                  <c:v>45008</c:v>
                </c:pt>
                <c:pt idx="3268">
                  <c:v>45009</c:v>
                </c:pt>
                <c:pt idx="3269">
                  <c:v>45012</c:v>
                </c:pt>
                <c:pt idx="3270">
                  <c:v>45013</c:v>
                </c:pt>
                <c:pt idx="3271">
                  <c:v>45014</c:v>
                </c:pt>
                <c:pt idx="3272">
                  <c:v>45015</c:v>
                </c:pt>
                <c:pt idx="3273">
                  <c:v>45016</c:v>
                </c:pt>
                <c:pt idx="3274">
                  <c:v>45019</c:v>
                </c:pt>
                <c:pt idx="3275">
                  <c:v>45020</c:v>
                </c:pt>
                <c:pt idx="3276">
                  <c:v>45021</c:v>
                </c:pt>
                <c:pt idx="3277">
                  <c:v>45022</c:v>
                </c:pt>
                <c:pt idx="3278">
                  <c:v>45023</c:v>
                </c:pt>
                <c:pt idx="3279">
                  <c:v>45026</c:v>
                </c:pt>
                <c:pt idx="3280">
                  <c:v>45027</c:v>
                </c:pt>
                <c:pt idx="3281">
                  <c:v>45028</c:v>
                </c:pt>
                <c:pt idx="3282">
                  <c:v>45029</c:v>
                </c:pt>
                <c:pt idx="3283">
                  <c:v>45030</c:v>
                </c:pt>
                <c:pt idx="3284">
                  <c:v>45033</c:v>
                </c:pt>
                <c:pt idx="3285">
                  <c:v>45034</c:v>
                </c:pt>
                <c:pt idx="3286">
                  <c:v>45035</c:v>
                </c:pt>
                <c:pt idx="3287">
                  <c:v>45036</c:v>
                </c:pt>
                <c:pt idx="3288">
                  <c:v>45037</c:v>
                </c:pt>
                <c:pt idx="3289">
                  <c:v>45040</c:v>
                </c:pt>
                <c:pt idx="3290">
                  <c:v>45041</c:v>
                </c:pt>
                <c:pt idx="3291">
                  <c:v>45042</c:v>
                </c:pt>
                <c:pt idx="3292">
                  <c:v>45043</c:v>
                </c:pt>
                <c:pt idx="3293">
                  <c:v>45044</c:v>
                </c:pt>
                <c:pt idx="3294">
                  <c:v>45047</c:v>
                </c:pt>
                <c:pt idx="3295">
                  <c:v>45048</c:v>
                </c:pt>
                <c:pt idx="3296">
                  <c:v>45049</c:v>
                </c:pt>
                <c:pt idx="3297">
                  <c:v>45050</c:v>
                </c:pt>
                <c:pt idx="3298">
                  <c:v>45051</c:v>
                </c:pt>
                <c:pt idx="3299">
                  <c:v>45054</c:v>
                </c:pt>
                <c:pt idx="3300">
                  <c:v>45055</c:v>
                </c:pt>
                <c:pt idx="3301">
                  <c:v>45056</c:v>
                </c:pt>
                <c:pt idx="3302">
                  <c:v>45057</c:v>
                </c:pt>
                <c:pt idx="3303">
                  <c:v>45058</c:v>
                </c:pt>
                <c:pt idx="3304">
                  <c:v>45061</c:v>
                </c:pt>
                <c:pt idx="3305">
                  <c:v>45062</c:v>
                </c:pt>
                <c:pt idx="3306">
                  <c:v>45063</c:v>
                </c:pt>
                <c:pt idx="3307">
                  <c:v>45064</c:v>
                </c:pt>
                <c:pt idx="3308">
                  <c:v>45065</c:v>
                </c:pt>
                <c:pt idx="3309">
                  <c:v>45068</c:v>
                </c:pt>
                <c:pt idx="3310">
                  <c:v>45069</c:v>
                </c:pt>
                <c:pt idx="3311">
                  <c:v>45070</c:v>
                </c:pt>
                <c:pt idx="3312">
                  <c:v>45071</c:v>
                </c:pt>
                <c:pt idx="3313">
                  <c:v>45072</c:v>
                </c:pt>
                <c:pt idx="3314">
                  <c:v>45076</c:v>
                </c:pt>
                <c:pt idx="3315">
                  <c:v>45077</c:v>
                </c:pt>
                <c:pt idx="3316">
                  <c:v>45078</c:v>
                </c:pt>
                <c:pt idx="3317">
                  <c:v>45079</c:v>
                </c:pt>
                <c:pt idx="3318">
                  <c:v>45082</c:v>
                </c:pt>
                <c:pt idx="3319">
                  <c:v>45083</c:v>
                </c:pt>
                <c:pt idx="3320">
                  <c:v>45084</c:v>
                </c:pt>
                <c:pt idx="3321">
                  <c:v>45085</c:v>
                </c:pt>
                <c:pt idx="3322">
                  <c:v>45086</c:v>
                </c:pt>
                <c:pt idx="3323">
                  <c:v>45089</c:v>
                </c:pt>
                <c:pt idx="3324">
                  <c:v>45090</c:v>
                </c:pt>
                <c:pt idx="3325">
                  <c:v>45091</c:v>
                </c:pt>
                <c:pt idx="3326">
                  <c:v>45092</c:v>
                </c:pt>
                <c:pt idx="3327">
                  <c:v>45093</c:v>
                </c:pt>
                <c:pt idx="3328">
                  <c:v>45097</c:v>
                </c:pt>
                <c:pt idx="3329">
                  <c:v>45098</c:v>
                </c:pt>
                <c:pt idx="3330">
                  <c:v>45099</c:v>
                </c:pt>
                <c:pt idx="3331">
                  <c:v>45100</c:v>
                </c:pt>
                <c:pt idx="3332">
                  <c:v>45103</c:v>
                </c:pt>
                <c:pt idx="3333">
                  <c:v>45104</c:v>
                </c:pt>
                <c:pt idx="3334">
                  <c:v>45105</c:v>
                </c:pt>
                <c:pt idx="3335">
                  <c:v>45106</c:v>
                </c:pt>
                <c:pt idx="3336">
                  <c:v>45107</c:v>
                </c:pt>
                <c:pt idx="3337">
                  <c:v>45110</c:v>
                </c:pt>
                <c:pt idx="3338">
                  <c:v>45112</c:v>
                </c:pt>
                <c:pt idx="3339">
                  <c:v>45113</c:v>
                </c:pt>
                <c:pt idx="3340">
                  <c:v>45114</c:v>
                </c:pt>
                <c:pt idx="3341">
                  <c:v>45117</c:v>
                </c:pt>
                <c:pt idx="3342">
                  <c:v>45118</c:v>
                </c:pt>
                <c:pt idx="3343">
                  <c:v>45119</c:v>
                </c:pt>
                <c:pt idx="3344">
                  <c:v>45120</c:v>
                </c:pt>
                <c:pt idx="3345">
                  <c:v>45121</c:v>
                </c:pt>
                <c:pt idx="3346">
                  <c:v>45124</c:v>
                </c:pt>
                <c:pt idx="3347">
                  <c:v>45125</c:v>
                </c:pt>
                <c:pt idx="3348">
                  <c:v>45126</c:v>
                </c:pt>
                <c:pt idx="3349">
                  <c:v>45127</c:v>
                </c:pt>
                <c:pt idx="3350">
                  <c:v>45128</c:v>
                </c:pt>
                <c:pt idx="3351">
                  <c:v>45131</c:v>
                </c:pt>
                <c:pt idx="3352">
                  <c:v>45132</c:v>
                </c:pt>
                <c:pt idx="3353">
                  <c:v>45133</c:v>
                </c:pt>
                <c:pt idx="3354">
                  <c:v>45134</c:v>
                </c:pt>
                <c:pt idx="3355">
                  <c:v>45135</c:v>
                </c:pt>
                <c:pt idx="3356">
                  <c:v>45138</c:v>
                </c:pt>
                <c:pt idx="3357">
                  <c:v>45139</c:v>
                </c:pt>
                <c:pt idx="3358">
                  <c:v>45140</c:v>
                </c:pt>
                <c:pt idx="3359">
                  <c:v>45141</c:v>
                </c:pt>
                <c:pt idx="3360">
                  <c:v>45142</c:v>
                </c:pt>
                <c:pt idx="3361">
                  <c:v>45145</c:v>
                </c:pt>
                <c:pt idx="3362">
                  <c:v>45146</c:v>
                </c:pt>
                <c:pt idx="3363">
                  <c:v>45147</c:v>
                </c:pt>
                <c:pt idx="3364">
                  <c:v>45148</c:v>
                </c:pt>
                <c:pt idx="3365">
                  <c:v>45149</c:v>
                </c:pt>
                <c:pt idx="3366">
                  <c:v>45152</c:v>
                </c:pt>
                <c:pt idx="3367">
                  <c:v>45153</c:v>
                </c:pt>
                <c:pt idx="3368">
                  <c:v>45154</c:v>
                </c:pt>
                <c:pt idx="3369">
                  <c:v>45155</c:v>
                </c:pt>
                <c:pt idx="3370">
                  <c:v>45156</c:v>
                </c:pt>
                <c:pt idx="3371">
                  <c:v>45159</c:v>
                </c:pt>
                <c:pt idx="3372">
                  <c:v>45160</c:v>
                </c:pt>
                <c:pt idx="3373">
                  <c:v>45161</c:v>
                </c:pt>
                <c:pt idx="3374">
                  <c:v>45162</c:v>
                </c:pt>
                <c:pt idx="3375">
                  <c:v>45163</c:v>
                </c:pt>
                <c:pt idx="3376">
                  <c:v>45166</c:v>
                </c:pt>
                <c:pt idx="3377">
                  <c:v>45167</c:v>
                </c:pt>
                <c:pt idx="3378">
                  <c:v>45168</c:v>
                </c:pt>
                <c:pt idx="3379">
                  <c:v>45169</c:v>
                </c:pt>
                <c:pt idx="3380">
                  <c:v>45170</c:v>
                </c:pt>
                <c:pt idx="3381">
                  <c:v>45174</c:v>
                </c:pt>
                <c:pt idx="3382">
                  <c:v>45175</c:v>
                </c:pt>
                <c:pt idx="3383">
                  <c:v>45176</c:v>
                </c:pt>
                <c:pt idx="3384">
                  <c:v>45177</c:v>
                </c:pt>
                <c:pt idx="3385">
                  <c:v>45180</c:v>
                </c:pt>
                <c:pt idx="3386">
                  <c:v>45181</c:v>
                </c:pt>
                <c:pt idx="3387">
                  <c:v>45182</c:v>
                </c:pt>
                <c:pt idx="3388">
                  <c:v>45183</c:v>
                </c:pt>
                <c:pt idx="3389">
                  <c:v>45184</c:v>
                </c:pt>
                <c:pt idx="3390">
                  <c:v>45187</c:v>
                </c:pt>
                <c:pt idx="3391">
                  <c:v>45188</c:v>
                </c:pt>
                <c:pt idx="3392">
                  <c:v>45189</c:v>
                </c:pt>
                <c:pt idx="3393">
                  <c:v>45190</c:v>
                </c:pt>
                <c:pt idx="3394">
                  <c:v>45191</c:v>
                </c:pt>
                <c:pt idx="3395">
                  <c:v>45194</c:v>
                </c:pt>
                <c:pt idx="3396">
                  <c:v>45195</c:v>
                </c:pt>
                <c:pt idx="3397">
                  <c:v>45196</c:v>
                </c:pt>
                <c:pt idx="3398">
                  <c:v>45197</c:v>
                </c:pt>
                <c:pt idx="3399">
                  <c:v>45198</c:v>
                </c:pt>
                <c:pt idx="3400">
                  <c:v>45201</c:v>
                </c:pt>
                <c:pt idx="3401">
                  <c:v>45202</c:v>
                </c:pt>
                <c:pt idx="3402">
                  <c:v>45203</c:v>
                </c:pt>
                <c:pt idx="3403">
                  <c:v>45204</c:v>
                </c:pt>
                <c:pt idx="3404">
                  <c:v>45205</c:v>
                </c:pt>
                <c:pt idx="3405">
                  <c:v>45209</c:v>
                </c:pt>
                <c:pt idx="3406">
                  <c:v>45210</c:v>
                </c:pt>
                <c:pt idx="3407">
                  <c:v>45211</c:v>
                </c:pt>
                <c:pt idx="3408">
                  <c:v>45212</c:v>
                </c:pt>
                <c:pt idx="3409">
                  <c:v>45215</c:v>
                </c:pt>
                <c:pt idx="3410">
                  <c:v>45216</c:v>
                </c:pt>
                <c:pt idx="3411">
                  <c:v>45217</c:v>
                </c:pt>
                <c:pt idx="3412">
                  <c:v>45218</c:v>
                </c:pt>
                <c:pt idx="3413">
                  <c:v>45219</c:v>
                </c:pt>
                <c:pt idx="3414">
                  <c:v>45222</c:v>
                </c:pt>
                <c:pt idx="3415">
                  <c:v>45223</c:v>
                </c:pt>
                <c:pt idx="3416">
                  <c:v>45224</c:v>
                </c:pt>
                <c:pt idx="3417">
                  <c:v>45225</c:v>
                </c:pt>
                <c:pt idx="3418">
                  <c:v>45226</c:v>
                </c:pt>
                <c:pt idx="3419">
                  <c:v>45229</c:v>
                </c:pt>
                <c:pt idx="3420">
                  <c:v>45230</c:v>
                </c:pt>
                <c:pt idx="3421">
                  <c:v>45231</c:v>
                </c:pt>
                <c:pt idx="3422">
                  <c:v>45232</c:v>
                </c:pt>
                <c:pt idx="3423">
                  <c:v>45233</c:v>
                </c:pt>
                <c:pt idx="3424">
                  <c:v>45236</c:v>
                </c:pt>
                <c:pt idx="3425">
                  <c:v>45237</c:v>
                </c:pt>
                <c:pt idx="3426">
                  <c:v>45238</c:v>
                </c:pt>
                <c:pt idx="3427">
                  <c:v>45239</c:v>
                </c:pt>
                <c:pt idx="3428">
                  <c:v>45240</c:v>
                </c:pt>
                <c:pt idx="3429">
                  <c:v>45243</c:v>
                </c:pt>
                <c:pt idx="3430">
                  <c:v>45244</c:v>
                </c:pt>
                <c:pt idx="3431">
                  <c:v>45245</c:v>
                </c:pt>
                <c:pt idx="3432">
                  <c:v>45246</c:v>
                </c:pt>
                <c:pt idx="3433">
                  <c:v>45247</c:v>
                </c:pt>
                <c:pt idx="3434">
                  <c:v>45250</c:v>
                </c:pt>
                <c:pt idx="3435">
                  <c:v>45251</c:v>
                </c:pt>
                <c:pt idx="3436">
                  <c:v>45252</c:v>
                </c:pt>
                <c:pt idx="3437">
                  <c:v>45254</c:v>
                </c:pt>
                <c:pt idx="3438">
                  <c:v>45257</c:v>
                </c:pt>
                <c:pt idx="3439">
                  <c:v>45258</c:v>
                </c:pt>
                <c:pt idx="3440">
                  <c:v>45259</c:v>
                </c:pt>
                <c:pt idx="3441">
                  <c:v>45260</c:v>
                </c:pt>
                <c:pt idx="3442">
                  <c:v>45261</c:v>
                </c:pt>
                <c:pt idx="3443">
                  <c:v>45264</c:v>
                </c:pt>
                <c:pt idx="3444">
                  <c:v>45265</c:v>
                </c:pt>
                <c:pt idx="3445">
                  <c:v>45266</c:v>
                </c:pt>
                <c:pt idx="3446">
                  <c:v>45267</c:v>
                </c:pt>
                <c:pt idx="3447">
                  <c:v>45268</c:v>
                </c:pt>
                <c:pt idx="3448">
                  <c:v>45271</c:v>
                </c:pt>
                <c:pt idx="3449">
                  <c:v>45272</c:v>
                </c:pt>
                <c:pt idx="3450">
                  <c:v>45273</c:v>
                </c:pt>
                <c:pt idx="3451">
                  <c:v>45274</c:v>
                </c:pt>
                <c:pt idx="3452">
                  <c:v>45275</c:v>
                </c:pt>
                <c:pt idx="3453">
                  <c:v>45278</c:v>
                </c:pt>
                <c:pt idx="3454">
                  <c:v>45279</c:v>
                </c:pt>
                <c:pt idx="3455">
                  <c:v>45280</c:v>
                </c:pt>
                <c:pt idx="3456">
                  <c:v>45281</c:v>
                </c:pt>
                <c:pt idx="3457">
                  <c:v>45282</c:v>
                </c:pt>
                <c:pt idx="3458">
                  <c:v>45286</c:v>
                </c:pt>
                <c:pt idx="3459">
                  <c:v>45287</c:v>
                </c:pt>
                <c:pt idx="3460">
                  <c:v>45288</c:v>
                </c:pt>
                <c:pt idx="3461">
                  <c:v>45289</c:v>
                </c:pt>
                <c:pt idx="3462">
                  <c:v>45293</c:v>
                </c:pt>
                <c:pt idx="3463">
                  <c:v>45294</c:v>
                </c:pt>
                <c:pt idx="3464">
                  <c:v>45295</c:v>
                </c:pt>
                <c:pt idx="3465">
                  <c:v>45296</c:v>
                </c:pt>
                <c:pt idx="3466">
                  <c:v>45299</c:v>
                </c:pt>
                <c:pt idx="3467">
                  <c:v>45300</c:v>
                </c:pt>
                <c:pt idx="3468">
                  <c:v>45301</c:v>
                </c:pt>
                <c:pt idx="3469">
                  <c:v>45302</c:v>
                </c:pt>
                <c:pt idx="3470">
                  <c:v>45303</c:v>
                </c:pt>
                <c:pt idx="3471">
                  <c:v>45307</c:v>
                </c:pt>
                <c:pt idx="3472">
                  <c:v>45308</c:v>
                </c:pt>
                <c:pt idx="3473">
                  <c:v>45309</c:v>
                </c:pt>
                <c:pt idx="3474">
                  <c:v>45310</c:v>
                </c:pt>
                <c:pt idx="3475">
                  <c:v>45313</c:v>
                </c:pt>
                <c:pt idx="3476">
                  <c:v>45314</c:v>
                </c:pt>
                <c:pt idx="3477">
                  <c:v>45315</c:v>
                </c:pt>
                <c:pt idx="3478">
                  <c:v>45316</c:v>
                </c:pt>
                <c:pt idx="3479">
                  <c:v>45317</c:v>
                </c:pt>
                <c:pt idx="3480">
                  <c:v>45320</c:v>
                </c:pt>
                <c:pt idx="3481">
                  <c:v>45321</c:v>
                </c:pt>
                <c:pt idx="3482">
                  <c:v>45322</c:v>
                </c:pt>
                <c:pt idx="3483">
                  <c:v>45323</c:v>
                </c:pt>
                <c:pt idx="3484">
                  <c:v>45324</c:v>
                </c:pt>
                <c:pt idx="3485">
                  <c:v>45327</c:v>
                </c:pt>
                <c:pt idx="3486">
                  <c:v>45328</c:v>
                </c:pt>
                <c:pt idx="3487">
                  <c:v>45329</c:v>
                </c:pt>
                <c:pt idx="3488">
                  <c:v>45330</c:v>
                </c:pt>
                <c:pt idx="3489">
                  <c:v>45331</c:v>
                </c:pt>
                <c:pt idx="3490">
                  <c:v>45334</c:v>
                </c:pt>
                <c:pt idx="3491">
                  <c:v>45335</c:v>
                </c:pt>
                <c:pt idx="3492">
                  <c:v>45336</c:v>
                </c:pt>
                <c:pt idx="3493">
                  <c:v>45337</c:v>
                </c:pt>
                <c:pt idx="3494">
                  <c:v>45338</c:v>
                </c:pt>
                <c:pt idx="3495">
                  <c:v>45342</c:v>
                </c:pt>
                <c:pt idx="3496">
                  <c:v>45343</c:v>
                </c:pt>
                <c:pt idx="3497">
                  <c:v>45344</c:v>
                </c:pt>
                <c:pt idx="3498">
                  <c:v>45345</c:v>
                </c:pt>
                <c:pt idx="3499">
                  <c:v>45348</c:v>
                </c:pt>
                <c:pt idx="3500">
                  <c:v>45349</c:v>
                </c:pt>
                <c:pt idx="3501">
                  <c:v>45350</c:v>
                </c:pt>
                <c:pt idx="3502">
                  <c:v>45351</c:v>
                </c:pt>
                <c:pt idx="3503">
                  <c:v>45352</c:v>
                </c:pt>
                <c:pt idx="3504">
                  <c:v>45355</c:v>
                </c:pt>
                <c:pt idx="3505">
                  <c:v>45356</c:v>
                </c:pt>
                <c:pt idx="3506">
                  <c:v>45357</c:v>
                </c:pt>
                <c:pt idx="3507">
                  <c:v>45358</c:v>
                </c:pt>
                <c:pt idx="3508">
                  <c:v>45359</c:v>
                </c:pt>
                <c:pt idx="3509">
                  <c:v>45362</c:v>
                </c:pt>
                <c:pt idx="3510">
                  <c:v>45363</c:v>
                </c:pt>
                <c:pt idx="3511">
                  <c:v>45364</c:v>
                </c:pt>
                <c:pt idx="3512">
                  <c:v>45365</c:v>
                </c:pt>
                <c:pt idx="3513">
                  <c:v>45366</c:v>
                </c:pt>
                <c:pt idx="3514">
                  <c:v>45369</c:v>
                </c:pt>
                <c:pt idx="3515">
                  <c:v>45370</c:v>
                </c:pt>
                <c:pt idx="3516">
                  <c:v>45371</c:v>
                </c:pt>
                <c:pt idx="3517">
                  <c:v>45372</c:v>
                </c:pt>
                <c:pt idx="3518">
                  <c:v>45373</c:v>
                </c:pt>
                <c:pt idx="3519">
                  <c:v>45376</c:v>
                </c:pt>
                <c:pt idx="3520">
                  <c:v>45377</c:v>
                </c:pt>
                <c:pt idx="3521">
                  <c:v>45378</c:v>
                </c:pt>
                <c:pt idx="3522">
                  <c:v>45379</c:v>
                </c:pt>
                <c:pt idx="3523">
                  <c:v>45383</c:v>
                </c:pt>
                <c:pt idx="3524">
                  <c:v>45384</c:v>
                </c:pt>
                <c:pt idx="3525">
                  <c:v>45385</c:v>
                </c:pt>
                <c:pt idx="3526">
                  <c:v>45386</c:v>
                </c:pt>
                <c:pt idx="3527">
                  <c:v>45387</c:v>
                </c:pt>
                <c:pt idx="3528">
                  <c:v>45390</c:v>
                </c:pt>
                <c:pt idx="3529">
                  <c:v>45391</c:v>
                </c:pt>
                <c:pt idx="3530">
                  <c:v>45392</c:v>
                </c:pt>
                <c:pt idx="3531">
                  <c:v>45393</c:v>
                </c:pt>
                <c:pt idx="3532">
                  <c:v>45394</c:v>
                </c:pt>
                <c:pt idx="3533">
                  <c:v>45397</c:v>
                </c:pt>
                <c:pt idx="3534">
                  <c:v>45398</c:v>
                </c:pt>
                <c:pt idx="3535">
                  <c:v>45399</c:v>
                </c:pt>
                <c:pt idx="3536">
                  <c:v>45400</c:v>
                </c:pt>
                <c:pt idx="3537">
                  <c:v>45401</c:v>
                </c:pt>
                <c:pt idx="3538">
                  <c:v>45404</c:v>
                </c:pt>
                <c:pt idx="3539">
                  <c:v>45405</c:v>
                </c:pt>
                <c:pt idx="3540">
                  <c:v>45406</c:v>
                </c:pt>
                <c:pt idx="3541">
                  <c:v>45407</c:v>
                </c:pt>
                <c:pt idx="3542">
                  <c:v>45408</c:v>
                </c:pt>
                <c:pt idx="3543">
                  <c:v>45411</c:v>
                </c:pt>
                <c:pt idx="3544">
                  <c:v>45412</c:v>
                </c:pt>
                <c:pt idx="3545">
                  <c:v>45413</c:v>
                </c:pt>
                <c:pt idx="3546">
                  <c:v>45414</c:v>
                </c:pt>
                <c:pt idx="3547">
                  <c:v>45415</c:v>
                </c:pt>
                <c:pt idx="3548">
                  <c:v>45418</c:v>
                </c:pt>
                <c:pt idx="3549">
                  <c:v>45419</c:v>
                </c:pt>
                <c:pt idx="3550">
                  <c:v>45420</c:v>
                </c:pt>
                <c:pt idx="3551">
                  <c:v>45421</c:v>
                </c:pt>
                <c:pt idx="3552">
                  <c:v>45422</c:v>
                </c:pt>
                <c:pt idx="3553">
                  <c:v>45425</c:v>
                </c:pt>
                <c:pt idx="3554">
                  <c:v>45426</c:v>
                </c:pt>
                <c:pt idx="3555">
                  <c:v>45427</c:v>
                </c:pt>
                <c:pt idx="3556">
                  <c:v>45428</c:v>
                </c:pt>
                <c:pt idx="3557">
                  <c:v>45429</c:v>
                </c:pt>
                <c:pt idx="3558">
                  <c:v>45432</c:v>
                </c:pt>
                <c:pt idx="3559">
                  <c:v>45433</c:v>
                </c:pt>
                <c:pt idx="3560">
                  <c:v>45434</c:v>
                </c:pt>
                <c:pt idx="3561">
                  <c:v>45435</c:v>
                </c:pt>
                <c:pt idx="3562">
                  <c:v>45436</c:v>
                </c:pt>
                <c:pt idx="3563">
                  <c:v>45440</c:v>
                </c:pt>
                <c:pt idx="3564">
                  <c:v>45441</c:v>
                </c:pt>
                <c:pt idx="3565">
                  <c:v>45442</c:v>
                </c:pt>
                <c:pt idx="3566">
                  <c:v>45443</c:v>
                </c:pt>
                <c:pt idx="3567">
                  <c:v>45446</c:v>
                </c:pt>
                <c:pt idx="3568">
                  <c:v>45447</c:v>
                </c:pt>
                <c:pt idx="3569">
                  <c:v>45448</c:v>
                </c:pt>
                <c:pt idx="3570">
                  <c:v>45449</c:v>
                </c:pt>
                <c:pt idx="3571">
                  <c:v>45450</c:v>
                </c:pt>
                <c:pt idx="3572">
                  <c:v>45453</c:v>
                </c:pt>
                <c:pt idx="3573">
                  <c:v>45454</c:v>
                </c:pt>
                <c:pt idx="3574">
                  <c:v>45455</c:v>
                </c:pt>
                <c:pt idx="3575">
                  <c:v>45456</c:v>
                </c:pt>
                <c:pt idx="3576">
                  <c:v>45457</c:v>
                </c:pt>
                <c:pt idx="3577">
                  <c:v>45460</c:v>
                </c:pt>
                <c:pt idx="3578">
                  <c:v>45461</c:v>
                </c:pt>
                <c:pt idx="3579">
                  <c:v>45463</c:v>
                </c:pt>
                <c:pt idx="3580">
                  <c:v>45464</c:v>
                </c:pt>
                <c:pt idx="3581">
                  <c:v>45467</c:v>
                </c:pt>
                <c:pt idx="3582">
                  <c:v>45468</c:v>
                </c:pt>
                <c:pt idx="3583">
                  <c:v>45469</c:v>
                </c:pt>
                <c:pt idx="3584">
                  <c:v>45470</c:v>
                </c:pt>
                <c:pt idx="3585">
                  <c:v>45471</c:v>
                </c:pt>
                <c:pt idx="3586">
                  <c:v>45474</c:v>
                </c:pt>
                <c:pt idx="3587">
                  <c:v>45475</c:v>
                </c:pt>
                <c:pt idx="3588">
                  <c:v>45476</c:v>
                </c:pt>
                <c:pt idx="3589">
                  <c:v>45478</c:v>
                </c:pt>
                <c:pt idx="3590">
                  <c:v>45481</c:v>
                </c:pt>
                <c:pt idx="3591">
                  <c:v>45482</c:v>
                </c:pt>
                <c:pt idx="3592">
                  <c:v>45483</c:v>
                </c:pt>
                <c:pt idx="3593">
                  <c:v>45484</c:v>
                </c:pt>
                <c:pt idx="3594">
                  <c:v>45485</c:v>
                </c:pt>
                <c:pt idx="3595">
                  <c:v>45488</c:v>
                </c:pt>
                <c:pt idx="3596">
                  <c:v>45489</c:v>
                </c:pt>
                <c:pt idx="3597">
                  <c:v>45490</c:v>
                </c:pt>
                <c:pt idx="3598">
                  <c:v>45491</c:v>
                </c:pt>
                <c:pt idx="3599">
                  <c:v>45492</c:v>
                </c:pt>
                <c:pt idx="3600">
                  <c:v>45495</c:v>
                </c:pt>
                <c:pt idx="3601">
                  <c:v>45496</c:v>
                </c:pt>
                <c:pt idx="3602">
                  <c:v>45497</c:v>
                </c:pt>
                <c:pt idx="3603">
                  <c:v>45498</c:v>
                </c:pt>
                <c:pt idx="3604">
                  <c:v>45499</c:v>
                </c:pt>
                <c:pt idx="3605">
                  <c:v>45502</c:v>
                </c:pt>
                <c:pt idx="3606">
                  <c:v>45503</c:v>
                </c:pt>
                <c:pt idx="3607">
                  <c:v>45504</c:v>
                </c:pt>
                <c:pt idx="3608">
                  <c:v>45505</c:v>
                </c:pt>
                <c:pt idx="3609">
                  <c:v>45506</c:v>
                </c:pt>
                <c:pt idx="3610">
                  <c:v>45509</c:v>
                </c:pt>
                <c:pt idx="3611">
                  <c:v>45510</c:v>
                </c:pt>
                <c:pt idx="3612">
                  <c:v>45511</c:v>
                </c:pt>
                <c:pt idx="3613">
                  <c:v>45512</c:v>
                </c:pt>
                <c:pt idx="3614">
                  <c:v>45513</c:v>
                </c:pt>
                <c:pt idx="3615">
                  <c:v>45516</c:v>
                </c:pt>
                <c:pt idx="3616">
                  <c:v>45517</c:v>
                </c:pt>
                <c:pt idx="3617">
                  <c:v>45518</c:v>
                </c:pt>
                <c:pt idx="3618">
                  <c:v>45519</c:v>
                </c:pt>
                <c:pt idx="3619">
                  <c:v>45520</c:v>
                </c:pt>
                <c:pt idx="3620">
                  <c:v>45523</c:v>
                </c:pt>
                <c:pt idx="3621">
                  <c:v>45524</c:v>
                </c:pt>
                <c:pt idx="3622">
                  <c:v>45525</c:v>
                </c:pt>
                <c:pt idx="3623">
                  <c:v>45526</c:v>
                </c:pt>
                <c:pt idx="3624">
                  <c:v>45527</c:v>
                </c:pt>
                <c:pt idx="3625">
                  <c:v>45530</c:v>
                </c:pt>
                <c:pt idx="3626">
                  <c:v>45531</c:v>
                </c:pt>
                <c:pt idx="3627">
                  <c:v>45532</c:v>
                </c:pt>
                <c:pt idx="3628">
                  <c:v>45533</c:v>
                </c:pt>
                <c:pt idx="3629">
                  <c:v>45534</c:v>
                </c:pt>
                <c:pt idx="3630">
                  <c:v>45538</c:v>
                </c:pt>
                <c:pt idx="3631">
                  <c:v>45539</c:v>
                </c:pt>
                <c:pt idx="3632">
                  <c:v>45540</c:v>
                </c:pt>
                <c:pt idx="3633">
                  <c:v>45541</c:v>
                </c:pt>
                <c:pt idx="3634">
                  <c:v>45544</c:v>
                </c:pt>
                <c:pt idx="3635">
                  <c:v>45545</c:v>
                </c:pt>
                <c:pt idx="3636">
                  <c:v>45546</c:v>
                </c:pt>
                <c:pt idx="3637">
                  <c:v>45547</c:v>
                </c:pt>
                <c:pt idx="3638">
                  <c:v>45548</c:v>
                </c:pt>
                <c:pt idx="3639">
                  <c:v>45551</c:v>
                </c:pt>
                <c:pt idx="3640">
                  <c:v>45552</c:v>
                </c:pt>
                <c:pt idx="3641">
                  <c:v>45560</c:v>
                </c:pt>
                <c:pt idx="3642">
                  <c:v>45561</c:v>
                </c:pt>
                <c:pt idx="3643">
                  <c:v>45562</c:v>
                </c:pt>
                <c:pt idx="3644">
                  <c:v>45565</c:v>
                </c:pt>
                <c:pt idx="3645">
                  <c:v>45566</c:v>
                </c:pt>
                <c:pt idx="3646">
                  <c:v>45567</c:v>
                </c:pt>
                <c:pt idx="3647">
                  <c:v>45569</c:v>
                </c:pt>
                <c:pt idx="3648">
                  <c:v>45572</c:v>
                </c:pt>
                <c:pt idx="3649">
                  <c:v>45573</c:v>
                </c:pt>
                <c:pt idx="3650">
                  <c:v>45574</c:v>
                </c:pt>
                <c:pt idx="3651">
                  <c:v>45575</c:v>
                </c:pt>
                <c:pt idx="3652">
                  <c:v>45576</c:v>
                </c:pt>
                <c:pt idx="3653">
                  <c:v>45580</c:v>
                </c:pt>
                <c:pt idx="3654">
                  <c:v>45581</c:v>
                </c:pt>
                <c:pt idx="3655">
                  <c:v>45582</c:v>
                </c:pt>
                <c:pt idx="3656">
                  <c:v>45583</c:v>
                </c:pt>
                <c:pt idx="3657">
                  <c:v>45586</c:v>
                </c:pt>
                <c:pt idx="3658">
                  <c:v>45587</c:v>
                </c:pt>
                <c:pt idx="3659">
                  <c:v>45588</c:v>
                </c:pt>
                <c:pt idx="3660">
                  <c:v>45589</c:v>
                </c:pt>
                <c:pt idx="3661">
                  <c:v>45590</c:v>
                </c:pt>
                <c:pt idx="3662">
                  <c:v>45593</c:v>
                </c:pt>
                <c:pt idx="3663">
                  <c:v>45594</c:v>
                </c:pt>
                <c:pt idx="3664">
                  <c:v>45595</c:v>
                </c:pt>
                <c:pt idx="3665">
                  <c:v>45596</c:v>
                </c:pt>
                <c:pt idx="3666">
                  <c:v>45597</c:v>
                </c:pt>
                <c:pt idx="3667">
                  <c:v>45600</c:v>
                </c:pt>
                <c:pt idx="3668">
                  <c:v>45601</c:v>
                </c:pt>
                <c:pt idx="3669">
                  <c:v>45602</c:v>
                </c:pt>
                <c:pt idx="3670">
                  <c:v>45603</c:v>
                </c:pt>
                <c:pt idx="3671">
                  <c:v>45604</c:v>
                </c:pt>
                <c:pt idx="3672">
                  <c:v>45608</c:v>
                </c:pt>
                <c:pt idx="3673">
                  <c:v>45609</c:v>
                </c:pt>
                <c:pt idx="3674">
                  <c:v>45610</c:v>
                </c:pt>
                <c:pt idx="3675">
                  <c:v>45611</c:v>
                </c:pt>
                <c:pt idx="3676">
                  <c:v>45614</c:v>
                </c:pt>
                <c:pt idx="3677">
                  <c:v>45615</c:v>
                </c:pt>
                <c:pt idx="3678">
                  <c:v>45616</c:v>
                </c:pt>
                <c:pt idx="3679">
                  <c:v>45617</c:v>
                </c:pt>
                <c:pt idx="3680">
                  <c:v>45618</c:v>
                </c:pt>
                <c:pt idx="3681">
                  <c:v>45621</c:v>
                </c:pt>
                <c:pt idx="3682">
                  <c:v>45622</c:v>
                </c:pt>
                <c:pt idx="3683">
                  <c:v>45623</c:v>
                </c:pt>
                <c:pt idx="3684">
                  <c:v>45625</c:v>
                </c:pt>
                <c:pt idx="3685">
                  <c:v>45628</c:v>
                </c:pt>
                <c:pt idx="3686">
                  <c:v>45629</c:v>
                </c:pt>
                <c:pt idx="3687">
                  <c:v>45630</c:v>
                </c:pt>
                <c:pt idx="3688">
                  <c:v>45631</c:v>
                </c:pt>
                <c:pt idx="3689">
                  <c:v>45632</c:v>
                </c:pt>
                <c:pt idx="3690">
                  <c:v>45635</c:v>
                </c:pt>
                <c:pt idx="3691">
                  <c:v>45636</c:v>
                </c:pt>
                <c:pt idx="3692">
                  <c:v>45637</c:v>
                </c:pt>
                <c:pt idx="3693">
                  <c:v>45638</c:v>
                </c:pt>
                <c:pt idx="3694">
                  <c:v>45639</c:v>
                </c:pt>
                <c:pt idx="3695">
                  <c:v>45642</c:v>
                </c:pt>
                <c:pt idx="3696">
                  <c:v>45643</c:v>
                </c:pt>
                <c:pt idx="3697">
                  <c:v>45644</c:v>
                </c:pt>
                <c:pt idx="3698">
                  <c:v>45645</c:v>
                </c:pt>
                <c:pt idx="3699">
                  <c:v>45646</c:v>
                </c:pt>
                <c:pt idx="3700">
                  <c:v>45649</c:v>
                </c:pt>
                <c:pt idx="3701">
                  <c:v>45650</c:v>
                </c:pt>
                <c:pt idx="3702">
                  <c:v>45652</c:v>
                </c:pt>
                <c:pt idx="3703">
                  <c:v>45653</c:v>
                </c:pt>
                <c:pt idx="3704">
                  <c:v>45656</c:v>
                </c:pt>
                <c:pt idx="3705">
                  <c:v>45657</c:v>
                </c:pt>
                <c:pt idx="3706">
                  <c:v>45659</c:v>
                </c:pt>
                <c:pt idx="3707">
                  <c:v>45660</c:v>
                </c:pt>
                <c:pt idx="3708">
                  <c:v>45663</c:v>
                </c:pt>
                <c:pt idx="3709">
                  <c:v>45664</c:v>
                </c:pt>
                <c:pt idx="3710">
                  <c:v>45665</c:v>
                </c:pt>
                <c:pt idx="3711">
                  <c:v>45666</c:v>
                </c:pt>
                <c:pt idx="3712">
                  <c:v>45667</c:v>
                </c:pt>
                <c:pt idx="3713">
                  <c:v>45670</c:v>
                </c:pt>
                <c:pt idx="3714">
                  <c:v>45671</c:v>
                </c:pt>
                <c:pt idx="3715">
                  <c:v>45672</c:v>
                </c:pt>
                <c:pt idx="3716">
                  <c:v>45673</c:v>
                </c:pt>
                <c:pt idx="3717">
                  <c:v>45674</c:v>
                </c:pt>
                <c:pt idx="3718">
                  <c:v>45678</c:v>
                </c:pt>
                <c:pt idx="3719">
                  <c:v>45679</c:v>
                </c:pt>
                <c:pt idx="3720">
                  <c:v>45680</c:v>
                </c:pt>
                <c:pt idx="3721">
                  <c:v>45681</c:v>
                </c:pt>
                <c:pt idx="3722">
                  <c:v>45684</c:v>
                </c:pt>
                <c:pt idx="3723">
                  <c:v>45685</c:v>
                </c:pt>
                <c:pt idx="3724">
                  <c:v>45686</c:v>
                </c:pt>
                <c:pt idx="3725">
                  <c:v>45687</c:v>
                </c:pt>
                <c:pt idx="3726">
                  <c:v>45688</c:v>
                </c:pt>
                <c:pt idx="3727">
                  <c:v>45691</c:v>
                </c:pt>
                <c:pt idx="3728">
                  <c:v>45692</c:v>
                </c:pt>
                <c:pt idx="3729">
                  <c:v>45693</c:v>
                </c:pt>
                <c:pt idx="3730">
                  <c:v>45694</c:v>
                </c:pt>
                <c:pt idx="3731">
                  <c:v>45695</c:v>
                </c:pt>
                <c:pt idx="3732">
                  <c:v>45698</c:v>
                </c:pt>
                <c:pt idx="3733">
                  <c:v>45699</c:v>
                </c:pt>
                <c:pt idx="3734">
                  <c:v>45700</c:v>
                </c:pt>
                <c:pt idx="3735">
                  <c:v>45701</c:v>
                </c:pt>
                <c:pt idx="3736">
                  <c:v>45702</c:v>
                </c:pt>
                <c:pt idx="3737">
                  <c:v>45706</c:v>
                </c:pt>
                <c:pt idx="3738">
                  <c:v>45707</c:v>
                </c:pt>
                <c:pt idx="3739">
                  <c:v>45708</c:v>
                </c:pt>
                <c:pt idx="3740">
                  <c:v>45709</c:v>
                </c:pt>
                <c:pt idx="3741">
                  <c:v>45712</c:v>
                </c:pt>
                <c:pt idx="3742">
                  <c:v>45713</c:v>
                </c:pt>
                <c:pt idx="3743">
                  <c:v>45714</c:v>
                </c:pt>
                <c:pt idx="3744">
                  <c:v>45715</c:v>
                </c:pt>
                <c:pt idx="3745">
                  <c:v>45716</c:v>
                </c:pt>
                <c:pt idx="3746">
                  <c:v>45719</c:v>
                </c:pt>
                <c:pt idx="3747">
                  <c:v>45720</c:v>
                </c:pt>
                <c:pt idx="3748">
                  <c:v>45721</c:v>
                </c:pt>
                <c:pt idx="3749">
                  <c:v>45722</c:v>
                </c:pt>
                <c:pt idx="3750">
                  <c:v>45723</c:v>
                </c:pt>
                <c:pt idx="3751">
                  <c:v>45726</c:v>
                </c:pt>
                <c:pt idx="3752">
                  <c:v>45727</c:v>
                </c:pt>
                <c:pt idx="3753">
                  <c:v>45728</c:v>
                </c:pt>
                <c:pt idx="3754">
                  <c:v>45729</c:v>
                </c:pt>
                <c:pt idx="3755">
                  <c:v>45730</c:v>
                </c:pt>
                <c:pt idx="3756">
                  <c:v>45733</c:v>
                </c:pt>
                <c:pt idx="3757">
                  <c:v>45734</c:v>
                </c:pt>
                <c:pt idx="3758">
                  <c:v>45735</c:v>
                </c:pt>
                <c:pt idx="3759">
                  <c:v>45736</c:v>
                </c:pt>
                <c:pt idx="3760">
                  <c:v>45737</c:v>
                </c:pt>
                <c:pt idx="3761">
                  <c:v>45740</c:v>
                </c:pt>
                <c:pt idx="3762">
                  <c:v>45741</c:v>
                </c:pt>
                <c:pt idx="3763">
                  <c:v>45742</c:v>
                </c:pt>
                <c:pt idx="3764">
                  <c:v>45743</c:v>
                </c:pt>
                <c:pt idx="3765">
                  <c:v>45744</c:v>
                </c:pt>
                <c:pt idx="3766">
                  <c:v>45747</c:v>
                </c:pt>
                <c:pt idx="3767">
                  <c:v>45748</c:v>
                </c:pt>
                <c:pt idx="3768">
                  <c:v>45749</c:v>
                </c:pt>
                <c:pt idx="3769">
                  <c:v>45750</c:v>
                </c:pt>
                <c:pt idx="3770">
                  <c:v>45751</c:v>
                </c:pt>
                <c:pt idx="3771">
                  <c:v>45754</c:v>
                </c:pt>
                <c:pt idx="3772">
                  <c:v>45755</c:v>
                </c:pt>
                <c:pt idx="3773">
                  <c:v>45756</c:v>
                </c:pt>
                <c:pt idx="3774">
                  <c:v>45757</c:v>
                </c:pt>
                <c:pt idx="3775">
                  <c:v>45758</c:v>
                </c:pt>
                <c:pt idx="3776">
                  <c:v>45761</c:v>
                </c:pt>
                <c:pt idx="3777">
                  <c:v>45762</c:v>
                </c:pt>
                <c:pt idx="3778">
                  <c:v>45763</c:v>
                </c:pt>
                <c:pt idx="3779">
                  <c:v>45764</c:v>
                </c:pt>
                <c:pt idx="3780">
                  <c:v>45768</c:v>
                </c:pt>
                <c:pt idx="3781">
                  <c:v>45769</c:v>
                </c:pt>
                <c:pt idx="3782">
                  <c:v>45770</c:v>
                </c:pt>
                <c:pt idx="3783">
                  <c:v>45771</c:v>
                </c:pt>
                <c:pt idx="3784">
                  <c:v>45772</c:v>
                </c:pt>
                <c:pt idx="3785">
                  <c:v>45775</c:v>
                </c:pt>
                <c:pt idx="3786">
                  <c:v>45776</c:v>
                </c:pt>
                <c:pt idx="3787">
                  <c:v>45777</c:v>
                </c:pt>
                <c:pt idx="3788">
                  <c:v>45778</c:v>
                </c:pt>
                <c:pt idx="3789">
                  <c:v>45779</c:v>
                </c:pt>
                <c:pt idx="3790">
                  <c:v>45782</c:v>
                </c:pt>
                <c:pt idx="3791">
                  <c:v>45783</c:v>
                </c:pt>
                <c:pt idx="3792">
                  <c:v>45784</c:v>
                </c:pt>
                <c:pt idx="3793">
                  <c:v>45785</c:v>
                </c:pt>
                <c:pt idx="3794">
                  <c:v>45786</c:v>
                </c:pt>
                <c:pt idx="3795">
                  <c:v>45789</c:v>
                </c:pt>
                <c:pt idx="3796">
                  <c:v>45790</c:v>
                </c:pt>
                <c:pt idx="3797">
                  <c:v>45791</c:v>
                </c:pt>
                <c:pt idx="3798">
                  <c:v>45792</c:v>
                </c:pt>
                <c:pt idx="3799">
                  <c:v>45793</c:v>
                </c:pt>
                <c:pt idx="3800">
                  <c:v>45796</c:v>
                </c:pt>
                <c:pt idx="3801">
                  <c:v>45797</c:v>
                </c:pt>
                <c:pt idx="3802">
                  <c:v>45798</c:v>
                </c:pt>
                <c:pt idx="3803">
                  <c:v>45799</c:v>
                </c:pt>
                <c:pt idx="3804">
                  <c:v>45800</c:v>
                </c:pt>
                <c:pt idx="3805">
                  <c:v>45804</c:v>
                </c:pt>
                <c:pt idx="3806">
                  <c:v>45805</c:v>
                </c:pt>
                <c:pt idx="3807">
                  <c:v>45806</c:v>
                </c:pt>
                <c:pt idx="3808">
                  <c:v>45807</c:v>
                </c:pt>
                <c:pt idx="3809">
                  <c:v>45810</c:v>
                </c:pt>
                <c:pt idx="3810">
                  <c:v>45811</c:v>
                </c:pt>
                <c:pt idx="3811">
                  <c:v>45812</c:v>
                </c:pt>
                <c:pt idx="3812">
                  <c:v>45813</c:v>
                </c:pt>
                <c:pt idx="3813">
                  <c:v>45814</c:v>
                </c:pt>
                <c:pt idx="3814">
                  <c:v>45817</c:v>
                </c:pt>
                <c:pt idx="3815">
                  <c:v>45818</c:v>
                </c:pt>
                <c:pt idx="3816">
                  <c:v>45819</c:v>
                </c:pt>
                <c:pt idx="3817">
                  <c:v>45820</c:v>
                </c:pt>
                <c:pt idx="3818">
                  <c:v>45821</c:v>
                </c:pt>
                <c:pt idx="3819">
                  <c:v>45824</c:v>
                </c:pt>
                <c:pt idx="3820">
                  <c:v>45825</c:v>
                </c:pt>
                <c:pt idx="3821">
                  <c:v>45826</c:v>
                </c:pt>
                <c:pt idx="3822">
                  <c:v>45828</c:v>
                </c:pt>
                <c:pt idx="3823">
                  <c:v>45831</c:v>
                </c:pt>
              </c:numCache>
            </c:numRef>
          </c:cat>
          <c:val>
            <c:numRef>
              <c:f>'JMB_Coups(FEBGEN)_Charts'!$BY$22:$BY$3845</c:f>
              <c:numCache>
                <c:formatCode>0</c:formatCode>
                <c:ptCount val="3824"/>
                <c:pt idx="0">
                  <c:v>1.7507802872070286</c:v>
                </c:pt>
                <c:pt idx="1">
                  <c:v>1.5924258956078923</c:v>
                </c:pt>
                <c:pt idx="2">
                  <c:v>3.1435127568587085</c:v>
                </c:pt>
                <c:pt idx="3">
                  <c:v>4.1765795557558363</c:v>
                </c:pt>
                <c:pt idx="4">
                  <c:v>0.65749059832267065</c:v>
                </c:pt>
                <c:pt idx="5">
                  <c:v>2.313340600823615</c:v>
                </c:pt>
                <c:pt idx="6">
                  <c:v>2.3152117074261049</c:v>
                </c:pt>
                <c:pt idx="7">
                  <c:v>2.579185159490784</c:v>
                </c:pt>
                <c:pt idx="8">
                  <c:v>0.97749279823966262</c:v>
                </c:pt>
                <c:pt idx="9">
                  <c:v>-0.95710467545912081</c:v>
                </c:pt>
                <c:pt idx="10">
                  <c:v>-2.5197977833902456</c:v>
                </c:pt>
                <c:pt idx="11">
                  <c:v>-1.6886698429997153</c:v>
                </c:pt>
                <c:pt idx="12">
                  <c:v>-2.4873444217774718</c:v>
                </c:pt>
                <c:pt idx="13">
                  <c:v>-0.27329009422063777</c:v>
                </c:pt>
                <c:pt idx="14">
                  <c:v>-2.7367511299574296</c:v>
                </c:pt>
                <c:pt idx="15">
                  <c:v>1.058338262804881E-2</c:v>
                </c:pt>
                <c:pt idx="16">
                  <c:v>0.76653112834711123</c:v>
                </c:pt>
                <c:pt idx="17">
                  <c:v>0.20695404835005604</c:v>
                </c:pt>
                <c:pt idx="18">
                  <c:v>4.7684779643659425</c:v>
                </c:pt>
                <c:pt idx="19">
                  <c:v>0.39068846082508202</c:v>
                </c:pt>
                <c:pt idx="20">
                  <c:v>0.99160685625477285</c:v>
                </c:pt>
                <c:pt idx="21">
                  <c:v>-0.328101406643448</c:v>
                </c:pt>
                <c:pt idx="22">
                  <c:v>-0.99988650923902966</c:v>
                </c:pt>
                <c:pt idx="23">
                  <c:v>-0.97569886752439672</c:v>
                </c:pt>
                <c:pt idx="24">
                  <c:v>-2.4279077145618118</c:v>
                </c:pt>
                <c:pt idx="25">
                  <c:v>-0.83817642572322271</c:v>
                </c:pt>
                <c:pt idx="26">
                  <c:v>0.44899783548621386</c:v>
                </c:pt>
                <c:pt idx="27">
                  <c:v>-3.2277670040871058</c:v>
                </c:pt>
                <c:pt idx="28">
                  <c:v>-3.5101370864522892</c:v>
                </c:pt>
                <c:pt idx="29">
                  <c:v>-5.1576008882807223</c:v>
                </c:pt>
                <c:pt idx="30">
                  <c:v>-4.4258840319759329</c:v>
                </c:pt>
                <c:pt idx="31">
                  <c:v>-4.4879729428388409</c:v>
                </c:pt>
                <c:pt idx="32">
                  <c:v>-2.9989747245453344</c:v>
                </c:pt>
                <c:pt idx="33">
                  <c:v>-5.5783683859254083</c:v>
                </c:pt>
                <c:pt idx="34">
                  <c:v>-7.4117688649572173</c:v>
                </c:pt>
                <c:pt idx="35">
                  <c:v>-5.850240188265591</c:v>
                </c:pt>
                <c:pt idx="36">
                  <c:v>-7.7036992026599798</c:v>
                </c:pt>
                <c:pt idx="37">
                  <c:v>-8.0796326538402106</c:v>
                </c:pt>
                <c:pt idx="38">
                  <c:v>-6.6046736609258083</c:v>
                </c:pt>
                <c:pt idx="39">
                  <c:v>-5.7779583501212173</c:v>
                </c:pt>
                <c:pt idx="40">
                  <c:v>-7.7028954515436219</c:v>
                </c:pt>
                <c:pt idx="41">
                  <c:v>-7.1471740906544348</c:v>
                </c:pt>
                <c:pt idx="42">
                  <c:v>-4.0515336447476464</c:v>
                </c:pt>
                <c:pt idx="43">
                  <c:v>-2.9889619615991592</c:v>
                </c:pt>
                <c:pt idx="44">
                  <c:v>-4.0385316036671917</c:v>
                </c:pt>
                <c:pt idx="45">
                  <c:v>-5.1544847782201799</c:v>
                </c:pt>
                <c:pt idx="46">
                  <c:v>-6.0749072054087279</c:v>
                </c:pt>
                <c:pt idx="47">
                  <c:v>-6.8593288855116388</c:v>
                </c:pt>
                <c:pt idx="48">
                  <c:v>-6.0917137331020026</c:v>
                </c:pt>
                <c:pt idx="49">
                  <c:v>-5.6029542241704604</c:v>
                </c:pt>
                <c:pt idx="50">
                  <c:v>-7.201480282865715</c:v>
                </c:pt>
                <c:pt idx="51">
                  <c:v>-8.5103259642592501</c:v>
                </c:pt>
                <c:pt idx="52">
                  <c:v>-12.635427800538004</c:v>
                </c:pt>
                <c:pt idx="53">
                  <c:v>-9.4500643973140477</c:v>
                </c:pt>
                <c:pt idx="54">
                  <c:v>-13.272280445353022</c:v>
                </c:pt>
                <c:pt idx="55">
                  <c:v>-20.486416144379689</c:v>
                </c:pt>
                <c:pt idx="56">
                  <c:v>-19.517475918595583</c:v>
                </c:pt>
                <c:pt idx="57">
                  <c:v>-16.925322756355179</c:v>
                </c:pt>
                <c:pt idx="58">
                  <c:v>-15.863734334962714</c:v>
                </c:pt>
                <c:pt idx="59">
                  <c:v>-14.405678354066076</c:v>
                </c:pt>
                <c:pt idx="60">
                  <c:v>-8.7240986246196393</c:v>
                </c:pt>
                <c:pt idx="61">
                  <c:v>-13.773994974840562</c:v>
                </c:pt>
                <c:pt idx="62">
                  <c:v>-16.645270773662705</c:v>
                </c:pt>
                <c:pt idx="63">
                  <c:v>-16.072044549446769</c:v>
                </c:pt>
                <c:pt idx="64">
                  <c:v>-15.906661129667462</c:v>
                </c:pt>
                <c:pt idx="65">
                  <c:v>-17.312458565803976</c:v>
                </c:pt>
                <c:pt idx="66">
                  <c:v>-17.794617825038948</c:v>
                </c:pt>
                <c:pt idx="67">
                  <c:v>-16.994517402004956</c:v>
                </c:pt>
                <c:pt idx="68">
                  <c:v>-15.085896775816533</c:v>
                </c:pt>
                <c:pt idx="69">
                  <c:v>-13.579125378665191</c:v>
                </c:pt>
                <c:pt idx="70">
                  <c:v>-14.918329707559085</c:v>
                </c:pt>
                <c:pt idx="71">
                  <c:v>-15.53000639962741</c:v>
                </c:pt>
                <c:pt idx="72">
                  <c:v>-15.997630117891978</c:v>
                </c:pt>
                <c:pt idx="73">
                  <c:v>-17.106964202822279</c:v>
                </c:pt>
                <c:pt idx="74">
                  <c:v>-15.336454232868196</c:v>
                </c:pt>
                <c:pt idx="75">
                  <c:v>-15.557528942144554</c:v>
                </c:pt>
                <c:pt idx="76">
                  <c:v>-15.070608904031376</c:v>
                </c:pt>
                <c:pt idx="77">
                  <c:v>-16.683776285992046</c:v>
                </c:pt>
                <c:pt idx="78">
                  <c:v>-17.679145987525821</c:v>
                </c:pt>
                <c:pt idx="79">
                  <c:v>-16.065501247216918</c:v>
                </c:pt>
                <c:pt idx="80">
                  <c:v>-15.007446722269817</c:v>
                </c:pt>
                <c:pt idx="81">
                  <c:v>-14.848188336366917</c:v>
                </c:pt>
                <c:pt idx="82">
                  <c:v>-19.119059015522822</c:v>
                </c:pt>
                <c:pt idx="83">
                  <c:v>-17.929510899029825</c:v>
                </c:pt>
                <c:pt idx="84">
                  <c:v>-15.568242705511878</c:v>
                </c:pt>
                <c:pt idx="85">
                  <c:v>-14.577417437993843</c:v>
                </c:pt>
                <c:pt idx="86">
                  <c:v>-14.526043293651369</c:v>
                </c:pt>
                <c:pt idx="87">
                  <c:v>-15.606325497274785</c:v>
                </c:pt>
                <c:pt idx="88">
                  <c:v>-17.667962629416394</c:v>
                </c:pt>
                <c:pt idx="89">
                  <c:v>-18.151654132949886</c:v>
                </c:pt>
                <c:pt idx="90">
                  <c:v>-23.734065231360567</c:v>
                </c:pt>
                <c:pt idx="91">
                  <c:v>-21.392687730880326</c:v>
                </c:pt>
                <c:pt idx="92">
                  <c:v>-22.51052496454653</c:v>
                </c:pt>
                <c:pt idx="93">
                  <c:v>-22.093223624604985</c:v>
                </c:pt>
                <c:pt idx="94">
                  <c:v>-30.734999500402203</c:v>
                </c:pt>
                <c:pt idx="95">
                  <c:v>-22.164001852248418</c:v>
                </c:pt>
                <c:pt idx="96">
                  <c:v>-20.803379357687867</c:v>
                </c:pt>
                <c:pt idx="97">
                  <c:v>-22.933588928364333</c:v>
                </c:pt>
                <c:pt idx="98">
                  <c:v>-22.388874466379953</c:v>
                </c:pt>
                <c:pt idx="99">
                  <c:v>-20.437450207908597</c:v>
                </c:pt>
                <c:pt idx="100">
                  <c:v>-18.942137870805183</c:v>
                </c:pt>
                <c:pt idx="101">
                  <c:v>-21.186182041111103</c:v>
                </c:pt>
                <c:pt idx="102">
                  <c:v>-18.859239854279792</c:v>
                </c:pt>
                <c:pt idx="103">
                  <c:v>-14.297236559007956</c:v>
                </c:pt>
                <c:pt idx="104">
                  <c:v>-17.05494109338116</c:v>
                </c:pt>
                <c:pt idx="105">
                  <c:v>-16.689227445782436</c:v>
                </c:pt>
                <c:pt idx="106">
                  <c:v>-20.163361504032029</c:v>
                </c:pt>
                <c:pt idx="107">
                  <c:v>-21.06612094381547</c:v>
                </c:pt>
                <c:pt idx="108">
                  <c:v>-18.457067606665913</c:v>
                </c:pt>
                <c:pt idx="109">
                  <c:v>-21.16675973256919</c:v>
                </c:pt>
                <c:pt idx="110">
                  <c:v>-23.140374440518652</c:v>
                </c:pt>
                <c:pt idx="111">
                  <c:v>-24.273740886366468</c:v>
                </c:pt>
                <c:pt idx="112">
                  <c:v>-26.394399443247856</c:v>
                </c:pt>
                <c:pt idx="113">
                  <c:v>-28.511229026872044</c:v>
                </c:pt>
                <c:pt idx="114">
                  <c:v>-30.878396168090319</c:v>
                </c:pt>
                <c:pt idx="115">
                  <c:v>-28.957440070287099</c:v>
                </c:pt>
                <c:pt idx="116">
                  <c:v>-25.597189299533163</c:v>
                </c:pt>
                <c:pt idx="117">
                  <c:v>-25.292927484875747</c:v>
                </c:pt>
                <c:pt idx="118">
                  <c:v>-24.792602924340407</c:v>
                </c:pt>
                <c:pt idx="119">
                  <c:v>-22.413446327415826</c:v>
                </c:pt>
                <c:pt idx="120">
                  <c:v>-22.36781197915375</c:v>
                </c:pt>
                <c:pt idx="121">
                  <c:v>-21.537682861139864</c:v>
                </c:pt>
                <c:pt idx="122">
                  <c:v>-22.611805450713092</c:v>
                </c:pt>
                <c:pt idx="123">
                  <c:v>-24.901113515499649</c:v>
                </c:pt>
                <c:pt idx="124">
                  <c:v>-22.412070483296752</c:v>
                </c:pt>
                <c:pt idx="125">
                  <c:v>-21.567829370768294</c:v>
                </c:pt>
                <c:pt idx="126">
                  <c:v>-22.802392340558498</c:v>
                </c:pt>
                <c:pt idx="127">
                  <c:v>-21.324349917741763</c:v>
                </c:pt>
                <c:pt idx="128">
                  <c:v>-21.413625859784187</c:v>
                </c:pt>
                <c:pt idx="129">
                  <c:v>-23.220320058749635</c:v>
                </c:pt>
                <c:pt idx="130">
                  <c:v>-24.380804448081832</c:v>
                </c:pt>
                <c:pt idx="131">
                  <c:v>-23.010225547505801</c:v>
                </c:pt>
                <c:pt idx="132">
                  <c:v>-21.547800059475545</c:v>
                </c:pt>
                <c:pt idx="133">
                  <c:v>-20.778613116531538</c:v>
                </c:pt>
                <c:pt idx="134">
                  <c:v>-21.702534072633938</c:v>
                </c:pt>
                <c:pt idx="135">
                  <c:v>-22.433870397294996</c:v>
                </c:pt>
                <c:pt idx="136">
                  <c:v>-25.103921238575499</c:v>
                </c:pt>
                <c:pt idx="137">
                  <c:v>-29.572106589697704</c:v>
                </c:pt>
                <c:pt idx="138">
                  <c:v>-27.43585991379306</c:v>
                </c:pt>
                <c:pt idx="139">
                  <c:v>-23.815421732531806</c:v>
                </c:pt>
                <c:pt idx="140">
                  <c:v>-23.51875590038129</c:v>
                </c:pt>
                <c:pt idx="141">
                  <c:v>-22.394712928722168</c:v>
                </c:pt>
                <c:pt idx="142">
                  <c:v>-19.341318819524986</c:v>
                </c:pt>
                <c:pt idx="143">
                  <c:v>-20.976077409875504</c:v>
                </c:pt>
                <c:pt idx="144">
                  <c:v>-20.585466028615077</c:v>
                </c:pt>
                <c:pt idx="145">
                  <c:v>-20.993847479473459</c:v>
                </c:pt>
                <c:pt idx="146">
                  <c:v>-19.486625699189247</c:v>
                </c:pt>
                <c:pt idx="147">
                  <c:v>-17.459697423902135</c:v>
                </c:pt>
                <c:pt idx="148">
                  <c:v>-17.767902376331861</c:v>
                </c:pt>
                <c:pt idx="149">
                  <c:v>-19.045347994582077</c:v>
                </c:pt>
                <c:pt idx="150">
                  <c:v>-20.588518783838165</c:v>
                </c:pt>
                <c:pt idx="151">
                  <c:v>-15.94003745613268</c:v>
                </c:pt>
                <c:pt idx="152">
                  <c:v>-13.334702914869675</c:v>
                </c:pt>
                <c:pt idx="153">
                  <c:v>-14.010899532989345</c:v>
                </c:pt>
                <c:pt idx="154">
                  <c:v>-16.023624021568864</c:v>
                </c:pt>
                <c:pt idx="155">
                  <c:v>-14.897760734658792</c:v>
                </c:pt>
                <c:pt idx="156">
                  <c:v>-13.509857408010975</c:v>
                </c:pt>
                <c:pt idx="157">
                  <c:v>-17.6551145712574</c:v>
                </c:pt>
                <c:pt idx="158">
                  <c:v>-14.495405255660591</c:v>
                </c:pt>
                <c:pt idx="159">
                  <c:v>-14.976251273026596</c:v>
                </c:pt>
                <c:pt idx="160">
                  <c:v>-15.832722858362493</c:v>
                </c:pt>
                <c:pt idx="161">
                  <c:v>-16.514428208577186</c:v>
                </c:pt>
                <c:pt idx="162">
                  <c:v>-18.055494519039364</c:v>
                </c:pt>
                <c:pt idx="163">
                  <c:v>-13.801125296526587</c:v>
                </c:pt>
                <c:pt idx="164">
                  <c:v>-13.114938782103959</c:v>
                </c:pt>
                <c:pt idx="165">
                  <c:v>-16.617149542406313</c:v>
                </c:pt>
                <c:pt idx="166">
                  <c:v>-18.395141323088332</c:v>
                </c:pt>
                <c:pt idx="167">
                  <c:v>-19.70048211428297</c:v>
                </c:pt>
                <c:pt idx="168">
                  <c:v>-23.558777116997291</c:v>
                </c:pt>
                <c:pt idx="169">
                  <c:v>-23.293422646868194</c:v>
                </c:pt>
                <c:pt idx="170">
                  <c:v>-22.510476992895459</c:v>
                </c:pt>
                <c:pt idx="171">
                  <c:v>-24.277303623978732</c:v>
                </c:pt>
                <c:pt idx="172">
                  <c:v>-22.920736712332875</c:v>
                </c:pt>
                <c:pt idx="173">
                  <c:v>-23.380848982888928</c:v>
                </c:pt>
                <c:pt idx="174">
                  <c:v>-23.82338423343667</c:v>
                </c:pt>
                <c:pt idx="175">
                  <c:v>-22.011776664839878</c:v>
                </c:pt>
                <c:pt idx="176">
                  <c:v>-22.014702052001194</c:v>
                </c:pt>
                <c:pt idx="177">
                  <c:v>-19.600790328964123</c:v>
                </c:pt>
                <c:pt idx="178">
                  <c:v>-18.982778412518734</c:v>
                </c:pt>
                <c:pt idx="179">
                  <c:v>-15.418125600204974</c:v>
                </c:pt>
                <c:pt idx="180">
                  <c:v>-16.164856307995002</c:v>
                </c:pt>
                <c:pt idx="181">
                  <c:v>-17.830925249466038</c:v>
                </c:pt>
                <c:pt idx="182">
                  <c:v>-16.990765075970579</c:v>
                </c:pt>
                <c:pt idx="183">
                  <c:v>-16.390501900043219</c:v>
                </c:pt>
                <c:pt idx="184">
                  <c:v>-15.01474332537966</c:v>
                </c:pt>
                <c:pt idx="185">
                  <c:v>-15.805169687620287</c:v>
                </c:pt>
                <c:pt idx="186">
                  <c:v>-9.7270733765229487</c:v>
                </c:pt>
                <c:pt idx="187">
                  <c:v>-10.310983010413675</c:v>
                </c:pt>
                <c:pt idx="188">
                  <c:v>-8.7585749373253812</c:v>
                </c:pt>
                <c:pt idx="189">
                  <c:v>-8.189352513737731</c:v>
                </c:pt>
                <c:pt idx="190">
                  <c:v>-8.4423887072708332</c:v>
                </c:pt>
                <c:pt idx="191">
                  <c:v>-13.655426683729422</c:v>
                </c:pt>
                <c:pt idx="192">
                  <c:v>-10.560236401988451</c:v>
                </c:pt>
                <c:pt idx="193">
                  <c:v>-10.605160623533923</c:v>
                </c:pt>
                <c:pt idx="194">
                  <c:v>-12.008767668495787</c:v>
                </c:pt>
                <c:pt idx="195">
                  <c:v>-14.300174145471194</c:v>
                </c:pt>
                <c:pt idx="196">
                  <c:v>-11.910009496356619</c:v>
                </c:pt>
                <c:pt idx="197">
                  <c:v>-12.946975149609733</c:v>
                </c:pt>
                <c:pt idx="198">
                  <c:v>-14.207615223232795</c:v>
                </c:pt>
                <c:pt idx="199">
                  <c:v>-15.08987334848729</c:v>
                </c:pt>
                <c:pt idx="200">
                  <c:v>-14.573602085502076</c:v>
                </c:pt>
                <c:pt idx="201">
                  <c:v>-13.298617016368505</c:v>
                </c:pt>
                <c:pt idx="202">
                  <c:v>-13.569212443545323</c:v>
                </c:pt>
                <c:pt idx="203">
                  <c:v>-14.38627564627139</c:v>
                </c:pt>
                <c:pt idx="204">
                  <c:v>-14.03734762160898</c:v>
                </c:pt>
                <c:pt idx="205">
                  <c:v>-9.9214781476928344</c:v>
                </c:pt>
                <c:pt idx="206">
                  <c:v>-11.899295582566563</c:v>
                </c:pt>
                <c:pt idx="207">
                  <c:v>-8.3731087775013826</c:v>
                </c:pt>
                <c:pt idx="208">
                  <c:v>-7.9347861534332864</c:v>
                </c:pt>
                <c:pt idx="209">
                  <c:v>-6.1271175479117659</c:v>
                </c:pt>
                <c:pt idx="210">
                  <c:v>-7.7791864997690467</c:v>
                </c:pt>
                <c:pt idx="211">
                  <c:v>-8.7914521745083789</c:v>
                </c:pt>
                <c:pt idx="212">
                  <c:v>-5.8714333960685856</c:v>
                </c:pt>
                <c:pt idx="213">
                  <c:v>-7.479283551091374</c:v>
                </c:pt>
                <c:pt idx="214">
                  <c:v>-6.005202364027646</c:v>
                </c:pt>
                <c:pt idx="215">
                  <c:v>-7.1663612520391808</c:v>
                </c:pt>
                <c:pt idx="216">
                  <c:v>-6.5984173448744841</c:v>
                </c:pt>
                <c:pt idx="217">
                  <c:v>-9.7875487468378886</c:v>
                </c:pt>
                <c:pt idx="218">
                  <c:v>-12.685220560767963</c:v>
                </c:pt>
                <c:pt idx="219">
                  <c:v>-12.147909032185943</c:v>
                </c:pt>
                <c:pt idx="220">
                  <c:v>-13.367933917632374</c:v>
                </c:pt>
                <c:pt idx="221">
                  <c:v>-14.921040903225283</c:v>
                </c:pt>
                <c:pt idx="222">
                  <c:v>-14.626020912033461</c:v>
                </c:pt>
                <c:pt idx="223">
                  <c:v>-15.145830341927564</c:v>
                </c:pt>
                <c:pt idx="224">
                  <c:v>-16.381894081985774</c:v>
                </c:pt>
                <c:pt idx="225">
                  <c:v>-12.928547538150479</c:v>
                </c:pt>
                <c:pt idx="226">
                  <c:v>-15.155230472010938</c:v>
                </c:pt>
                <c:pt idx="227">
                  <c:v>-16.805013389942911</c:v>
                </c:pt>
                <c:pt idx="228">
                  <c:v>-19.556466045221555</c:v>
                </c:pt>
                <c:pt idx="229">
                  <c:v>-16.567981216278074</c:v>
                </c:pt>
                <c:pt idx="230">
                  <c:v>-20.340055403604282</c:v>
                </c:pt>
                <c:pt idx="231">
                  <c:v>-20.994226748713558</c:v>
                </c:pt>
                <c:pt idx="232">
                  <c:v>-23.181459609736862</c:v>
                </c:pt>
                <c:pt idx="233">
                  <c:v>-21.212633963867372</c:v>
                </c:pt>
                <c:pt idx="234">
                  <c:v>-22.497386827660861</c:v>
                </c:pt>
                <c:pt idx="235">
                  <c:v>-21.131910646398513</c:v>
                </c:pt>
                <c:pt idx="236">
                  <c:v>-21.473520689299388</c:v>
                </c:pt>
                <c:pt idx="237">
                  <c:v>-20.89299799058054</c:v>
                </c:pt>
                <c:pt idx="238">
                  <c:v>-24.673442247233211</c:v>
                </c:pt>
                <c:pt idx="239">
                  <c:v>-24.468490085937503</c:v>
                </c:pt>
                <c:pt idx="240">
                  <c:v>-26.558595915070565</c:v>
                </c:pt>
                <c:pt idx="241">
                  <c:v>-25.581819136358511</c:v>
                </c:pt>
                <c:pt idx="242">
                  <c:v>-25.320047676400588</c:v>
                </c:pt>
                <c:pt idx="243">
                  <c:v>-23.790518225947739</c:v>
                </c:pt>
                <c:pt idx="244">
                  <c:v>-24.951259902998032</c:v>
                </c:pt>
                <c:pt idx="245">
                  <c:v>-25.897267405317805</c:v>
                </c:pt>
                <c:pt idx="246">
                  <c:v>-25.202396664750019</c:v>
                </c:pt>
                <c:pt idx="247">
                  <c:v>-25.027203009573313</c:v>
                </c:pt>
                <c:pt idx="248">
                  <c:v>-22.637405307424537</c:v>
                </c:pt>
                <c:pt idx="249">
                  <c:v>-21.432416708955788</c:v>
                </c:pt>
                <c:pt idx="250">
                  <c:v>-20.023408373698146</c:v>
                </c:pt>
                <c:pt idx="251">
                  <c:v>-19.266953989714068</c:v>
                </c:pt>
                <c:pt idx="252">
                  <c:v>-21.704381869932504</c:v>
                </c:pt>
                <c:pt idx="253">
                  <c:v>-20.617542090114391</c:v>
                </c:pt>
                <c:pt idx="254">
                  <c:v>-22.311069283038403</c:v>
                </c:pt>
                <c:pt idx="255">
                  <c:v>-20.773891803824036</c:v>
                </c:pt>
                <c:pt idx="256">
                  <c:v>-21.314534958902357</c:v>
                </c:pt>
                <c:pt idx="257">
                  <c:v>-21.728934155730379</c:v>
                </c:pt>
                <c:pt idx="258">
                  <c:v>-22.345608668929152</c:v>
                </c:pt>
                <c:pt idx="259">
                  <c:v>-21.941868676006301</c:v>
                </c:pt>
                <c:pt idx="260">
                  <c:v>-20.813301458293179</c:v>
                </c:pt>
                <c:pt idx="261">
                  <c:v>-19.731929109207591</c:v>
                </c:pt>
                <c:pt idx="262">
                  <c:v>-18.519461905137817</c:v>
                </c:pt>
                <c:pt idx="263">
                  <c:v>-16.58330039259474</c:v>
                </c:pt>
                <c:pt idx="264">
                  <c:v>-15.814682118221956</c:v>
                </c:pt>
                <c:pt idx="265">
                  <c:v>-15.840836726425307</c:v>
                </c:pt>
                <c:pt idx="266">
                  <c:v>-16.253840572378945</c:v>
                </c:pt>
                <c:pt idx="267">
                  <c:v>-15.895880422342763</c:v>
                </c:pt>
                <c:pt idx="268">
                  <c:v>-16.48493641370225</c:v>
                </c:pt>
                <c:pt idx="269">
                  <c:v>-17.385906496269165</c:v>
                </c:pt>
                <c:pt idx="270">
                  <c:v>-15.856182770235838</c:v>
                </c:pt>
                <c:pt idx="271">
                  <c:v>-15.930160144058958</c:v>
                </c:pt>
                <c:pt idx="272">
                  <c:v>-14.461854124132453</c:v>
                </c:pt>
                <c:pt idx="273">
                  <c:v>-15.037669559339299</c:v>
                </c:pt>
                <c:pt idx="274">
                  <c:v>-16.114414813633203</c:v>
                </c:pt>
                <c:pt idx="275">
                  <c:v>-17.621523731528292</c:v>
                </c:pt>
                <c:pt idx="276">
                  <c:v>-18.017615239711031</c:v>
                </c:pt>
                <c:pt idx="277">
                  <c:v>-17.950635193196391</c:v>
                </c:pt>
                <c:pt idx="278">
                  <c:v>-12.423226095131932</c:v>
                </c:pt>
                <c:pt idx="279">
                  <c:v>-18.381402040097385</c:v>
                </c:pt>
                <c:pt idx="280">
                  <c:v>-14.974129570315043</c:v>
                </c:pt>
                <c:pt idx="281">
                  <c:v>-15.394842629375425</c:v>
                </c:pt>
                <c:pt idx="282">
                  <c:v>-16.309301090397177</c:v>
                </c:pt>
                <c:pt idx="283">
                  <c:v>-15.411179072126547</c:v>
                </c:pt>
                <c:pt idx="284">
                  <c:v>-15.007405398128851</c:v>
                </c:pt>
                <c:pt idx="285">
                  <c:v>-14.441823321959825</c:v>
                </c:pt>
                <c:pt idx="286">
                  <c:v>-14.311495333153593</c:v>
                </c:pt>
                <c:pt idx="287">
                  <c:v>-15.89145383472041</c:v>
                </c:pt>
                <c:pt idx="288">
                  <c:v>-16.267767960817697</c:v>
                </c:pt>
                <c:pt idx="289">
                  <c:v>-16.935649164489256</c:v>
                </c:pt>
                <c:pt idx="290">
                  <c:v>-18.095046466383842</c:v>
                </c:pt>
                <c:pt idx="291">
                  <c:v>-18.264368792650863</c:v>
                </c:pt>
                <c:pt idx="292">
                  <c:v>-17.519732106010927</c:v>
                </c:pt>
                <c:pt idx="293">
                  <c:v>-17.415461040230809</c:v>
                </c:pt>
                <c:pt idx="294">
                  <c:v>-16.239762512991163</c:v>
                </c:pt>
                <c:pt idx="295">
                  <c:v>-16.779580237489178</c:v>
                </c:pt>
                <c:pt idx="296">
                  <c:v>-20.294914972403618</c:v>
                </c:pt>
                <c:pt idx="297">
                  <c:v>-16.407913180798797</c:v>
                </c:pt>
                <c:pt idx="298">
                  <c:v>-17.164056405647059</c:v>
                </c:pt>
                <c:pt idx="299">
                  <c:v>-16.828375628066709</c:v>
                </c:pt>
                <c:pt idx="300">
                  <c:v>-16.657841870059787</c:v>
                </c:pt>
                <c:pt idx="301">
                  <c:v>-17.981503043817746</c:v>
                </c:pt>
                <c:pt idx="302">
                  <c:v>-18.02416798271566</c:v>
                </c:pt>
                <c:pt idx="303">
                  <c:v>-18.08898875505405</c:v>
                </c:pt>
                <c:pt idx="304">
                  <c:v>-19.074301255609299</c:v>
                </c:pt>
                <c:pt idx="305">
                  <c:v>-19.004522960997349</c:v>
                </c:pt>
                <c:pt idx="306">
                  <c:v>-19.590507203070487</c:v>
                </c:pt>
                <c:pt idx="307">
                  <c:v>-20.18460116924663</c:v>
                </c:pt>
                <c:pt idx="308">
                  <c:v>-16.709563580046854</c:v>
                </c:pt>
                <c:pt idx="309">
                  <c:v>-15.375812104009443</c:v>
                </c:pt>
                <c:pt idx="310">
                  <c:v>-13.07218364278649</c:v>
                </c:pt>
                <c:pt idx="311">
                  <c:v>-16.206936766268903</c:v>
                </c:pt>
                <c:pt idx="312">
                  <c:v>-17.352002586636534</c:v>
                </c:pt>
                <c:pt idx="313">
                  <c:v>-16.826449272002922</c:v>
                </c:pt>
                <c:pt idx="314">
                  <c:v>-16.929057328952609</c:v>
                </c:pt>
                <c:pt idx="315">
                  <c:v>-17.961710634568341</c:v>
                </c:pt>
                <c:pt idx="316">
                  <c:v>-13.949249344560092</c:v>
                </c:pt>
                <c:pt idx="317">
                  <c:v>-17.415880335192625</c:v>
                </c:pt>
                <c:pt idx="318">
                  <c:v>-17.43393764078774</c:v>
                </c:pt>
                <c:pt idx="319">
                  <c:v>-20.024231216841343</c:v>
                </c:pt>
                <c:pt idx="320">
                  <c:v>-18.127628141572593</c:v>
                </c:pt>
                <c:pt idx="321">
                  <c:v>-17.171189912957171</c:v>
                </c:pt>
                <c:pt idx="322">
                  <c:v>-16.262633476044229</c:v>
                </c:pt>
                <c:pt idx="323">
                  <c:v>-18.585104996790598</c:v>
                </c:pt>
                <c:pt idx="324">
                  <c:v>-18.516072419644431</c:v>
                </c:pt>
                <c:pt idx="325">
                  <c:v>-15.429661682837557</c:v>
                </c:pt>
                <c:pt idx="326">
                  <c:v>-14.504982078922984</c:v>
                </c:pt>
                <c:pt idx="327">
                  <c:v>-12.544216830503762</c:v>
                </c:pt>
                <c:pt idx="328">
                  <c:v>-11.55761051936909</c:v>
                </c:pt>
                <c:pt idx="329">
                  <c:v>-12.738257597643827</c:v>
                </c:pt>
                <c:pt idx="330">
                  <c:v>-11.398831085187449</c:v>
                </c:pt>
                <c:pt idx="331">
                  <c:v>-11.00936382812192</c:v>
                </c:pt>
                <c:pt idx="332">
                  <c:v>-12.065964209860665</c:v>
                </c:pt>
                <c:pt idx="333">
                  <c:v>-10.499336424716715</c:v>
                </c:pt>
                <c:pt idx="334">
                  <c:v>-10.611751452261286</c:v>
                </c:pt>
                <c:pt idx="335">
                  <c:v>-8.5579843366153288</c:v>
                </c:pt>
                <c:pt idx="336">
                  <c:v>-10.296408674220789</c:v>
                </c:pt>
                <c:pt idx="337">
                  <c:v>-11.634303554842743</c:v>
                </c:pt>
                <c:pt idx="338">
                  <c:v>-12.179664752468039</c:v>
                </c:pt>
                <c:pt idx="339">
                  <c:v>-11.358745561104588</c:v>
                </c:pt>
                <c:pt idx="340">
                  <c:v>-10.336686659149796</c:v>
                </c:pt>
                <c:pt idx="341">
                  <c:v>-11.114117015381037</c:v>
                </c:pt>
                <c:pt idx="342">
                  <c:v>-11.4458279305194</c:v>
                </c:pt>
                <c:pt idx="343">
                  <c:v>-11.375690441580865</c:v>
                </c:pt>
                <c:pt idx="344">
                  <c:v>-12.150343603870468</c:v>
                </c:pt>
                <c:pt idx="345">
                  <c:v>-13.192506878655651</c:v>
                </c:pt>
                <c:pt idx="346">
                  <c:v>-10.205250973029415</c:v>
                </c:pt>
                <c:pt idx="347">
                  <c:v>-9.2416574529459847</c:v>
                </c:pt>
                <c:pt idx="348">
                  <c:v>-8.8675396979664072</c:v>
                </c:pt>
                <c:pt idx="349">
                  <c:v>-7.7603170055254829</c:v>
                </c:pt>
                <c:pt idx="350">
                  <c:v>-7.1581733910516085</c:v>
                </c:pt>
                <c:pt idx="351">
                  <c:v>-7.2016005880873912</c:v>
                </c:pt>
                <c:pt idx="352">
                  <c:v>-5.8124043056906984</c:v>
                </c:pt>
                <c:pt idx="353">
                  <c:v>-8.9982790341916559</c:v>
                </c:pt>
                <c:pt idx="354">
                  <c:v>-9.1512930347134827</c:v>
                </c:pt>
                <c:pt idx="355">
                  <c:v>-9.5868103468978259</c:v>
                </c:pt>
                <c:pt idx="356">
                  <c:v>-9.7319035211146669</c:v>
                </c:pt>
                <c:pt idx="357">
                  <c:v>-7.7319016339262205</c:v>
                </c:pt>
                <c:pt idx="358">
                  <c:v>-7.8239282403625232</c:v>
                </c:pt>
                <c:pt idx="359">
                  <c:v>-4.426653197574403</c:v>
                </c:pt>
                <c:pt idx="360">
                  <c:v>-7.5879731398806101</c:v>
                </c:pt>
                <c:pt idx="361">
                  <c:v>-8.501854069163354</c:v>
                </c:pt>
                <c:pt idx="362">
                  <c:v>-7.3314368522947575</c:v>
                </c:pt>
                <c:pt idx="363">
                  <c:v>-9.0492307851291827</c:v>
                </c:pt>
                <c:pt idx="364">
                  <c:v>-5.808891907287979</c:v>
                </c:pt>
                <c:pt idx="365">
                  <c:v>-8.9726167904637428</c:v>
                </c:pt>
                <c:pt idx="366">
                  <c:v>-7.4926648709318293</c:v>
                </c:pt>
                <c:pt idx="367">
                  <c:v>-10.645564610430835</c:v>
                </c:pt>
                <c:pt idx="368">
                  <c:v>-8.0577842522684762</c:v>
                </c:pt>
                <c:pt idx="369">
                  <c:v>-9.1263348780747329</c:v>
                </c:pt>
                <c:pt idx="370">
                  <c:v>-12.074232548421303</c:v>
                </c:pt>
                <c:pt idx="371">
                  <c:v>-7.3496130414877179</c:v>
                </c:pt>
                <c:pt idx="372">
                  <c:v>-10.483053961221547</c:v>
                </c:pt>
                <c:pt idx="373">
                  <c:v>-8.056334920290162</c:v>
                </c:pt>
                <c:pt idx="374">
                  <c:v>-7.0112847945960546</c:v>
                </c:pt>
                <c:pt idx="375">
                  <c:v>-6.2804259865788445</c:v>
                </c:pt>
                <c:pt idx="376">
                  <c:v>-6.0041582875805481</c:v>
                </c:pt>
                <c:pt idx="377">
                  <c:v>-9.7538892886647659</c:v>
                </c:pt>
                <c:pt idx="378">
                  <c:v>-9.430377207996127</c:v>
                </c:pt>
                <c:pt idx="379">
                  <c:v>-11.11084730359979</c:v>
                </c:pt>
                <c:pt idx="380">
                  <c:v>-10.908292915080718</c:v>
                </c:pt>
                <c:pt idx="381">
                  <c:v>-12.291802341406274</c:v>
                </c:pt>
                <c:pt idx="382">
                  <c:v>-12.537069429851563</c:v>
                </c:pt>
                <c:pt idx="383">
                  <c:v>-14.362041711610019</c:v>
                </c:pt>
                <c:pt idx="384">
                  <c:v>-16.369704212296803</c:v>
                </c:pt>
                <c:pt idx="385">
                  <c:v>-15.088248061907663</c:v>
                </c:pt>
                <c:pt idx="386">
                  <c:v>-16.853376296624923</c:v>
                </c:pt>
                <c:pt idx="387">
                  <c:v>-17.136108959501392</c:v>
                </c:pt>
                <c:pt idx="388">
                  <c:v>-14.863434266034847</c:v>
                </c:pt>
                <c:pt idx="389">
                  <c:v>-15.973429005680742</c:v>
                </c:pt>
                <c:pt idx="390">
                  <c:v>-14.618853850061285</c:v>
                </c:pt>
                <c:pt idx="391">
                  <c:v>-15.946264281432065</c:v>
                </c:pt>
                <c:pt idx="392">
                  <c:v>-13.608927234366501</c:v>
                </c:pt>
                <c:pt idx="393">
                  <c:v>-11.165181965143741</c:v>
                </c:pt>
                <c:pt idx="394">
                  <c:v>-10.434770234642478</c:v>
                </c:pt>
                <c:pt idx="395">
                  <c:v>-10.670728522126872</c:v>
                </c:pt>
                <c:pt idx="396">
                  <c:v>-15.104005069990517</c:v>
                </c:pt>
                <c:pt idx="397">
                  <c:v>-16.459726524568637</c:v>
                </c:pt>
                <c:pt idx="398">
                  <c:v>-16.767943181116927</c:v>
                </c:pt>
                <c:pt idx="399">
                  <c:v>-16.494224766283807</c:v>
                </c:pt>
                <c:pt idx="400">
                  <c:v>-14.339121099886736</c:v>
                </c:pt>
                <c:pt idx="401">
                  <c:v>-14.269436135880618</c:v>
                </c:pt>
                <c:pt idx="402">
                  <c:v>-14.457707824099522</c:v>
                </c:pt>
                <c:pt idx="403">
                  <c:v>-12.673844665002168</c:v>
                </c:pt>
                <c:pt idx="404">
                  <c:v>-13.003656964627421</c:v>
                </c:pt>
                <c:pt idx="405">
                  <c:v>-15.927588962516715</c:v>
                </c:pt>
                <c:pt idx="406">
                  <c:v>-15.077321736104434</c:v>
                </c:pt>
                <c:pt idx="407">
                  <c:v>-12.368750361094857</c:v>
                </c:pt>
                <c:pt idx="408">
                  <c:v>-11.99567946310966</c:v>
                </c:pt>
                <c:pt idx="409">
                  <c:v>-13.550351012899597</c:v>
                </c:pt>
                <c:pt idx="410">
                  <c:v>-13.712576239000434</c:v>
                </c:pt>
                <c:pt idx="411">
                  <c:v>-12.981177314792337</c:v>
                </c:pt>
                <c:pt idx="412">
                  <c:v>-12.778448873583823</c:v>
                </c:pt>
                <c:pt idx="413">
                  <c:v>-13.376932764462087</c:v>
                </c:pt>
                <c:pt idx="414">
                  <c:v>-12.668363669854564</c:v>
                </c:pt>
                <c:pt idx="415">
                  <c:v>-15.013640514694529</c:v>
                </c:pt>
                <c:pt idx="416">
                  <c:v>-13.764464820830778</c:v>
                </c:pt>
                <c:pt idx="417">
                  <c:v>-10.364179028882397</c:v>
                </c:pt>
                <c:pt idx="418">
                  <c:v>-12.990220936421252</c:v>
                </c:pt>
                <c:pt idx="419">
                  <c:v>-13.652088221799769</c:v>
                </c:pt>
                <c:pt idx="420">
                  <c:v>-15.831291125097369</c:v>
                </c:pt>
                <c:pt idx="421">
                  <c:v>-17.259999362236012</c:v>
                </c:pt>
                <c:pt idx="422">
                  <c:v>-15.833648778731487</c:v>
                </c:pt>
                <c:pt idx="423">
                  <c:v>-15.02328152125958</c:v>
                </c:pt>
                <c:pt idx="424">
                  <c:v>-15.882343221839186</c:v>
                </c:pt>
                <c:pt idx="425">
                  <c:v>-15.923461296075047</c:v>
                </c:pt>
                <c:pt idx="426">
                  <c:v>-16.21273670026104</c:v>
                </c:pt>
                <c:pt idx="427">
                  <c:v>-15.949128865153494</c:v>
                </c:pt>
                <c:pt idx="428">
                  <c:v>-15.904786634368634</c:v>
                </c:pt>
                <c:pt idx="429">
                  <c:v>-17.213033905838373</c:v>
                </c:pt>
                <c:pt idx="430">
                  <c:v>-16.731120058454025</c:v>
                </c:pt>
                <c:pt idx="431">
                  <c:v>-16.350847453818979</c:v>
                </c:pt>
                <c:pt idx="432">
                  <c:v>-16.962980661628652</c:v>
                </c:pt>
                <c:pt idx="433">
                  <c:v>-12.934976727115291</c:v>
                </c:pt>
                <c:pt idx="434">
                  <c:v>-12.725600989515961</c:v>
                </c:pt>
                <c:pt idx="435">
                  <c:v>-13.179548766513481</c:v>
                </c:pt>
                <c:pt idx="436">
                  <c:v>-15.815457125317085</c:v>
                </c:pt>
                <c:pt idx="437">
                  <c:v>-17.139491806297375</c:v>
                </c:pt>
                <c:pt idx="438">
                  <c:v>-19.175961642308813</c:v>
                </c:pt>
                <c:pt idx="439">
                  <c:v>-21.147374608831939</c:v>
                </c:pt>
                <c:pt idx="440">
                  <c:v>-21.084910604719294</c:v>
                </c:pt>
                <c:pt idx="441">
                  <c:v>-18.580830219589362</c:v>
                </c:pt>
                <c:pt idx="442">
                  <c:v>-17.881603269544922</c:v>
                </c:pt>
                <c:pt idx="443">
                  <c:v>-17.935403058577737</c:v>
                </c:pt>
                <c:pt idx="444">
                  <c:v>-17.923410262219701</c:v>
                </c:pt>
                <c:pt idx="445">
                  <c:v>-18.136907916723626</c:v>
                </c:pt>
                <c:pt idx="446">
                  <c:v>-18.086764374079618</c:v>
                </c:pt>
                <c:pt idx="447">
                  <c:v>-18.031534730329597</c:v>
                </c:pt>
                <c:pt idx="448">
                  <c:v>-17.120121544772832</c:v>
                </c:pt>
                <c:pt idx="449">
                  <c:v>-17.986666794861197</c:v>
                </c:pt>
                <c:pt idx="450">
                  <c:v>-21.416426457371077</c:v>
                </c:pt>
                <c:pt idx="451">
                  <c:v>-20.468520753002384</c:v>
                </c:pt>
                <c:pt idx="452">
                  <c:v>-17.339804732881717</c:v>
                </c:pt>
                <c:pt idx="453">
                  <c:v>-18.104683207641479</c:v>
                </c:pt>
                <c:pt idx="454">
                  <c:v>-18.251855693542979</c:v>
                </c:pt>
                <c:pt idx="455">
                  <c:v>-18.365991897817043</c:v>
                </c:pt>
                <c:pt idx="456">
                  <c:v>-17.222887358056127</c:v>
                </c:pt>
                <c:pt idx="457">
                  <c:v>-17.469789264740115</c:v>
                </c:pt>
                <c:pt idx="458">
                  <c:v>-19.383930582780977</c:v>
                </c:pt>
                <c:pt idx="459">
                  <c:v>-14.901432371623589</c:v>
                </c:pt>
                <c:pt idx="460">
                  <c:v>-15.727464772561973</c:v>
                </c:pt>
                <c:pt idx="461">
                  <c:v>-13.805115907460063</c:v>
                </c:pt>
                <c:pt idx="462">
                  <c:v>-14.677027636898465</c:v>
                </c:pt>
                <c:pt idx="463">
                  <c:v>-15.362564743396874</c:v>
                </c:pt>
                <c:pt idx="464">
                  <c:v>-17.73352672756895</c:v>
                </c:pt>
                <c:pt idx="465">
                  <c:v>-19.995804431346276</c:v>
                </c:pt>
                <c:pt idx="466">
                  <c:v>-19.443047537433884</c:v>
                </c:pt>
                <c:pt idx="467">
                  <c:v>-18.769101193248254</c:v>
                </c:pt>
                <c:pt idx="468">
                  <c:v>-15.759538803609829</c:v>
                </c:pt>
                <c:pt idx="469">
                  <c:v>-18.252046338766498</c:v>
                </c:pt>
                <c:pt idx="470">
                  <c:v>-18.59919869160349</c:v>
                </c:pt>
                <c:pt idx="471">
                  <c:v>-17.783138151969435</c:v>
                </c:pt>
                <c:pt idx="472">
                  <c:v>-14.610440875015108</c:v>
                </c:pt>
                <c:pt idx="473">
                  <c:v>-16.459415502098164</c:v>
                </c:pt>
                <c:pt idx="474">
                  <c:v>-15.154341736482827</c:v>
                </c:pt>
                <c:pt idx="475">
                  <c:v>-14.690782664041357</c:v>
                </c:pt>
                <c:pt idx="476">
                  <c:v>-14.969772212632172</c:v>
                </c:pt>
                <c:pt idx="477">
                  <c:v>-14.113258220785067</c:v>
                </c:pt>
                <c:pt idx="478">
                  <c:v>-14.283067760192118</c:v>
                </c:pt>
                <c:pt idx="479">
                  <c:v>-14.126445624912584</c:v>
                </c:pt>
                <c:pt idx="480">
                  <c:v>-14.631750748988104</c:v>
                </c:pt>
                <c:pt idx="481">
                  <c:v>-11.711682739212392</c:v>
                </c:pt>
                <c:pt idx="482">
                  <c:v>-15.748306003173347</c:v>
                </c:pt>
                <c:pt idx="483">
                  <c:v>-17.116657246303497</c:v>
                </c:pt>
                <c:pt idx="484">
                  <c:v>-17.193817417232246</c:v>
                </c:pt>
                <c:pt idx="485">
                  <c:v>-18.053449143076676</c:v>
                </c:pt>
                <c:pt idx="486">
                  <c:v>-17.759978575004482</c:v>
                </c:pt>
                <c:pt idx="487">
                  <c:v>-22.015319904762009</c:v>
                </c:pt>
                <c:pt idx="488">
                  <c:v>-21.337386728601587</c:v>
                </c:pt>
                <c:pt idx="489">
                  <c:v>-20.573923503990766</c:v>
                </c:pt>
                <c:pt idx="490">
                  <c:v>-22.447866989818962</c:v>
                </c:pt>
                <c:pt idx="491">
                  <c:v>-22.203424543987545</c:v>
                </c:pt>
                <c:pt idx="492">
                  <c:v>-23.181348495783961</c:v>
                </c:pt>
                <c:pt idx="493">
                  <c:v>-21.63575313953114</c:v>
                </c:pt>
                <c:pt idx="494">
                  <c:v>-21.695685815926435</c:v>
                </c:pt>
                <c:pt idx="495">
                  <c:v>-21.186130334523678</c:v>
                </c:pt>
                <c:pt idx="496">
                  <c:v>-20.25175474295159</c:v>
                </c:pt>
                <c:pt idx="497">
                  <c:v>-21.096065174740385</c:v>
                </c:pt>
                <c:pt idx="498">
                  <c:v>-19.237747271768505</c:v>
                </c:pt>
                <c:pt idx="499">
                  <c:v>-19.493496077020577</c:v>
                </c:pt>
                <c:pt idx="500">
                  <c:v>-20.608570058079074</c:v>
                </c:pt>
                <c:pt idx="501">
                  <c:v>-18.275469281518859</c:v>
                </c:pt>
                <c:pt idx="502">
                  <c:v>-16.243525615800916</c:v>
                </c:pt>
                <c:pt idx="503">
                  <c:v>-15.573781095623207</c:v>
                </c:pt>
                <c:pt idx="504">
                  <c:v>-15.117893110357929</c:v>
                </c:pt>
                <c:pt idx="505">
                  <c:v>-16.071610708777687</c:v>
                </c:pt>
                <c:pt idx="506">
                  <c:v>-11.505071301880058</c:v>
                </c:pt>
                <c:pt idx="507">
                  <c:v>-11.275098418219319</c:v>
                </c:pt>
                <c:pt idx="508">
                  <c:v>-12.21846783224861</c:v>
                </c:pt>
                <c:pt idx="509">
                  <c:v>-11.067785525194395</c:v>
                </c:pt>
                <c:pt idx="510">
                  <c:v>-12.545578498314619</c:v>
                </c:pt>
                <c:pt idx="511">
                  <c:v>-10.528449724098827</c:v>
                </c:pt>
                <c:pt idx="512">
                  <c:v>-10.463639321385532</c:v>
                </c:pt>
                <c:pt idx="513">
                  <c:v>-9.7564694272957446</c:v>
                </c:pt>
                <c:pt idx="514">
                  <c:v>-10.629623052192709</c:v>
                </c:pt>
                <c:pt idx="515">
                  <c:v>-9.3320259204321303</c:v>
                </c:pt>
                <c:pt idx="516">
                  <c:v>-8.91390520390582</c:v>
                </c:pt>
                <c:pt idx="517">
                  <c:v>-11.561990964602874</c:v>
                </c:pt>
                <c:pt idx="518">
                  <c:v>-10.867511340078021</c:v>
                </c:pt>
                <c:pt idx="519">
                  <c:v>-15.033492143708703</c:v>
                </c:pt>
                <c:pt idx="520">
                  <c:v>-16.099376686827821</c:v>
                </c:pt>
                <c:pt idx="521">
                  <c:v>-18.642889360973768</c:v>
                </c:pt>
                <c:pt idx="522">
                  <c:v>-17.971606720364161</c:v>
                </c:pt>
                <c:pt idx="523">
                  <c:v>-17.869286703366853</c:v>
                </c:pt>
                <c:pt idx="524">
                  <c:v>-17.698012583080263</c:v>
                </c:pt>
                <c:pt idx="525">
                  <c:v>-16.923820988579504</c:v>
                </c:pt>
                <c:pt idx="526">
                  <c:v>-16.683402415700503</c:v>
                </c:pt>
                <c:pt idx="527">
                  <c:v>-16.927394145201802</c:v>
                </c:pt>
                <c:pt idx="528">
                  <c:v>-17.047208348994811</c:v>
                </c:pt>
                <c:pt idx="529">
                  <c:v>-17.331446340939035</c:v>
                </c:pt>
                <c:pt idx="530">
                  <c:v>-16.451420697906421</c:v>
                </c:pt>
                <c:pt idx="531">
                  <c:v>-15.388563432637177</c:v>
                </c:pt>
                <c:pt idx="532">
                  <c:v>-16.724750348346035</c:v>
                </c:pt>
                <c:pt idx="533">
                  <c:v>-15.901577938609741</c:v>
                </c:pt>
                <c:pt idx="534">
                  <c:v>-13.937769655245667</c:v>
                </c:pt>
                <c:pt idx="535">
                  <c:v>-16.441588025081526</c:v>
                </c:pt>
                <c:pt idx="536">
                  <c:v>-14.050498048062003</c:v>
                </c:pt>
                <c:pt idx="537">
                  <c:v>-15.419310991474042</c:v>
                </c:pt>
                <c:pt idx="538">
                  <c:v>-17.911050369330408</c:v>
                </c:pt>
                <c:pt idx="539">
                  <c:v>-20.072637324462683</c:v>
                </c:pt>
                <c:pt idx="540">
                  <c:v>-19.548088595727886</c:v>
                </c:pt>
                <c:pt idx="541">
                  <c:v>-18.128736191715792</c:v>
                </c:pt>
                <c:pt idx="542">
                  <c:v>-17.415352931939502</c:v>
                </c:pt>
                <c:pt idx="543">
                  <c:v>-17.725675306965737</c:v>
                </c:pt>
                <c:pt idx="544">
                  <c:v>-16.958032403896425</c:v>
                </c:pt>
                <c:pt idx="545">
                  <c:v>-17.179736803327131</c:v>
                </c:pt>
                <c:pt idx="546">
                  <c:v>-17.665258383975075</c:v>
                </c:pt>
                <c:pt idx="547">
                  <c:v>-18.802092558426011</c:v>
                </c:pt>
                <c:pt idx="548">
                  <c:v>-19.131928203244446</c:v>
                </c:pt>
                <c:pt idx="549">
                  <c:v>-17.694887042021143</c:v>
                </c:pt>
                <c:pt idx="550">
                  <c:v>-18.874183775498334</c:v>
                </c:pt>
                <c:pt idx="551">
                  <c:v>-19.073918263176424</c:v>
                </c:pt>
                <c:pt idx="552">
                  <c:v>-17.266923195707985</c:v>
                </c:pt>
                <c:pt idx="553">
                  <c:v>-18.087116306582576</c:v>
                </c:pt>
                <c:pt idx="554">
                  <c:v>-16.290639079730919</c:v>
                </c:pt>
                <c:pt idx="555">
                  <c:v>-15.206755268408788</c:v>
                </c:pt>
                <c:pt idx="556">
                  <c:v>-15.716538617265591</c:v>
                </c:pt>
                <c:pt idx="557">
                  <c:v>-16.407844696127871</c:v>
                </c:pt>
                <c:pt idx="558">
                  <c:v>-13.048431265692848</c:v>
                </c:pt>
                <c:pt idx="559">
                  <c:v>-15.397489355648091</c:v>
                </c:pt>
                <c:pt idx="560">
                  <c:v>-16.448857770842281</c:v>
                </c:pt>
                <c:pt idx="561">
                  <c:v>-16.056130468331418</c:v>
                </c:pt>
                <c:pt idx="562">
                  <c:v>-14.270804318237705</c:v>
                </c:pt>
                <c:pt idx="563">
                  <c:v>-14.46763773819761</c:v>
                </c:pt>
                <c:pt idx="564">
                  <c:v>-12.080649412702819</c:v>
                </c:pt>
                <c:pt idx="565">
                  <c:v>-14.939042930234017</c:v>
                </c:pt>
                <c:pt idx="566">
                  <c:v>-12.910424740599922</c:v>
                </c:pt>
                <c:pt idx="567">
                  <c:v>-11.242329131884006</c:v>
                </c:pt>
                <c:pt idx="568">
                  <c:v>-13.987455850334609</c:v>
                </c:pt>
                <c:pt idx="569">
                  <c:v>-11.056645363012102</c:v>
                </c:pt>
                <c:pt idx="570">
                  <c:v>-14.195098433761544</c:v>
                </c:pt>
                <c:pt idx="571">
                  <c:v>-12.817458622799595</c:v>
                </c:pt>
                <c:pt idx="572">
                  <c:v>-13.788062973462718</c:v>
                </c:pt>
                <c:pt idx="573">
                  <c:v>-10.35976813528179</c:v>
                </c:pt>
                <c:pt idx="574">
                  <c:v>-11.464496590368199</c:v>
                </c:pt>
                <c:pt idx="575">
                  <c:v>-10.646353404303699</c:v>
                </c:pt>
                <c:pt idx="576">
                  <c:v>-10.841918853388503</c:v>
                </c:pt>
                <c:pt idx="577">
                  <c:v>-9.7620944035138777</c:v>
                </c:pt>
                <c:pt idx="578">
                  <c:v>-9.7568115128899713</c:v>
                </c:pt>
                <c:pt idx="579">
                  <c:v>-6.1505059882110302</c:v>
                </c:pt>
                <c:pt idx="580">
                  <c:v>-8.5981305456690791</c:v>
                </c:pt>
                <c:pt idx="581">
                  <c:v>-9.5538012675780379</c:v>
                </c:pt>
                <c:pt idx="582">
                  <c:v>-9.7998552380762902</c:v>
                </c:pt>
                <c:pt idx="583">
                  <c:v>-11.466979052730416</c:v>
                </c:pt>
                <c:pt idx="584">
                  <c:v>-10.449550437985593</c:v>
                </c:pt>
                <c:pt idx="585">
                  <c:v>-10.414934809747965</c:v>
                </c:pt>
                <c:pt idx="586">
                  <c:v>-9.9390979395752908</c:v>
                </c:pt>
                <c:pt idx="587">
                  <c:v>-10.743080929529444</c:v>
                </c:pt>
                <c:pt idx="588">
                  <c:v>-8.7004403768704961</c:v>
                </c:pt>
                <c:pt idx="589">
                  <c:v>-10.339061211647032</c:v>
                </c:pt>
                <c:pt idx="590">
                  <c:v>-7.6071009051279432</c:v>
                </c:pt>
                <c:pt idx="591">
                  <c:v>-3.045305209680464</c:v>
                </c:pt>
                <c:pt idx="592">
                  <c:v>-2.6361531083237537</c:v>
                </c:pt>
                <c:pt idx="593">
                  <c:v>-13.853518546780858</c:v>
                </c:pt>
                <c:pt idx="594">
                  <c:v>-10.410223815910388</c:v>
                </c:pt>
                <c:pt idx="595">
                  <c:v>-12.082254136052761</c:v>
                </c:pt>
                <c:pt idx="596">
                  <c:v>-9.0031677957634813</c:v>
                </c:pt>
                <c:pt idx="597">
                  <c:v>-11.981642735163661</c:v>
                </c:pt>
                <c:pt idx="598">
                  <c:v>-6.713469530598914</c:v>
                </c:pt>
                <c:pt idx="599">
                  <c:v>-13.930335947584467</c:v>
                </c:pt>
                <c:pt idx="600">
                  <c:v>-11.412837548529339</c:v>
                </c:pt>
                <c:pt idx="601">
                  <c:v>-15.819730077968508</c:v>
                </c:pt>
                <c:pt idx="602">
                  <c:v>-12.108117072849542</c:v>
                </c:pt>
                <c:pt idx="603">
                  <c:v>-14.312668914828983</c:v>
                </c:pt>
                <c:pt idx="604">
                  <c:v>-15.070180891291315</c:v>
                </c:pt>
                <c:pt idx="605">
                  <c:v>-15.058662747904037</c:v>
                </c:pt>
                <c:pt idx="606">
                  <c:v>-11.301250974269053</c:v>
                </c:pt>
                <c:pt idx="607">
                  <c:v>-15.773780791419469</c:v>
                </c:pt>
                <c:pt idx="608">
                  <c:v>-9.1920316674063898</c:v>
                </c:pt>
                <c:pt idx="609">
                  <c:v>-14.305845262041686</c:v>
                </c:pt>
                <c:pt idx="610">
                  <c:v>-12.664719674262468</c:v>
                </c:pt>
                <c:pt idx="611">
                  <c:v>-11.57393614901159</c:v>
                </c:pt>
                <c:pt idx="612">
                  <c:v>-12.428490560522455</c:v>
                </c:pt>
                <c:pt idx="613">
                  <c:v>-9.2721147181756365</c:v>
                </c:pt>
                <c:pt idx="614">
                  <c:v>-14.298777135166571</c:v>
                </c:pt>
                <c:pt idx="615">
                  <c:v>-14.282670917037454</c:v>
                </c:pt>
                <c:pt idx="616">
                  <c:v>-13.395908252960901</c:v>
                </c:pt>
                <c:pt idx="617">
                  <c:v>-11.870679486624436</c:v>
                </c:pt>
                <c:pt idx="618">
                  <c:v>-14.856418682575676</c:v>
                </c:pt>
                <c:pt idx="619">
                  <c:v>-16.112729793231097</c:v>
                </c:pt>
                <c:pt idx="620">
                  <c:v>-15.626524271929961</c:v>
                </c:pt>
                <c:pt idx="621">
                  <c:v>-14.635984109443807</c:v>
                </c:pt>
                <c:pt idx="622">
                  <c:v>-12.455633297877103</c:v>
                </c:pt>
                <c:pt idx="623">
                  <c:v>-14.863159755270523</c:v>
                </c:pt>
                <c:pt idx="624">
                  <c:v>-14.505172168958318</c:v>
                </c:pt>
                <c:pt idx="625">
                  <c:v>-15.153291451863634</c:v>
                </c:pt>
                <c:pt idx="626">
                  <c:v>-13.152489445355428</c:v>
                </c:pt>
                <c:pt idx="627">
                  <c:v>-12.138303306366236</c:v>
                </c:pt>
                <c:pt idx="628">
                  <c:v>-11.767561703371996</c:v>
                </c:pt>
                <c:pt idx="629">
                  <c:v>-14.28002861105983</c:v>
                </c:pt>
                <c:pt idx="630">
                  <c:v>-15.363229318988649</c:v>
                </c:pt>
                <c:pt idx="631">
                  <c:v>-17.301551079789419</c:v>
                </c:pt>
                <c:pt idx="632">
                  <c:v>-13.215340904705588</c:v>
                </c:pt>
                <c:pt idx="633">
                  <c:v>-13.543182324577234</c:v>
                </c:pt>
                <c:pt idx="634">
                  <c:v>-14.641639074885068</c:v>
                </c:pt>
                <c:pt idx="635">
                  <c:v>-9.6938152272297948</c:v>
                </c:pt>
                <c:pt idx="636">
                  <c:v>-11.680712068273092</c:v>
                </c:pt>
                <c:pt idx="637">
                  <c:v>-12.456979435678155</c:v>
                </c:pt>
                <c:pt idx="638">
                  <c:v>-15.40614324882816</c:v>
                </c:pt>
                <c:pt idx="639">
                  <c:v>-15.255865673607095</c:v>
                </c:pt>
                <c:pt idx="640">
                  <c:v>-14.292771246057047</c:v>
                </c:pt>
                <c:pt idx="641">
                  <c:v>-14.494463520004713</c:v>
                </c:pt>
                <c:pt idx="642">
                  <c:v>-15.649857451631492</c:v>
                </c:pt>
                <c:pt idx="643">
                  <c:v>-17.529228394005749</c:v>
                </c:pt>
                <c:pt idx="644">
                  <c:v>-18.680183181170754</c:v>
                </c:pt>
                <c:pt idx="645">
                  <c:v>-16.312321906003344</c:v>
                </c:pt>
                <c:pt idx="646">
                  <c:v>-16.093896865925448</c:v>
                </c:pt>
                <c:pt idx="647">
                  <c:v>-16.46100029476689</c:v>
                </c:pt>
                <c:pt idx="648">
                  <c:v>-16.341057624989581</c:v>
                </c:pt>
                <c:pt idx="649">
                  <c:v>-13.258608710450147</c:v>
                </c:pt>
                <c:pt idx="650">
                  <c:v>-14.449613258198042</c:v>
                </c:pt>
                <c:pt idx="651">
                  <c:v>-15.840752252398975</c:v>
                </c:pt>
                <c:pt idx="652">
                  <c:v>-15.303160967440165</c:v>
                </c:pt>
                <c:pt idx="653">
                  <c:v>-15.149248850162284</c:v>
                </c:pt>
                <c:pt idx="654">
                  <c:v>-14.973813989313639</c:v>
                </c:pt>
                <c:pt idx="655">
                  <c:v>-13.817705096659234</c:v>
                </c:pt>
                <c:pt idx="656">
                  <c:v>-11.190659602384903</c:v>
                </c:pt>
                <c:pt idx="657">
                  <c:v>-15.023781805280237</c:v>
                </c:pt>
                <c:pt idx="658">
                  <c:v>-16.437210480248503</c:v>
                </c:pt>
                <c:pt idx="659">
                  <c:v>-18.115579878284841</c:v>
                </c:pt>
                <c:pt idx="660">
                  <c:v>-13.066020965347276</c:v>
                </c:pt>
                <c:pt idx="661">
                  <c:v>-14.615925888813338</c:v>
                </c:pt>
                <c:pt idx="662">
                  <c:v>-14.213505715874353</c:v>
                </c:pt>
                <c:pt idx="663">
                  <c:v>-15.526361964164554</c:v>
                </c:pt>
                <c:pt idx="664">
                  <c:v>-12.448818499264975</c:v>
                </c:pt>
                <c:pt idx="665">
                  <c:v>-17.572695409377431</c:v>
                </c:pt>
                <c:pt idx="666">
                  <c:v>-15.507494067576111</c:v>
                </c:pt>
                <c:pt idx="667">
                  <c:v>-14.019547315434023</c:v>
                </c:pt>
                <c:pt idx="668">
                  <c:v>-12.400961942979862</c:v>
                </c:pt>
                <c:pt idx="669">
                  <c:v>-17.414877203531098</c:v>
                </c:pt>
                <c:pt idx="670">
                  <c:v>-15.508445009149684</c:v>
                </c:pt>
                <c:pt idx="671">
                  <c:v>-15.516432675664884</c:v>
                </c:pt>
                <c:pt idx="672">
                  <c:v>-15.630575577280077</c:v>
                </c:pt>
                <c:pt idx="673">
                  <c:v>-13.681589944001189</c:v>
                </c:pt>
                <c:pt idx="674">
                  <c:v>-14.765140261619997</c:v>
                </c:pt>
                <c:pt idx="675">
                  <c:v>-13.009910947634038</c:v>
                </c:pt>
                <c:pt idx="676">
                  <c:v>-13.776054435201925</c:v>
                </c:pt>
                <c:pt idx="677">
                  <c:v>-13.676123264285811</c:v>
                </c:pt>
                <c:pt idx="678">
                  <c:v>-13.906516161324742</c:v>
                </c:pt>
                <c:pt idx="679">
                  <c:v>-17.088294464474224</c:v>
                </c:pt>
                <c:pt idx="680">
                  <c:v>-18.049500598023464</c:v>
                </c:pt>
                <c:pt idx="681">
                  <c:v>-15.9547858942995</c:v>
                </c:pt>
                <c:pt idx="682">
                  <c:v>-16.703671392265413</c:v>
                </c:pt>
                <c:pt idx="683">
                  <c:v>-17.250642066276065</c:v>
                </c:pt>
                <c:pt idx="684">
                  <c:v>-15.706610860942543</c:v>
                </c:pt>
                <c:pt idx="685">
                  <c:v>-15.784037956764118</c:v>
                </c:pt>
                <c:pt idx="686">
                  <c:v>-17.514790533301159</c:v>
                </c:pt>
                <c:pt idx="687">
                  <c:v>-22.130132404574791</c:v>
                </c:pt>
                <c:pt idx="688">
                  <c:v>-19.413285904866594</c:v>
                </c:pt>
                <c:pt idx="689">
                  <c:v>-17.179736224103287</c:v>
                </c:pt>
                <c:pt idx="690">
                  <c:v>-20.512376716784754</c:v>
                </c:pt>
                <c:pt idx="691">
                  <c:v>-17.704064522440156</c:v>
                </c:pt>
                <c:pt idx="692">
                  <c:v>-18.510609789194206</c:v>
                </c:pt>
                <c:pt idx="693">
                  <c:v>-20.94735264351641</c:v>
                </c:pt>
                <c:pt idx="694">
                  <c:v>-16.425952741698381</c:v>
                </c:pt>
                <c:pt idx="695">
                  <c:v>-18.971200819316152</c:v>
                </c:pt>
                <c:pt idx="696">
                  <c:v>-17.754411549552302</c:v>
                </c:pt>
                <c:pt idx="697">
                  <c:v>-17.478073738996112</c:v>
                </c:pt>
                <c:pt idx="698">
                  <c:v>-21.055012522505709</c:v>
                </c:pt>
                <c:pt idx="699">
                  <c:v>-17.409119998903542</c:v>
                </c:pt>
                <c:pt idx="700">
                  <c:v>-15.350827332861638</c:v>
                </c:pt>
                <c:pt idx="701">
                  <c:v>-14.918659814224617</c:v>
                </c:pt>
                <c:pt idx="702">
                  <c:v>-15.57046310568073</c:v>
                </c:pt>
                <c:pt idx="703">
                  <c:v>-14.54432766846063</c:v>
                </c:pt>
                <c:pt idx="704">
                  <c:v>-14.890156517395445</c:v>
                </c:pt>
                <c:pt idx="705">
                  <c:v>-12.341576541152676</c:v>
                </c:pt>
                <c:pt idx="706">
                  <c:v>-15.455464618462283</c:v>
                </c:pt>
                <c:pt idx="707">
                  <c:v>-17.374111140552635</c:v>
                </c:pt>
                <c:pt idx="708">
                  <c:v>-17.395251113008158</c:v>
                </c:pt>
                <c:pt idx="709">
                  <c:v>-17.701938090658611</c:v>
                </c:pt>
                <c:pt idx="710">
                  <c:v>-17.507441182145271</c:v>
                </c:pt>
                <c:pt idx="711">
                  <c:v>-16.230518186583843</c:v>
                </c:pt>
                <c:pt idx="712">
                  <c:v>-15.620645281884775</c:v>
                </c:pt>
                <c:pt idx="713">
                  <c:v>-15.061957238865061</c:v>
                </c:pt>
                <c:pt idx="714">
                  <c:v>-15.304386766432923</c:v>
                </c:pt>
                <c:pt idx="715">
                  <c:v>-15.107175295010297</c:v>
                </c:pt>
                <c:pt idx="716">
                  <c:v>-13.725484335362834</c:v>
                </c:pt>
                <c:pt idx="717">
                  <c:v>-13.739257791376952</c:v>
                </c:pt>
                <c:pt idx="718">
                  <c:v>-14.295874832194691</c:v>
                </c:pt>
                <c:pt idx="719">
                  <c:v>-14.902329854235736</c:v>
                </c:pt>
                <c:pt idx="720">
                  <c:v>-15.327870657379368</c:v>
                </c:pt>
                <c:pt idx="721">
                  <c:v>-16.119027477393097</c:v>
                </c:pt>
                <c:pt idx="722">
                  <c:v>-15.943598607116822</c:v>
                </c:pt>
                <c:pt idx="723">
                  <c:v>-17.284090606752244</c:v>
                </c:pt>
                <c:pt idx="724">
                  <c:v>-14.913606215568526</c:v>
                </c:pt>
                <c:pt idx="725">
                  <c:v>-15.924689766474135</c:v>
                </c:pt>
                <c:pt idx="726">
                  <c:v>-16.899291487052636</c:v>
                </c:pt>
                <c:pt idx="727">
                  <c:v>-15.641156661591777</c:v>
                </c:pt>
                <c:pt idx="728">
                  <c:v>-16.172585414461338</c:v>
                </c:pt>
                <c:pt idx="729">
                  <c:v>-15.301904829401122</c:v>
                </c:pt>
                <c:pt idx="730">
                  <c:v>-16.010894555415419</c:v>
                </c:pt>
                <c:pt idx="731">
                  <c:v>-13.854993002663603</c:v>
                </c:pt>
                <c:pt idx="732">
                  <c:v>-13.401020635257296</c:v>
                </c:pt>
                <c:pt idx="733">
                  <c:v>-13.797741051763577</c:v>
                </c:pt>
                <c:pt idx="734">
                  <c:v>-15.960215101471942</c:v>
                </c:pt>
                <c:pt idx="735">
                  <c:v>-18.811475010375016</c:v>
                </c:pt>
                <c:pt idx="736">
                  <c:v>-20.243044449957686</c:v>
                </c:pt>
                <c:pt idx="737">
                  <c:v>-16.33743990508966</c:v>
                </c:pt>
                <c:pt idx="738">
                  <c:v>-17.552024779372843</c:v>
                </c:pt>
                <c:pt idx="739">
                  <c:v>-16.71796344074999</c:v>
                </c:pt>
                <c:pt idx="740">
                  <c:v>-15.841949355955816</c:v>
                </c:pt>
                <c:pt idx="741">
                  <c:v>-16.418935528411524</c:v>
                </c:pt>
                <c:pt idx="742">
                  <c:v>-13.948459123648659</c:v>
                </c:pt>
                <c:pt idx="743">
                  <c:v>-13.685400525465639</c:v>
                </c:pt>
                <c:pt idx="744">
                  <c:v>-15.413242161910373</c:v>
                </c:pt>
                <c:pt idx="745">
                  <c:v>-14.133319403425887</c:v>
                </c:pt>
                <c:pt idx="746">
                  <c:v>-17.515351106531362</c:v>
                </c:pt>
                <c:pt idx="747">
                  <c:v>-11.546603980330636</c:v>
                </c:pt>
                <c:pt idx="748">
                  <c:v>-11.871518802919221</c:v>
                </c:pt>
                <c:pt idx="749">
                  <c:v>-12.063591097258325</c:v>
                </c:pt>
                <c:pt idx="750">
                  <c:v>-12.597417106958547</c:v>
                </c:pt>
                <c:pt idx="751">
                  <c:v>-15.944408182574611</c:v>
                </c:pt>
                <c:pt idx="752">
                  <c:v>-12.223177472232143</c:v>
                </c:pt>
                <c:pt idx="753">
                  <c:v>-12.06323819630086</c:v>
                </c:pt>
                <c:pt idx="754">
                  <c:v>-10.73120503666253</c:v>
                </c:pt>
                <c:pt idx="755">
                  <c:v>-11.911748071102098</c:v>
                </c:pt>
                <c:pt idx="756">
                  <c:v>-10.614731628792789</c:v>
                </c:pt>
                <c:pt idx="757">
                  <c:v>-7.413126099837001</c:v>
                </c:pt>
                <c:pt idx="758">
                  <c:v>-12.174757131807375</c:v>
                </c:pt>
                <c:pt idx="759">
                  <c:v>-8.7661271129179212</c:v>
                </c:pt>
                <c:pt idx="760">
                  <c:v>-10.026655028884015</c:v>
                </c:pt>
                <c:pt idx="761">
                  <c:v>-10.540894766888279</c:v>
                </c:pt>
                <c:pt idx="762">
                  <c:v>-12.081774625280774</c:v>
                </c:pt>
                <c:pt idx="763">
                  <c:v>-11.266281361172398</c:v>
                </c:pt>
                <c:pt idx="764">
                  <c:v>-12.117262554891804</c:v>
                </c:pt>
                <c:pt idx="765">
                  <c:v>-7.8016130505455159</c:v>
                </c:pt>
                <c:pt idx="766">
                  <c:v>-11.04496847833143</c:v>
                </c:pt>
                <c:pt idx="767">
                  <c:v>-9.1345686617441899</c:v>
                </c:pt>
                <c:pt idx="768">
                  <c:v>-7.5927232870076509</c:v>
                </c:pt>
                <c:pt idx="769">
                  <c:v>-7.5238586303820441</c:v>
                </c:pt>
                <c:pt idx="770">
                  <c:v>-7.5165534882015308</c:v>
                </c:pt>
                <c:pt idx="771">
                  <c:v>-4.5486687410593269</c:v>
                </c:pt>
                <c:pt idx="772">
                  <c:v>-7.4082112594416287</c:v>
                </c:pt>
                <c:pt idx="773">
                  <c:v>-7.5715601908256396</c:v>
                </c:pt>
                <c:pt idx="774">
                  <c:v>-6.3220486698564535</c:v>
                </c:pt>
                <c:pt idx="775">
                  <c:v>-5.4693085007441482</c:v>
                </c:pt>
                <c:pt idx="776">
                  <c:v>-6.9820966690128365</c:v>
                </c:pt>
                <c:pt idx="777">
                  <c:v>-7.5193731999879603</c:v>
                </c:pt>
                <c:pt idx="778">
                  <c:v>-8.3855580472581401</c:v>
                </c:pt>
                <c:pt idx="779">
                  <c:v>-11.37142403650663</c:v>
                </c:pt>
                <c:pt idx="780">
                  <c:v>-10.517508539962069</c:v>
                </c:pt>
                <c:pt idx="781">
                  <c:v>-9.279361975241823</c:v>
                </c:pt>
                <c:pt idx="782">
                  <c:v>-9.279361975241823</c:v>
                </c:pt>
                <c:pt idx="783">
                  <c:v>-9.279361975241823</c:v>
                </c:pt>
                <c:pt idx="784">
                  <c:v>-9.279361975241823</c:v>
                </c:pt>
                <c:pt idx="785">
                  <c:v>-9.279361975241823</c:v>
                </c:pt>
                <c:pt idx="786">
                  <c:v>-8.0451514551046444</c:v>
                </c:pt>
                <c:pt idx="787">
                  <c:v>-6.511412131009056</c:v>
                </c:pt>
                <c:pt idx="788">
                  <c:v>-8.9463622434647476</c:v>
                </c:pt>
                <c:pt idx="789">
                  <c:v>-6.1355697325512182</c:v>
                </c:pt>
                <c:pt idx="790">
                  <c:v>-6.9913772937503467</c:v>
                </c:pt>
                <c:pt idx="791">
                  <c:v>-5.2383497082984931</c:v>
                </c:pt>
                <c:pt idx="792">
                  <c:v>-5.217171766405361</c:v>
                </c:pt>
                <c:pt idx="793">
                  <c:v>-4.6676580258493061</c:v>
                </c:pt>
                <c:pt idx="794">
                  <c:v>-6.2062758527320554</c:v>
                </c:pt>
                <c:pt idx="795">
                  <c:v>-2.9543703448220633</c:v>
                </c:pt>
                <c:pt idx="796">
                  <c:v>-2.989834556559039</c:v>
                </c:pt>
                <c:pt idx="797">
                  <c:v>-2.4080973445150526</c:v>
                </c:pt>
                <c:pt idx="798">
                  <c:v>-4.1283705172912377</c:v>
                </c:pt>
                <c:pt idx="799">
                  <c:v>-3.6002396482874879</c:v>
                </c:pt>
                <c:pt idx="800">
                  <c:v>-5.5970375333510631</c:v>
                </c:pt>
                <c:pt idx="801">
                  <c:v>-5.1558917289250097</c:v>
                </c:pt>
                <c:pt idx="802">
                  <c:v>-3.3106915759084501</c:v>
                </c:pt>
                <c:pt idx="803">
                  <c:v>-4.2201086082256403</c:v>
                </c:pt>
                <c:pt idx="804">
                  <c:v>-5.4078620324833153</c:v>
                </c:pt>
                <c:pt idx="805">
                  <c:v>-5.0568882514668871</c:v>
                </c:pt>
                <c:pt idx="806">
                  <c:v>-5.743580848135668</c:v>
                </c:pt>
                <c:pt idx="807">
                  <c:v>-6.0059285243839931</c:v>
                </c:pt>
                <c:pt idx="808">
                  <c:v>-4.1273271761083556</c:v>
                </c:pt>
                <c:pt idx="809">
                  <c:v>-5.4957009742297878</c:v>
                </c:pt>
                <c:pt idx="810">
                  <c:v>-5.4945927585324732</c:v>
                </c:pt>
                <c:pt idx="811">
                  <c:v>-5.6982298375194347</c:v>
                </c:pt>
                <c:pt idx="812">
                  <c:v>-3.9728771998126859</c:v>
                </c:pt>
                <c:pt idx="813">
                  <c:v>-4.7689303232323894</c:v>
                </c:pt>
                <c:pt idx="814">
                  <c:v>-4.9395875259814659</c:v>
                </c:pt>
                <c:pt idx="815">
                  <c:v>-3.0319342910399669</c:v>
                </c:pt>
                <c:pt idx="816">
                  <c:v>-4.6561182298296195</c:v>
                </c:pt>
                <c:pt idx="817">
                  <c:v>-9.1176769746935769</c:v>
                </c:pt>
                <c:pt idx="818">
                  <c:v>-5.6210399042611101</c:v>
                </c:pt>
                <c:pt idx="819">
                  <c:v>-5.2429485364551702</c:v>
                </c:pt>
                <c:pt idx="820">
                  <c:v>-4.8770044616390926</c:v>
                </c:pt>
                <c:pt idx="821">
                  <c:v>-5.4503015196647695</c:v>
                </c:pt>
                <c:pt idx="822">
                  <c:v>-7.3059591088296507</c:v>
                </c:pt>
                <c:pt idx="823">
                  <c:v>-4.9955913750628831</c:v>
                </c:pt>
                <c:pt idx="824">
                  <c:v>-7.4248605371814378</c:v>
                </c:pt>
                <c:pt idx="825">
                  <c:v>-4.3457028725075268</c:v>
                </c:pt>
                <c:pt idx="826">
                  <c:v>-5.4071531912804325</c:v>
                </c:pt>
                <c:pt idx="827">
                  <c:v>-7.945875841270162</c:v>
                </c:pt>
                <c:pt idx="828">
                  <c:v>-6.3644113786080716</c:v>
                </c:pt>
                <c:pt idx="829">
                  <c:v>-5.8589221648305028</c:v>
                </c:pt>
                <c:pt idx="830">
                  <c:v>-9.207610892572422</c:v>
                </c:pt>
                <c:pt idx="831">
                  <c:v>-6.4855724528276966</c:v>
                </c:pt>
                <c:pt idx="832">
                  <c:v>-6.4569426688106759</c:v>
                </c:pt>
                <c:pt idx="833">
                  <c:v>-8.3117371253355401</c:v>
                </c:pt>
                <c:pt idx="834">
                  <c:v>-3.4597544346084597</c:v>
                </c:pt>
                <c:pt idx="835">
                  <c:v>-5.1692790878463164</c:v>
                </c:pt>
                <c:pt idx="836">
                  <c:v>-6.6034159776268133</c:v>
                </c:pt>
                <c:pt idx="837">
                  <c:v>-4.9854933443013962</c:v>
                </c:pt>
                <c:pt idx="838">
                  <c:v>-6.8560715984256539</c:v>
                </c:pt>
                <c:pt idx="839">
                  <c:v>-3.8915459349294217</c:v>
                </c:pt>
                <c:pt idx="840">
                  <c:v>-4.6558219935424532</c:v>
                </c:pt>
                <c:pt idx="841">
                  <c:v>-9.074056663138645</c:v>
                </c:pt>
                <c:pt idx="842">
                  <c:v>-7.0800371811304217</c:v>
                </c:pt>
                <c:pt idx="843">
                  <c:v>-5.1830668500381556</c:v>
                </c:pt>
                <c:pt idx="844">
                  <c:v>-7.9788377635499863</c:v>
                </c:pt>
                <c:pt idx="845">
                  <c:v>-6.9686224125499656</c:v>
                </c:pt>
                <c:pt idx="846">
                  <c:v>-6.7335233785623423</c:v>
                </c:pt>
                <c:pt idx="847">
                  <c:v>-8.3983066869028171</c:v>
                </c:pt>
                <c:pt idx="848">
                  <c:v>-7.6876705232970011</c:v>
                </c:pt>
                <c:pt idx="849">
                  <c:v>-14.188964537954041</c:v>
                </c:pt>
                <c:pt idx="850">
                  <c:v>-8.6918244302606453</c:v>
                </c:pt>
                <c:pt idx="851">
                  <c:v>-13.239716086267816</c:v>
                </c:pt>
                <c:pt idx="852">
                  <c:v>-10.417668306101984</c:v>
                </c:pt>
                <c:pt idx="853">
                  <c:v>-15.294321145701964</c:v>
                </c:pt>
                <c:pt idx="854">
                  <c:v>-10.78535101999114</c:v>
                </c:pt>
                <c:pt idx="855">
                  <c:v>-10.0324380984713</c:v>
                </c:pt>
                <c:pt idx="856">
                  <c:v>-13.622581622042972</c:v>
                </c:pt>
                <c:pt idx="857">
                  <c:v>-10.856751941734785</c:v>
                </c:pt>
                <c:pt idx="858">
                  <c:v>-12.185823107182646</c:v>
                </c:pt>
                <c:pt idx="859">
                  <c:v>-12.932869265834899</c:v>
                </c:pt>
                <c:pt idx="860">
                  <c:v>-19.341055208665431</c:v>
                </c:pt>
                <c:pt idx="861">
                  <c:v>-7.7487696086249507</c:v>
                </c:pt>
                <c:pt idx="862">
                  <c:v>-10.378451456540642</c:v>
                </c:pt>
                <c:pt idx="863">
                  <c:v>-9.3176934421589444</c:v>
                </c:pt>
                <c:pt idx="864">
                  <c:v>-10.686784397767468</c:v>
                </c:pt>
                <c:pt idx="865">
                  <c:v>-12.298171297842739</c:v>
                </c:pt>
                <c:pt idx="866">
                  <c:v>-8.9646887707098486</c:v>
                </c:pt>
                <c:pt idx="867">
                  <c:v>-10.782788477093693</c:v>
                </c:pt>
                <c:pt idx="868">
                  <c:v>-8.981026029980935</c:v>
                </c:pt>
                <c:pt idx="869">
                  <c:v>-12.928272355131273</c:v>
                </c:pt>
                <c:pt idx="870">
                  <c:v>-10.966225899988672</c:v>
                </c:pt>
                <c:pt idx="871">
                  <c:v>-12.586877298470331</c:v>
                </c:pt>
                <c:pt idx="872">
                  <c:v>-12.600555711981901</c:v>
                </c:pt>
                <c:pt idx="873">
                  <c:v>-15.596259724913224</c:v>
                </c:pt>
                <c:pt idx="874">
                  <c:v>-10.54715779252524</c:v>
                </c:pt>
                <c:pt idx="875">
                  <c:v>-11.335337066754121</c:v>
                </c:pt>
                <c:pt idx="876">
                  <c:v>-13.409686555420798</c:v>
                </c:pt>
                <c:pt idx="877">
                  <c:v>-13.923564051862769</c:v>
                </c:pt>
                <c:pt idx="878">
                  <c:v>-12.588692537998696</c:v>
                </c:pt>
                <c:pt idx="879">
                  <c:v>-18.355215076406576</c:v>
                </c:pt>
                <c:pt idx="880">
                  <c:v>-6.881880182949665</c:v>
                </c:pt>
                <c:pt idx="881">
                  <c:v>-14.054146969005682</c:v>
                </c:pt>
                <c:pt idx="882">
                  <c:v>-13.817934093877131</c:v>
                </c:pt>
                <c:pt idx="883">
                  <c:v>-12.922989571572831</c:v>
                </c:pt>
                <c:pt idx="884">
                  <c:v>-13.029183107633013</c:v>
                </c:pt>
                <c:pt idx="885">
                  <c:v>-13.335914049808594</c:v>
                </c:pt>
                <c:pt idx="886">
                  <c:v>-14.580706823465277</c:v>
                </c:pt>
                <c:pt idx="887">
                  <c:v>-17.831155527474547</c:v>
                </c:pt>
                <c:pt idx="888">
                  <c:v>-15.320438057985506</c:v>
                </c:pt>
                <c:pt idx="889">
                  <c:v>-16.478516224257284</c:v>
                </c:pt>
                <c:pt idx="890">
                  <c:v>-16.221496698366657</c:v>
                </c:pt>
                <c:pt idx="891">
                  <c:v>-14.910760306411795</c:v>
                </c:pt>
                <c:pt idx="892">
                  <c:v>-14.795828363376181</c:v>
                </c:pt>
                <c:pt idx="893">
                  <c:v>-18.724095625475726</c:v>
                </c:pt>
                <c:pt idx="894">
                  <c:v>-16.041659868272966</c:v>
                </c:pt>
                <c:pt idx="895">
                  <c:v>-14.496126959022742</c:v>
                </c:pt>
                <c:pt idx="896">
                  <c:v>-13.962805308262926</c:v>
                </c:pt>
                <c:pt idx="897">
                  <c:v>-12.798766274554151</c:v>
                </c:pt>
                <c:pt idx="898">
                  <c:v>-15.367273878196443</c:v>
                </c:pt>
                <c:pt idx="899">
                  <c:v>-16.192353012944189</c:v>
                </c:pt>
                <c:pt idx="900">
                  <c:v>-16.529237014205471</c:v>
                </c:pt>
                <c:pt idx="901">
                  <c:v>-17.130294320475272</c:v>
                </c:pt>
                <c:pt idx="902">
                  <c:v>-17.950560839753411</c:v>
                </c:pt>
                <c:pt idx="903">
                  <c:v>-18.458719160464018</c:v>
                </c:pt>
                <c:pt idx="904">
                  <c:v>-13.185887594520086</c:v>
                </c:pt>
                <c:pt idx="905">
                  <c:v>-15.365833877772831</c:v>
                </c:pt>
                <c:pt idx="906">
                  <c:v>-17.861626298430394</c:v>
                </c:pt>
                <c:pt idx="907">
                  <c:v>-14.21292654312993</c:v>
                </c:pt>
                <c:pt idx="908">
                  <c:v>-17.560234210930339</c:v>
                </c:pt>
                <c:pt idx="909">
                  <c:v>-14.111231851648252</c:v>
                </c:pt>
                <c:pt idx="910">
                  <c:v>-13.931540770368624</c:v>
                </c:pt>
                <c:pt idx="911">
                  <c:v>-16.126986876476664</c:v>
                </c:pt>
                <c:pt idx="912">
                  <c:v>-9.9749784798817451</c:v>
                </c:pt>
                <c:pt idx="913">
                  <c:v>-19.194488495040684</c:v>
                </c:pt>
                <c:pt idx="914">
                  <c:v>-15.815952593970282</c:v>
                </c:pt>
                <c:pt idx="915">
                  <c:v>-15.128106830428587</c:v>
                </c:pt>
                <c:pt idx="916">
                  <c:v>-15.118147152220432</c:v>
                </c:pt>
                <c:pt idx="917">
                  <c:v>-15.26310985896669</c:v>
                </c:pt>
                <c:pt idx="918">
                  <c:v>-17.116275890891515</c:v>
                </c:pt>
                <c:pt idx="919">
                  <c:v>-14.542961345497254</c:v>
                </c:pt>
                <c:pt idx="920">
                  <c:v>-16.747934686265779</c:v>
                </c:pt>
                <c:pt idx="921">
                  <c:v>-17.00037898107259</c:v>
                </c:pt>
                <c:pt idx="922">
                  <c:v>-13.546704893746067</c:v>
                </c:pt>
                <c:pt idx="923">
                  <c:v>-17.102865181659237</c:v>
                </c:pt>
                <c:pt idx="924">
                  <c:v>-16.168714534174551</c:v>
                </c:pt>
                <c:pt idx="925">
                  <c:v>-17.392281485933438</c:v>
                </c:pt>
                <c:pt idx="926">
                  <c:v>-19.441332871940133</c:v>
                </c:pt>
                <c:pt idx="927">
                  <c:v>-18.479400840185271</c:v>
                </c:pt>
                <c:pt idx="928">
                  <c:v>-18.6257239621069</c:v>
                </c:pt>
                <c:pt idx="929">
                  <c:v>-18.478654726806241</c:v>
                </c:pt>
                <c:pt idx="930">
                  <c:v>-19.903051698311202</c:v>
                </c:pt>
                <c:pt idx="931">
                  <c:v>-17.64411146503469</c:v>
                </c:pt>
                <c:pt idx="932">
                  <c:v>-16.364516178585376</c:v>
                </c:pt>
                <c:pt idx="933">
                  <c:v>-16.671904374009955</c:v>
                </c:pt>
                <c:pt idx="934">
                  <c:v>-16.846965218933057</c:v>
                </c:pt>
                <c:pt idx="935">
                  <c:v>-16.083727120127762</c:v>
                </c:pt>
                <c:pt idx="936">
                  <c:v>-16.312509063430639</c:v>
                </c:pt>
                <c:pt idx="937">
                  <c:v>-17.038151672197401</c:v>
                </c:pt>
                <c:pt idx="938">
                  <c:v>-15.946150063153921</c:v>
                </c:pt>
                <c:pt idx="939">
                  <c:v>-16.812960175662276</c:v>
                </c:pt>
                <c:pt idx="940">
                  <c:v>-16.935599694478288</c:v>
                </c:pt>
                <c:pt idx="941">
                  <c:v>-17.501823671320629</c:v>
                </c:pt>
                <c:pt idx="942">
                  <c:v>-18.244705066006375</c:v>
                </c:pt>
                <c:pt idx="943">
                  <c:v>-17.538200368747717</c:v>
                </c:pt>
                <c:pt idx="944">
                  <c:v>-18.248104456339263</c:v>
                </c:pt>
                <c:pt idx="945">
                  <c:v>-18.543054281443876</c:v>
                </c:pt>
                <c:pt idx="946">
                  <c:v>-19.126075544761356</c:v>
                </c:pt>
                <c:pt idx="947">
                  <c:v>-20.319228220888693</c:v>
                </c:pt>
                <c:pt idx="948">
                  <c:v>-18.857865148086947</c:v>
                </c:pt>
                <c:pt idx="949">
                  <c:v>-21.88030898867877</c:v>
                </c:pt>
                <c:pt idx="950">
                  <c:v>-22.970992504908256</c:v>
                </c:pt>
                <c:pt idx="951">
                  <c:v>-21.738330580006668</c:v>
                </c:pt>
                <c:pt idx="952">
                  <c:v>-22.713369677363477</c:v>
                </c:pt>
                <c:pt idx="953">
                  <c:v>-22.909486715914763</c:v>
                </c:pt>
                <c:pt idx="954">
                  <c:v>-23.638708426817679</c:v>
                </c:pt>
                <c:pt idx="955">
                  <c:v>-25.529562907946119</c:v>
                </c:pt>
                <c:pt idx="956">
                  <c:v>-24.820543355657122</c:v>
                </c:pt>
                <c:pt idx="957">
                  <c:v>-23.177239397720818</c:v>
                </c:pt>
                <c:pt idx="958">
                  <c:v>-22.429173274163659</c:v>
                </c:pt>
                <c:pt idx="959">
                  <c:v>-22.541136359606458</c:v>
                </c:pt>
                <c:pt idx="960">
                  <c:v>-21.813571830999422</c:v>
                </c:pt>
                <c:pt idx="961">
                  <c:v>-21.241955282366437</c:v>
                </c:pt>
                <c:pt idx="962">
                  <c:v>-21.549022883338857</c:v>
                </c:pt>
                <c:pt idx="963">
                  <c:v>-20.693864572926202</c:v>
                </c:pt>
                <c:pt idx="964">
                  <c:v>-23.781660538478601</c:v>
                </c:pt>
                <c:pt idx="965">
                  <c:v>-24.001315637209924</c:v>
                </c:pt>
                <c:pt idx="966">
                  <c:v>-23.577830600865724</c:v>
                </c:pt>
                <c:pt idx="967">
                  <c:v>-25.011347424580865</c:v>
                </c:pt>
                <c:pt idx="968">
                  <c:v>-23.058036869119633</c:v>
                </c:pt>
                <c:pt idx="969">
                  <c:v>-23.76423630588932</c:v>
                </c:pt>
                <c:pt idx="970">
                  <c:v>-23.722177484367958</c:v>
                </c:pt>
                <c:pt idx="971">
                  <c:v>-23.78507167440528</c:v>
                </c:pt>
                <c:pt idx="972">
                  <c:v>-23.469266422860088</c:v>
                </c:pt>
                <c:pt idx="973">
                  <c:v>-24.111229706341767</c:v>
                </c:pt>
                <c:pt idx="974">
                  <c:v>-23.282596123627577</c:v>
                </c:pt>
                <c:pt idx="975">
                  <c:v>-24.4333888171689</c:v>
                </c:pt>
                <c:pt idx="976">
                  <c:v>-24.333188081416534</c:v>
                </c:pt>
                <c:pt idx="977">
                  <c:v>-24.353962658353176</c:v>
                </c:pt>
                <c:pt idx="978">
                  <c:v>-26.312446811762729</c:v>
                </c:pt>
                <c:pt idx="979">
                  <c:v>-23.951283204082472</c:v>
                </c:pt>
                <c:pt idx="980">
                  <c:v>-23.701113525151857</c:v>
                </c:pt>
                <c:pt idx="981">
                  <c:v>-26.092558730279883</c:v>
                </c:pt>
                <c:pt idx="982">
                  <c:v>-26.00797586471888</c:v>
                </c:pt>
                <c:pt idx="983">
                  <c:v>-23.816714670844277</c:v>
                </c:pt>
                <c:pt idx="984">
                  <c:v>-23.709841900203372</c:v>
                </c:pt>
                <c:pt idx="985">
                  <c:v>-23.691691672971743</c:v>
                </c:pt>
                <c:pt idx="986">
                  <c:v>-23.239112754982969</c:v>
                </c:pt>
                <c:pt idx="987">
                  <c:v>-23.440853558031769</c:v>
                </c:pt>
                <c:pt idx="988">
                  <c:v>-21.296759284198711</c:v>
                </c:pt>
                <c:pt idx="989">
                  <c:v>-20.599897637179531</c:v>
                </c:pt>
                <c:pt idx="990">
                  <c:v>-19.776005293903005</c:v>
                </c:pt>
                <c:pt idx="991">
                  <c:v>-20.511774992207187</c:v>
                </c:pt>
                <c:pt idx="992">
                  <c:v>-20.059131210250399</c:v>
                </c:pt>
                <c:pt idx="993">
                  <c:v>-20.853450728465539</c:v>
                </c:pt>
                <c:pt idx="994">
                  <c:v>-19.275494631968986</c:v>
                </c:pt>
                <c:pt idx="995">
                  <c:v>-20.787917206121588</c:v>
                </c:pt>
                <c:pt idx="996">
                  <c:v>-21.538003979743607</c:v>
                </c:pt>
                <c:pt idx="997">
                  <c:v>-21.306528324932028</c:v>
                </c:pt>
                <c:pt idx="998">
                  <c:v>-21.22161404360503</c:v>
                </c:pt>
                <c:pt idx="999">
                  <c:v>-20.483002971451658</c:v>
                </c:pt>
                <c:pt idx="1000">
                  <c:v>-18.062502869085385</c:v>
                </c:pt>
                <c:pt idx="1001">
                  <c:v>-20.381438311634948</c:v>
                </c:pt>
                <c:pt idx="1002">
                  <c:v>-21.512913667417273</c:v>
                </c:pt>
                <c:pt idx="1003">
                  <c:v>-20.761945120127344</c:v>
                </c:pt>
                <c:pt idx="1004">
                  <c:v>-19.460014904509848</c:v>
                </c:pt>
                <c:pt idx="1005">
                  <c:v>-20.035922027984462</c:v>
                </c:pt>
                <c:pt idx="1006">
                  <c:v>-21.161686243998727</c:v>
                </c:pt>
                <c:pt idx="1007">
                  <c:v>-21.879256359458871</c:v>
                </c:pt>
                <c:pt idx="1008">
                  <c:v>-22.339709302572103</c:v>
                </c:pt>
                <c:pt idx="1009">
                  <c:v>-22.466971950535541</c:v>
                </c:pt>
                <c:pt idx="1010">
                  <c:v>-22.167112287123182</c:v>
                </c:pt>
                <c:pt idx="1011">
                  <c:v>-22.524713048424431</c:v>
                </c:pt>
                <c:pt idx="1012">
                  <c:v>-21.300264492089724</c:v>
                </c:pt>
                <c:pt idx="1013">
                  <c:v>-20.701205752456847</c:v>
                </c:pt>
                <c:pt idx="1014">
                  <c:v>-22.562376206120181</c:v>
                </c:pt>
                <c:pt idx="1015">
                  <c:v>-22.809766964538404</c:v>
                </c:pt>
                <c:pt idx="1016">
                  <c:v>-23.949023729471946</c:v>
                </c:pt>
                <c:pt idx="1017">
                  <c:v>-24.339702815092803</c:v>
                </c:pt>
                <c:pt idx="1018">
                  <c:v>-24.824399739382596</c:v>
                </c:pt>
                <c:pt idx="1019">
                  <c:v>-24.835375800474324</c:v>
                </c:pt>
                <c:pt idx="1020">
                  <c:v>-23.674769938668941</c:v>
                </c:pt>
                <c:pt idx="1021">
                  <c:v>-22.656556707487916</c:v>
                </c:pt>
                <c:pt idx="1022">
                  <c:v>-22.797989793890697</c:v>
                </c:pt>
                <c:pt idx="1023">
                  <c:v>-22.325431880500339</c:v>
                </c:pt>
                <c:pt idx="1024">
                  <c:v>-23.818904621586686</c:v>
                </c:pt>
                <c:pt idx="1025">
                  <c:v>-24.257550071884523</c:v>
                </c:pt>
                <c:pt idx="1026">
                  <c:v>-23.134073117797538</c:v>
                </c:pt>
                <c:pt idx="1027">
                  <c:v>-24.416400000010224</c:v>
                </c:pt>
                <c:pt idx="1028">
                  <c:v>-23.54955143695906</c:v>
                </c:pt>
                <c:pt idx="1029">
                  <c:v>-23.93821856281718</c:v>
                </c:pt>
                <c:pt idx="1030">
                  <c:v>-23.309354785775668</c:v>
                </c:pt>
                <c:pt idx="1031">
                  <c:v>-22.609967617945827</c:v>
                </c:pt>
                <c:pt idx="1032">
                  <c:v>-22.575647137826177</c:v>
                </c:pt>
                <c:pt idx="1033">
                  <c:v>-22.559827736623873</c:v>
                </c:pt>
                <c:pt idx="1034">
                  <c:v>-23.104019958004731</c:v>
                </c:pt>
                <c:pt idx="1035">
                  <c:v>-23.893772956337589</c:v>
                </c:pt>
                <c:pt idx="1036">
                  <c:v>-23.606703431735259</c:v>
                </c:pt>
                <c:pt idx="1037">
                  <c:v>-23.672937698683601</c:v>
                </c:pt>
                <c:pt idx="1038">
                  <c:v>-22.194376816347884</c:v>
                </c:pt>
                <c:pt idx="1039">
                  <c:v>-23.538982256023456</c:v>
                </c:pt>
                <c:pt idx="1040">
                  <c:v>-22.468108001630242</c:v>
                </c:pt>
                <c:pt idx="1041">
                  <c:v>-22.103274797171526</c:v>
                </c:pt>
                <c:pt idx="1042">
                  <c:v>-22.481683950858027</c:v>
                </c:pt>
                <c:pt idx="1043">
                  <c:v>-21.974015357837157</c:v>
                </c:pt>
                <c:pt idx="1044">
                  <c:v>-20.668412947008729</c:v>
                </c:pt>
                <c:pt idx="1045">
                  <c:v>-22.141056929423698</c:v>
                </c:pt>
                <c:pt idx="1046">
                  <c:v>-22.024985169825211</c:v>
                </c:pt>
                <c:pt idx="1047">
                  <c:v>-21.075897761341594</c:v>
                </c:pt>
                <c:pt idx="1048">
                  <c:v>-21.352204882276915</c:v>
                </c:pt>
                <c:pt idx="1049">
                  <c:v>-20.300040138916451</c:v>
                </c:pt>
                <c:pt idx="1050">
                  <c:v>-21.964917802832037</c:v>
                </c:pt>
                <c:pt idx="1051">
                  <c:v>-19.362650421855406</c:v>
                </c:pt>
                <c:pt idx="1052">
                  <c:v>-18.564739695512621</c:v>
                </c:pt>
                <c:pt idx="1053">
                  <c:v>-20.652897805554954</c:v>
                </c:pt>
                <c:pt idx="1054">
                  <c:v>-18.955891754283435</c:v>
                </c:pt>
                <c:pt idx="1055">
                  <c:v>-21.410187969156791</c:v>
                </c:pt>
                <c:pt idx="1056">
                  <c:v>-20.833622736948087</c:v>
                </c:pt>
                <c:pt idx="1057">
                  <c:v>-20.688904806489269</c:v>
                </c:pt>
                <c:pt idx="1058">
                  <c:v>-18.725642941182187</c:v>
                </c:pt>
                <c:pt idx="1059">
                  <c:v>-19.505337721150973</c:v>
                </c:pt>
                <c:pt idx="1060">
                  <c:v>-20.157141317626326</c:v>
                </c:pt>
                <c:pt idx="1061">
                  <c:v>-19.667019212456367</c:v>
                </c:pt>
                <c:pt idx="1062">
                  <c:v>-18.82914781012007</c:v>
                </c:pt>
                <c:pt idx="1063">
                  <c:v>-18.830221766982813</c:v>
                </c:pt>
                <c:pt idx="1064">
                  <c:v>-20.08258329486609</c:v>
                </c:pt>
                <c:pt idx="1065">
                  <c:v>-19.038982270013516</c:v>
                </c:pt>
                <c:pt idx="1066">
                  <c:v>-19.724918898777471</c:v>
                </c:pt>
                <c:pt idx="1067">
                  <c:v>-18.738100902887695</c:v>
                </c:pt>
                <c:pt idx="1068">
                  <c:v>-18.789137463185678</c:v>
                </c:pt>
                <c:pt idx="1069">
                  <c:v>-18.535877284901332</c:v>
                </c:pt>
                <c:pt idx="1070">
                  <c:v>-17.86394170218836</c:v>
                </c:pt>
                <c:pt idx="1071">
                  <c:v>-18.042009432404036</c:v>
                </c:pt>
                <c:pt idx="1072">
                  <c:v>-17.415047651078005</c:v>
                </c:pt>
                <c:pt idx="1073">
                  <c:v>-18.192814502528201</c:v>
                </c:pt>
                <c:pt idx="1074">
                  <c:v>-19.067016158225925</c:v>
                </c:pt>
                <c:pt idx="1075">
                  <c:v>-19.284920525319947</c:v>
                </c:pt>
                <c:pt idx="1076">
                  <c:v>-18.616228113747091</c:v>
                </c:pt>
                <c:pt idx="1077">
                  <c:v>-20.001158175015171</c:v>
                </c:pt>
                <c:pt idx="1078">
                  <c:v>-19.777899109530217</c:v>
                </c:pt>
                <c:pt idx="1079">
                  <c:v>-20.310153318486275</c:v>
                </c:pt>
                <c:pt idx="1080">
                  <c:v>-19.604737849412167</c:v>
                </c:pt>
                <c:pt idx="1081">
                  <c:v>-18.966043699782912</c:v>
                </c:pt>
                <c:pt idx="1082">
                  <c:v>-18.391101017922026</c:v>
                </c:pt>
                <c:pt idx="1083">
                  <c:v>-19.230587499888674</c:v>
                </c:pt>
                <c:pt idx="1084">
                  <c:v>-19.511697824858413</c:v>
                </c:pt>
                <c:pt idx="1085">
                  <c:v>-19.47572635215942</c:v>
                </c:pt>
                <c:pt idx="1086">
                  <c:v>-19.654616936328765</c:v>
                </c:pt>
                <c:pt idx="1087">
                  <c:v>-18.905237782961581</c:v>
                </c:pt>
                <c:pt idx="1088">
                  <c:v>-19.398597690822982</c:v>
                </c:pt>
                <c:pt idx="1089">
                  <c:v>-18.277390451194069</c:v>
                </c:pt>
                <c:pt idx="1090">
                  <c:v>-18.912072626870476</c:v>
                </c:pt>
                <c:pt idx="1091">
                  <c:v>-19.115488379610611</c:v>
                </c:pt>
                <c:pt idx="1092">
                  <c:v>-17.652243565246671</c:v>
                </c:pt>
                <c:pt idx="1093">
                  <c:v>-19.255405077000852</c:v>
                </c:pt>
                <c:pt idx="1094">
                  <c:v>-19.230903249374936</c:v>
                </c:pt>
                <c:pt idx="1095">
                  <c:v>-18.999422135311388</c:v>
                </c:pt>
                <c:pt idx="1096">
                  <c:v>-19.534699418730138</c:v>
                </c:pt>
                <c:pt idx="1097">
                  <c:v>-20.383318475040948</c:v>
                </c:pt>
                <c:pt idx="1098">
                  <c:v>-19.284622525512955</c:v>
                </c:pt>
                <c:pt idx="1099">
                  <c:v>-18.802796757201836</c:v>
                </c:pt>
                <c:pt idx="1100">
                  <c:v>-18.853643503286762</c:v>
                </c:pt>
                <c:pt idx="1101">
                  <c:v>-16.977561042658149</c:v>
                </c:pt>
                <c:pt idx="1102">
                  <c:v>-17.960118696785901</c:v>
                </c:pt>
                <c:pt idx="1103">
                  <c:v>-18.397694315628225</c:v>
                </c:pt>
                <c:pt idx="1104">
                  <c:v>-18.173498686675607</c:v>
                </c:pt>
                <c:pt idx="1105">
                  <c:v>-18.196981577398763</c:v>
                </c:pt>
                <c:pt idx="1106">
                  <c:v>-18.081584124631227</c:v>
                </c:pt>
                <c:pt idx="1107">
                  <c:v>-17.374374781837243</c:v>
                </c:pt>
                <c:pt idx="1108">
                  <c:v>-17.63588339606893</c:v>
                </c:pt>
                <c:pt idx="1109">
                  <c:v>-17.974234218175194</c:v>
                </c:pt>
                <c:pt idx="1110">
                  <c:v>-18.096182460086194</c:v>
                </c:pt>
                <c:pt idx="1111">
                  <c:v>-18.152538728890015</c:v>
                </c:pt>
                <c:pt idx="1112">
                  <c:v>-18.820639898266798</c:v>
                </c:pt>
                <c:pt idx="1113">
                  <c:v>-19.034763017218875</c:v>
                </c:pt>
                <c:pt idx="1114">
                  <c:v>-18.077070667349027</c:v>
                </c:pt>
                <c:pt idx="1115">
                  <c:v>-17.461608112636888</c:v>
                </c:pt>
                <c:pt idx="1116">
                  <c:v>-17.724246768554522</c:v>
                </c:pt>
                <c:pt idx="1117">
                  <c:v>-16.828410278289006</c:v>
                </c:pt>
                <c:pt idx="1118">
                  <c:v>-16.274311392063069</c:v>
                </c:pt>
                <c:pt idx="1119">
                  <c:v>-17.043552281062933</c:v>
                </c:pt>
                <c:pt idx="1120">
                  <c:v>-16.543342259908918</c:v>
                </c:pt>
                <c:pt idx="1121">
                  <c:v>-17.36095109300663</c:v>
                </c:pt>
                <c:pt idx="1122">
                  <c:v>-17.051825578225447</c:v>
                </c:pt>
                <c:pt idx="1123">
                  <c:v>-16.325293452483955</c:v>
                </c:pt>
                <c:pt idx="1124">
                  <c:v>-15.815497057837176</c:v>
                </c:pt>
                <c:pt idx="1125">
                  <c:v>-17.207170116827616</c:v>
                </c:pt>
                <c:pt idx="1126">
                  <c:v>-17.253445663399575</c:v>
                </c:pt>
                <c:pt idx="1127">
                  <c:v>-16.265091614771968</c:v>
                </c:pt>
                <c:pt idx="1128">
                  <c:v>-15.796771240605825</c:v>
                </c:pt>
                <c:pt idx="1129">
                  <c:v>-14.310017675828838</c:v>
                </c:pt>
                <c:pt idx="1130">
                  <c:v>-15.032865916981953</c:v>
                </c:pt>
                <c:pt idx="1131">
                  <c:v>-14.006121961044139</c:v>
                </c:pt>
                <c:pt idx="1132">
                  <c:v>-14.324591096567547</c:v>
                </c:pt>
                <c:pt idx="1133">
                  <c:v>-14.979355684753799</c:v>
                </c:pt>
                <c:pt idx="1134">
                  <c:v>-14.555815780993452</c:v>
                </c:pt>
                <c:pt idx="1135">
                  <c:v>-14.273235728335608</c:v>
                </c:pt>
                <c:pt idx="1136">
                  <c:v>-12.931301558598435</c:v>
                </c:pt>
                <c:pt idx="1137">
                  <c:v>-14.06528639525855</c:v>
                </c:pt>
                <c:pt idx="1138">
                  <c:v>-14.896410666899417</c:v>
                </c:pt>
                <c:pt idx="1139">
                  <c:v>-15.009332831420231</c:v>
                </c:pt>
                <c:pt idx="1140">
                  <c:v>-16.378129424604928</c:v>
                </c:pt>
                <c:pt idx="1141">
                  <c:v>-17.070115548943317</c:v>
                </c:pt>
                <c:pt idx="1142">
                  <c:v>-17.073804222831114</c:v>
                </c:pt>
                <c:pt idx="1143">
                  <c:v>-17.207322541624034</c:v>
                </c:pt>
                <c:pt idx="1144">
                  <c:v>-17.903266936539019</c:v>
                </c:pt>
                <c:pt idx="1145">
                  <c:v>-15.885785613090974</c:v>
                </c:pt>
                <c:pt idx="1146">
                  <c:v>-14.855690649870912</c:v>
                </c:pt>
                <c:pt idx="1147">
                  <c:v>-16.096725803598602</c:v>
                </c:pt>
                <c:pt idx="1148">
                  <c:v>-19.129097674915581</c:v>
                </c:pt>
                <c:pt idx="1149">
                  <c:v>-18.457532753020505</c:v>
                </c:pt>
                <c:pt idx="1150">
                  <c:v>-17.926005332260061</c:v>
                </c:pt>
                <c:pt idx="1151">
                  <c:v>-18.116020017250939</c:v>
                </c:pt>
                <c:pt idx="1152">
                  <c:v>-17.468430912397533</c:v>
                </c:pt>
                <c:pt idx="1153">
                  <c:v>-16.730491922232545</c:v>
                </c:pt>
                <c:pt idx="1154">
                  <c:v>-16.023315761345135</c:v>
                </c:pt>
                <c:pt idx="1155">
                  <c:v>-16.362014884447408</c:v>
                </c:pt>
                <c:pt idx="1156">
                  <c:v>-15.489629780376704</c:v>
                </c:pt>
                <c:pt idx="1157">
                  <c:v>-13.892525059063962</c:v>
                </c:pt>
                <c:pt idx="1158">
                  <c:v>-14.910197991451586</c:v>
                </c:pt>
                <c:pt idx="1159">
                  <c:v>-14.5656094391191</c:v>
                </c:pt>
                <c:pt idx="1160">
                  <c:v>-15.136885824180037</c:v>
                </c:pt>
                <c:pt idx="1161">
                  <c:v>-15.127373290842225</c:v>
                </c:pt>
                <c:pt idx="1162">
                  <c:v>-16.466255424324402</c:v>
                </c:pt>
                <c:pt idx="1163">
                  <c:v>-15.33362032496589</c:v>
                </c:pt>
                <c:pt idx="1164">
                  <c:v>-15.724917150115706</c:v>
                </c:pt>
                <c:pt idx="1165">
                  <c:v>-15.678984312793204</c:v>
                </c:pt>
                <c:pt idx="1166">
                  <c:v>-16.345360387174257</c:v>
                </c:pt>
                <c:pt idx="1167">
                  <c:v>-14.432314092899771</c:v>
                </c:pt>
                <c:pt idx="1168">
                  <c:v>-14.41982749219585</c:v>
                </c:pt>
                <c:pt idx="1169">
                  <c:v>-14.44531218576536</c:v>
                </c:pt>
                <c:pt idx="1170">
                  <c:v>-14.158523119333688</c:v>
                </c:pt>
                <c:pt idx="1171">
                  <c:v>-13.953634558179507</c:v>
                </c:pt>
                <c:pt idx="1172">
                  <c:v>-13.798344370430629</c:v>
                </c:pt>
                <c:pt idx="1173">
                  <c:v>-14.050429132611319</c:v>
                </c:pt>
                <c:pt idx="1174">
                  <c:v>-15.325847182051685</c:v>
                </c:pt>
                <c:pt idx="1175">
                  <c:v>-15.196035165462359</c:v>
                </c:pt>
                <c:pt idx="1176">
                  <c:v>-15.742210039999391</c:v>
                </c:pt>
                <c:pt idx="1177">
                  <c:v>-15.371775971992964</c:v>
                </c:pt>
                <c:pt idx="1178">
                  <c:v>-14.561492011909088</c:v>
                </c:pt>
                <c:pt idx="1179">
                  <c:v>-14.681423212907289</c:v>
                </c:pt>
                <c:pt idx="1180">
                  <c:v>-15.286051051479888</c:v>
                </c:pt>
                <c:pt idx="1181">
                  <c:v>-15.960852866333267</c:v>
                </c:pt>
                <c:pt idx="1182">
                  <c:v>-16.402451787675314</c:v>
                </c:pt>
                <c:pt idx="1183">
                  <c:v>-17.815267642819293</c:v>
                </c:pt>
                <c:pt idx="1184">
                  <c:v>-16.691201113907837</c:v>
                </c:pt>
                <c:pt idx="1185">
                  <c:v>-16.414534799568123</c:v>
                </c:pt>
                <c:pt idx="1186">
                  <c:v>-17.061029379813284</c:v>
                </c:pt>
                <c:pt idx="1187">
                  <c:v>-17.523234876841475</c:v>
                </c:pt>
                <c:pt idx="1188">
                  <c:v>-17.708760268952759</c:v>
                </c:pt>
                <c:pt idx="1189">
                  <c:v>-17.056708378807251</c:v>
                </c:pt>
                <c:pt idx="1190">
                  <c:v>-17.527308667375209</c:v>
                </c:pt>
                <c:pt idx="1191">
                  <c:v>-18.279182798156075</c:v>
                </c:pt>
                <c:pt idx="1192">
                  <c:v>-17.388915365397661</c:v>
                </c:pt>
                <c:pt idx="1193">
                  <c:v>-17.335432090080072</c:v>
                </c:pt>
                <c:pt idx="1194">
                  <c:v>-17.929374972348153</c:v>
                </c:pt>
                <c:pt idx="1195">
                  <c:v>-16.773698530665381</c:v>
                </c:pt>
                <c:pt idx="1196">
                  <c:v>-16.253441088869685</c:v>
                </c:pt>
                <c:pt idx="1197">
                  <c:v>-16.54836791813489</c:v>
                </c:pt>
                <c:pt idx="1198">
                  <c:v>-16.311830963328617</c:v>
                </c:pt>
                <c:pt idx="1199">
                  <c:v>-17.215913515288406</c:v>
                </c:pt>
                <c:pt idx="1200">
                  <c:v>-18.484139463057023</c:v>
                </c:pt>
                <c:pt idx="1201">
                  <c:v>-18.472841933246208</c:v>
                </c:pt>
                <c:pt idx="1202">
                  <c:v>-18.531527330291631</c:v>
                </c:pt>
                <c:pt idx="1203">
                  <c:v>-18.91149760552107</c:v>
                </c:pt>
                <c:pt idx="1204">
                  <c:v>-17.718072650677396</c:v>
                </c:pt>
                <c:pt idx="1205">
                  <c:v>-18.023624427574763</c:v>
                </c:pt>
                <c:pt idx="1206">
                  <c:v>-17.534475542953917</c:v>
                </c:pt>
                <c:pt idx="1207">
                  <c:v>-17.202181518302329</c:v>
                </c:pt>
                <c:pt idx="1208">
                  <c:v>-17.987734711769754</c:v>
                </c:pt>
                <c:pt idx="1209">
                  <c:v>-17.179968476479836</c:v>
                </c:pt>
                <c:pt idx="1210">
                  <c:v>-17.634982770202754</c:v>
                </c:pt>
                <c:pt idx="1211">
                  <c:v>-17.597905790835128</c:v>
                </c:pt>
                <c:pt idx="1212">
                  <c:v>-18.69947865267083</c:v>
                </c:pt>
                <c:pt idx="1213">
                  <c:v>-19.872136353773794</c:v>
                </c:pt>
                <c:pt idx="1214">
                  <c:v>-18.724672989690156</c:v>
                </c:pt>
                <c:pt idx="1215">
                  <c:v>-18.542346198578787</c:v>
                </c:pt>
                <c:pt idx="1216">
                  <c:v>-19.156894524966418</c:v>
                </c:pt>
                <c:pt idx="1217">
                  <c:v>-18.381930818698365</c:v>
                </c:pt>
                <c:pt idx="1218">
                  <c:v>-19.118421336710046</c:v>
                </c:pt>
                <c:pt idx="1219">
                  <c:v>-19.339087594219695</c:v>
                </c:pt>
                <c:pt idx="1220">
                  <c:v>-19.547826927544648</c:v>
                </c:pt>
                <c:pt idx="1221">
                  <c:v>-19.520335621409725</c:v>
                </c:pt>
                <c:pt idx="1222">
                  <c:v>-20.600035524465827</c:v>
                </c:pt>
                <c:pt idx="1223">
                  <c:v>-20.502638728483078</c:v>
                </c:pt>
                <c:pt idx="1224">
                  <c:v>-18.543746743124245</c:v>
                </c:pt>
                <c:pt idx="1225">
                  <c:v>-21.450062600519793</c:v>
                </c:pt>
                <c:pt idx="1226">
                  <c:v>-22.027523947005164</c:v>
                </c:pt>
                <c:pt idx="1227">
                  <c:v>-21.777814485732897</c:v>
                </c:pt>
                <c:pt idx="1228">
                  <c:v>-21.772530442151126</c:v>
                </c:pt>
                <c:pt idx="1229">
                  <c:v>-21.926846704180054</c:v>
                </c:pt>
                <c:pt idx="1230">
                  <c:v>-21.185657662762051</c:v>
                </c:pt>
                <c:pt idx="1231">
                  <c:v>-20.543541530856729</c:v>
                </c:pt>
                <c:pt idx="1232">
                  <c:v>-19.575108934103319</c:v>
                </c:pt>
                <c:pt idx="1233">
                  <c:v>-18.664236330326343</c:v>
                </c:pt>
                <c:pt idx="1234">
                  <c:v>-18.332241970185382</c:v>
                </c:pt>
                <c:pt idx="1235">
                  <c:v>-18.629852375432485</c:v>
                </c:pt>
                <c:pt idx="1236">
                  <c:v>-18.305315803494818</c:v>
                </c:pt>
                <c:pt idx="1237">
                  <c:v>-17.65973124027024</c:v>
                </c:pt>
                <c:pt idx="1238">
                  <c:v>-17.544990591109084</c:v>
                </c:pt>
                <c:pt idx="1239">
                  <c:v>-18.070386248905223</c:v>
                </c:pt>
                <c:pt idx="1240">
                  <c:v>-16.236433476392026</c:v>
                </c:pt>
                <c:pt idx="1241">
                  <c:v>-15.399735567136489</c:v>
                </c:pt>
                <c:pt idx="1242">
                  <c:v>-16.617358359228227</c:v>
                </c:pt>
                <c:pt idx="1243">
                  <c:v>-15.967728623218218</c:v>
                </c:pt>
                <c:pt idx="1244">
                  <c:v>-14.923294853588763</c:v>
                </c:pt>
                <c:pt idx="1245">
                  <c:v>-13.94686343871645</c:v>
                </c:pt>
                <c:pt idx="1246">
                  <c:v>-12.983067251416994</c:v>
                </c:pt>
                <c:pt idx="1247">
                  <c:v>-14.262229893892806</c:v>
                </c:pt>
                <c:pt idx="1248">
                  <c:v>-14.148450447790793</c:v>
                </c:pt>
                <c:pt idx="1249">
                  <c:v>-13.824440581413812</c:v>
                </c:pt>
                <c:pt idx="1250">
                  <c:v>-13.429817749800462</c:v>
                </c:pt>
                <c:pt idx="1251">
                  <c:v>-13.46185717618334</c:v>
                </c:pt>
                <c:pt idx="1252">
                  <c:v>-13.081073067774708</c:v>
                </c:pt>
                <c:pt idx="1253">
                  <c:v>-12.615246207063539</c:v>
                </c:pt>
                <c:pt idx="1254">
                  <c:v>-13.094910642315229</c:v>
                </c:pt>
                <c:pt idx="1255">
                  <c:v>-13.641773735562991</c:v>
                </c:pt>
                <c:pt idx="1256">
                  <c:v>-14.650239188242834</c:v>
                </c:pt>
                <c:pt idx="1257">
                  <c:v>-13.35765820554651</c:v>
                </c:pt>
                <c:pt idx="1258">
                  <c:v>-15.424069371289386</c:v>
                </c:pt>
                <c:pt idx="1259">
                  <c:v>-15.234186909535731</c:v>
                </c:pt>
                <c:pt idx="1260">
                  <c:v>-18.150918685324221</c:v>
                </c:pt>
                <c:pt idx="1261">
                  <c:v>-17.65344585002568</c:v>
                </c:pt>
                <c:pt idx="1262">
                  <c:v>-17.873000085594146</c:v>
                </c:pt>
                <c:pt idx="1263">
                  <c:v>-18.307864777188325</c:v>
                </c:pt>
                <c:pt idx="1264">
                  <c:v>-17.359699144043965</c:v>
                </c:pt>
                <c:pt idx="1265">
                  <c:v>-17.034496676223441</c:v>
                </c:pt>
                <c:pt idx="1266">
                  <c:v>-17.025820886715287</c:v>
                </c:pt>
                <c:pt idx="1267">
                  <c:v>-17.498693315426593</c:v>
                </c:pt>
                <c:pt idx="1268">
                  <c:v>-18.111401666611847</c:v>
                </c:pt>
                <c:pt idx="1269">
                  <c:v>-24.863539116683448</c:v>
                </c:pt>
                <c:pt idx="1270">
                  <c:v>-17.132533429490749</c:v>
                </c:pt>
                <c:pt idx="1271">
                  <c:v>-16.220506738892876</c:v>
                </c:pt>
                <c:pt idx="1272">
                  <c:v>-15.423952176106486</c:v>
                </c:pt>
                <c:pt idx="1273">
                  <c:v>-14.885408718217898</c:v>
                </c:pt>
                <c:pt idx="1274">
                  <c:v>-10.177403173366461</c:v>
                </c:pt>
                <c:pt idx="1275">
                  <c:v>-14.649376355015157</c:v>
                </c:pt>
                <c:pt idx="1276">
                  <c:v>-12.556348023194996</c:v>
                </c:pt>
                <c:pt idx="1277">
                  <c:v>-12.449400654546611</c:v>
                </c:pt>
                <c:pt idx="1278">
                  <c:v>-12.438263600971714</c:v>
                </c:pt>
                <c:pt idx="1279">
                  <c:v>-8.5388455567728965</c:v>
                </c:pt>
                <c:pt idx="1280">
                  <c:v>-13.495771715649475</c:v>
                </c:pt>
                <c:pt idx="1281">
                  <c:v>-1.1529245909563812</c:v>
                </c:pt>
                <c:pt idx="1282">
                  <c:v>-17.444322797783848</c:v>
                </c:pt>
                <c:pt idx="1283">
                  <c:v>-11.498497300181169</c:v>
                </c:pt>
                <c:pt idx="1284">
                  <c:v>-12.223155561071216</c:v>
                </c:pt>
                <c:pt idx="1285">
                  <c:v>-15.904371017592345</c:v>
                </c:pt>
                <c:pt idx="1286">
                  <c:v>-15.600096738952759</c:v>
                </c:pt>
                <c:pt idx="1287">
                  <c:v>-16.210924246787378</c:v>
                </c:pt>
                <c:pt idx="1288">
                  <c:v>-13.811429032008601</c:v>
                </c:pt>
                <c:pt idx="1289">
                  <c:v>-13.372282953827881</c:v>
                </c:pt>
                <c:pt idx="1290">
                  <c:v>-15.48950325963836</c:v>
                </c:pt>
                <c:pt idx="1291">
                  <c:v>-15.187244906518353</c:v>
                </c:pt>
                <c:pt idx="1292">
                  <c:v>-15.154621536177229</c:v>
                </c:pt>
                <c:pt idx="1293">
                  <c:v>-13.358218838540299</c:v>
                </c:pt>
                <c:pt idx="1294">
                  <c:v>-14.767588692996346</c:v>
                </c:pt>
                <c:pt idx="1295">
                  <c:v>-15.682251915996048</c:v>
                </c:pt>
                <c:pt idx="1296">
                  <c:v>-15.430217257967978</c:v>
                </c:pt>
                <c:pt idx="1297">
                  <c:v>-15.791385067301881</c:v>
                </c:pt>
                <c:pt idx="1298">
                  <c:v>-12.85185138295264</c:v>
                </c:pt>
                <c:pt idx="1299">
                  <c:v>-16.380305481728161</c:v>
                </c:pt>
                <c:pt idx="1300">
                  <c:v>-15.936973301257426</c:v>
                </c:pt>
                <c:pt idx="1301">
                  <c:v>-15.65766781115123</c:v>
                </c:pt>
                <c:pt idx="1302">
                  <c:v>-15.681542396303747</c:v>
                </c:pt>
                <c:pt idx="1303">
                  <c:v>-16.479562632749222</c:v>
                </c:pt>
                <c:pt idx="1304">
                  <c:v>-15.047828583485757</c:v>
                </c:pt>
                <c:pt idx="1305">
                  <c:v>-15.727798693148729</c:v>
                </c:pt>
                <c:pt idx="1306">
                  <c:v>-15.496514033196913</c:v>
                </c:pt>
                <c:pt idx="1307">
                  <c:v>-15.704894546405704</c:v>
                </c:pt>
                <c:pt idx="1308">
                  <c:v>-17.77629167674435</c:v>
                </c:pt>
                <c:pt idx="1309">
                  <c:v>-15.927361540433601</c:v>
                </c:pt>
                <c:pt idx="1310">
                  <c:v>-16.58925948209794</c:v>
                </c:pt>
                <c:pt idx="1311">
                  <c:v>-16.539360311833022</c:v>
                </c:pt>
                <c:pt idx="1312">
                  <c:v>-16.636832984128816</c:v>
                </c:pt>
                <c:pt idx="1313">
                  <c:v>-17.350936922281864</c:v>
                </c:pt>
                <c:pt idx="1314">
                  <c:v>-16.426828724561751</c:v>
                </c:pt>
                <c:pt idx="1315">
                  <c:v>-16.654313288035222</c:v>
                </c:pt>
                <c:pt idx="1316">
                  <c:v>-18.139751704426107</c:v>
                </c:pt>
                <c:pt idx="1317">
                  <c:v>-17.22084909107377</c:v>
                </c:pt>
                <c:pt idx="1318">
                  <c:v>-28.467342655227984</c:v>
                </c:pt>
                <c:pt idx="1319">
                  <c:v>-17.339336247640009</c:v>
                </c:pt>
                <c:pt idx="1320">
                  <c:v>-17.673784259407352</c:v>
                </c:pt>
                <c:pt idx="1321">
                  <c:v>-17.808396714630234</c:v>
                </c:pt>
                <c:pt idx="1322">
                  <c:v>-17.485187220819686</c:v>
                </c:pt>
                <c:pt idx="1323">
                  <c:v>-37.055760874638665</c:v>
                </c:pt>
                <c:pt idx="1324">
                  <c:v>-23.127636729333862</c:v>
                </c:pt>
                <c:pt idx="1325">
                  <c:v>-23.315601175900277</c:v>
                </c:pt>
                <c:pt idx="1326">
                  <c:v>-21.525330993326037</c:v>
                </c:pt>
                <c:pt idx="1327">
                  <c:v>-20.47342272596784</c:v>
                </c:pt>
                <c:pt idx="1328">
                  <c:v>-20.319702304026297</c:v>
                </c:pt>
                <c:pt idx="1329">
                  <c:v>-21.107526920170201</c:v>
                </c:pt>
                <c:pt idx="1330">
                  <c:v>-21.098613189218948</c:v>
                </c:pt>
                <c:pt idx="1331">
                  <c:v>-19.524301699194236</c:v>
                </c:pt>
                <c:pt idx="1332">
                  <c:v>-25.279816859264152</c:v>
                </c:pt>
                <c:pt idx="1333">
                  <c:v>-21.093943130016314</c:v>
                </c:pt>
                <c:pt idx="1334">
                  <c:v>-21.47285123706741</c:v>
                </c:pt>
                <c:pt idx="1335">
                  <c:v>-20.821688522353334</c:v>
                </c:pt>
                <c:pt idx="1336">
                  <c:v>-21.673964462620443</c:v>
                </c:pt>
                <c:pt idx="1337">
                  <c:v>-17.483289922014762</c:v>
                </c:pt>
                <c:pt idx="1338">
                  <c:v>-21.894955728577617</c:v>
                </c:pt>
                <c:pt idx="1339">
                  <c:v>-21.767778929992076</c:v>
                </c:pt>
                <c:pt idx="1340">
                  <c:v>-21.241078211866508</c:v>
                </c:pt>
                <c:pt idx="1341">
                  <c:v>-22.041216255646574</c:v>
                </c:pt>
                <c:pt idx="1342">
                  <c:v>-17.448062751816419</c:v>
                </c:pt>
                <c:pt idx="1343">
                  <c:v>-21.358714004643403</c:v>
                </c:pt>
                <c:pt idx="1344">
                  <c:v>-20.379910035095016</c:v>
                </c:pt>
                <c:pt idx="1345">
                  <c:v>-22.375086375154865</c:v>
                </c:pt>
                <c:pt idx="1346">
                  <c:v>-22.148909960416454</c:v>
                </c:pt>
                <c:pt idx="1347">
                  <c:v>-32.846758939094556</c:v>
                </c:pt>
                <c:pt idx="1348">
                  <c:v>-23.018525424821981</c:v>
                </c:pt>
                <c:pt idx="1349">
                  <c:v>-23.415955285333261</c:v>
                </c:pt>
                <c:pt idx="1350">
                  <c:v>-22.999527469837069</c:v>
                </c:pt>
                <c:pt idx="1351">
                  <c:v>-22.657743291661365</c:v>
                </c:pt>
                <c:pt idx="1352">
                  <c:v>-9.0333090193820063</c:v>
                </c:pt>
                <c:pt idx="1353">
                  <c:v>-21.623578355199403</c:v>
                </c:pt>
                <c:pt idx="1354">
                  <c:v>-12.639847851329179</c:v>
                </c:pt>
                <c:pt idx="1355">
                  <c:v>-20.912898371617626</c:v>
                </c:pt>
                <c:pt idx="1356">
                  <c:v>-21.132927753851323</c:v>
                </c:pt>
                <c:pt idx="1357">
                  <c:v>-23.507103862694443</c:v>
                </c:pt>
                <c:pt idx="1358">
                  <c:v>-23.849941279651969</c:v>
                </c:pt>
                <c:pt idx="1359">
                  <c:v>-31.397238310800333</c:v>
                </c:pt>
                <c:pt idx="1360">
                  <c:v>-25.199035306823124</c:v>
                </c:pt>
                <c:pt idx="1361">
                  <c:v>-24.448869121156516</c:v>
                </c:pt>
                <c:pt idx="1362">
                  <c:v>-24.569520060453332</c:v>
                </c:pt>
                <c:pt idx="1363">
                  <c:v>-23.87938650158959</c:v>
                </c:pt>
                <c:pt idx="1364">
                  <c:v>-22.998311104007097</c:v>
                </c:pt>
                <c:pt idx="1365">
                  <c:v>-23.40870665885317</c:v>
                </c:pt>
                <c:pt idx="1366">
                  <c:v>-22.345760386013382</c:v>
                </c:pt>
                <c:pt idx="1367">
                  <c:v>-22.941745202500641</c:v>
                </c:pt>
                <c:pt idx="1368">
                  <c:v>-22.703308137673798</c:v>
                </c:pt>
                <c:pt idx="1369">
                  <c:v>-22.49076884925627</c:v>
                </c:pt>
                <c:pt idx="1370">
                  <c:v>-22.608300692881965</c:v>
                </c:pt>
                <c:pt idx="1371">
                  <c:v>-21.88741390581162</c:v>
                </c:pt>
                <c:pt idx="1372">
                  <c:v>-22.414850660117498</c:v>
                </c:pt>
                <c:pt idx="1373">
                  <c:v>-21.681247312068248</c:v>
                </c:pt>
                <c:pt idx="1374">
                  <c:v>-21.63966304655295</c:v>
                </c:pt>
                <c:pt idx="1375">
                  <c:v>-22.093549537265122</c:v>
                </c:pt>
                <c:pt idx="1376">
                  <c:v>-21.818334000578215</c:v>
                </c:pt>
                <c:pt idx="1377">
                  <c:v>-22.067701123513611</c:v>
                </c:pt>
                <c:pt idx="1378">
                  <c:v>-21.249832871464427</c:v>
                </c:pt>
                <c:pt idx="1379">
                  <c:v>-22.163187264096763</c:v>
                </c:pt>
                <c:pt idx="1380">
                  <c:v>-22.320538174390208</c:v>
                </c:pt>
                <c:pt idx="1381">
                  <c:v>-21.687111860989667</c:v>
                </c:pt>
                <c:pt idx="1382">
                  <c:v>-23.15489145249115</c:v>
                </c:pt>
                <c:pt idx="1383">
                  <c:v>-23.788865292016141</c:v>
                </c:pt>
                <c:pt idx="1384">
                  <c:v>-25.942442723296157</c:v>
                </c:pt>
                <c:pt idx="1385">
                  <c:v>-26.63437204430808</c:v>
                </c:pt>
                <c:pt idx="1386">
                  <c:v>-26.017215837422178</c:v>
                </c:pt>
                <c:pt idx="1387">
                  <c:v>-25.791421135384649</c:v>
                </c:pt>
                <c:pt idx="1388">
                  <c:v>-25.811917904459239</c:v>
                </c:pt>
                <c:pt idx="1389">
                  <c:v>-27.867877565641905</c:v>
                </c:pt>
                <c:pt idx="1390">
                  <c:v>-28.772129312444338</c:v>
                </c:pt>
                <c:pt idx="1391">
                  <c:v>-29.64578211028347</c:v>
                </c:pt>
                <c:pt idx="1392">
                  <c:v>-29.093260382501501</c:v>
                </c:pt>
                <c:pt idx="1393">
                  <c:v>-28.67017411097812</c:v>
                </c:pt>
                <c:pt idx="1394">
                  <c:v>-29.888191443958444</c:v>
                </c:pt>
                <c:pt idx="1395">
                  <c:v>-30.532970034009352</c:v>
                </c:pt>
                <c:pt idx="1396">
                  <c:v>-30.738258649429365</c:v>
                </c:pt>
                <c:pt idx="1397">
                  <c:v>-29.940869832270529</c:v>
                </c:pt>
                <c:pt idx="1398">
                  <c:v>-30.925185015246811</c:v>
                </c:pt>
                <c:pt idx="1399">
                  <c:v>-33.482951687211511</c:v>
                </c:pt>
                <c:pt idx="1400">
                  <c:v>-34.748336637254411</c:v>
                </c:pt>
                <c:pt idx="1401">
                  <c:v>-34.760053192314061</c:v>
                </c:pt>
                <c:pt idx="1402">
                  <c:v>-33.645301385649233</c:v>
                </c:pt>
                <c:pt idx="1403">
                  <c:v>-33.391166272384638</c:v>
                </c:pt>
                <c:pt idx="1404">
                  <c:v>-35.275645345646467</c:v>
                </c:pt>
                <c:pt idx="1405">
                  <c:v>-34.725105314715854</c:v>
                </c:pt>
                <c:pt idx="1406">
                  <c:v>-34.434820327477553</c:v>
                </c:pt>
                <c:pt idx="1407">
                  <c:v>-33.808219987057171</c:v>
                </c:pt>
                <c:pt idx="1408">
                  <c:v>-35.872188547794877</c:v>
                </c:pt>
                <c:pt idx="1409">
                  <c:v>-36.263547481461885</c:v>
                </c:pt>
                <c:pt idx="1410">
                  <c:v>-36.717106220735047</c:v>
                </c:pt>
                <c:pt idx="1411">
                  <c:v>-36.679675989197023</c:v>
                </c:pt>
                <c:pt idx="1412">
                  <c:v>-37.40136470655488</c:v>
                </c:pt>
                <c:pt idx="1413">
                  <c:v>-38.613940961463491</c:v>
                </c:pt>
                <c:pt idx="1414">
                  <c:v>-38.243203410505402</c:v>
                </c:pt>
                <c:pt idx="1415">
                  <c:v>-36.844041775673098</c:v>
                </c:pt>
                <c:pt idx="1416">
                  <c:v>-34.841498464157851</c:v>
                </c:pt>
                <c:pt idx="1417">
                  <c:v>-34.871979654438597</c:v>
                </c:pt>
                <c:pt idx="1418">
                  <c:v>-34.047716570602368</c:v>
                </c:pt>
                <c:pt idx="1419">
                  <c:v>-34.318706658564679</c:v>
                </c:pt>
                <c:pt idx="1420">
                  <c:v>-34.895919317639013</c:v>
                </c:pt>
                <c:pt idx="1421">
                  <c:v>-34.959250307940835</c:v>
                </c:pt>
                <c:pt idx="1422">
                  <c:v>-34.817746225599805</c:v>
                </c:pt>
                <c:pt idx="1423">
                  <c:v>-36.311469290327494</c:v>
                </c:pt>
                <c:pt idx="1424">
                  <c:v>-38.580602395595029</c:v>
                </c:pt>
                <c:pt idx="1425">
                  <c:v>-37.952427791583311</c:v>
                </c:pt>
                <c:pt idx="1426">
                  <c:v>-37.300238129933469</c:v>
                </c:pt>
                <c:pt idx="1427">
                  <c:v>-37.373099986427547</c:v>
                </c:pt>
                <c:pt idx="1428">
                  <c:v>-37.830766927396162</c:v>
                </c:pt>
                <c:pt idx="1429">
                  <c:v>-36.963207572946899</c:v>
                </c:pt>
                <c:pt idx="1430">
                  <c:v>-37.514064682451476</c:v>
                </c:pt>
                <c:pt idx="1431">
                  <c:v>-38.799158236402945</c:v>
                </c:pt>
                <c:pt idx="1432">
                  <c:v>-40.650761362070938</c:v>
                </c:pt>
                <c:pt idx="1433">
                  <c:v>-39.427783402556365</c:v>
                </c:pt>
                <c:pt idx="1434">
                  <c:v>-40.026705220492481</c:v>
                </c:pt>
                <c:pt idx="1435">
                  <c:v>-40.787742678168051</c:v>
                </c:pt>
                <c:pt idx="1436">
                  <c:v>-42.438780783447619</c:v>
                </c:pt>
                <c:pt idx="1437">
                  <c:v>-41.638189514894194</c:v>
                </c:pt>
                <c:pt idx="1438">
                  <c:v>-44.561621285307425</c:v>
                </c:pt>
                <c:pt idx="1439">
                  <c:v>-45.478902819612856</c:v>
                </c:pt>
                <c:pt idx="1440">
                  <c:v>-45.897244834013961</c:v>
                </c:pt>
                <c:pt idx="1441">
                  <c:v>-43.888101523870908</c:v>
                </c:pt>
                <c:pt idx="1442">
                  <c:v>-44.37046908947292</c:v>
                </c:pt>
                <c:pt idx="1443">
                  <c:v>-44.504850527318609</c:v>
                </c:pt>
                <c:pt idx="1444">
                  <c:v>-45.251777835029557</c:v>
                </c:pt>
                <c:pt idx="1445">
                  <c:v>-45.525985334324609</c:v>
                </c:pt>
                <c:pt idx="1446">
                  <c:v>-46.737465552262321</c:v>
                </c:pt>
                <c:pt idx="1447">
                  <c:v>-47.261246682954862</c:v>
                </c:pt>
                <c:pt idx="1448">
                  <c:v>-48.296227020806029</c:v>
                </c:pt>
                <c:pt idx="1449">
                  <c:v>-50.630373994798234</c:v>
                </c:pt>
                <c:pt idx="1450">
                  <c:v>-51.038733792303084</c:v>
                </c:pt>
                <c:pt idx="1451">
                  <c:v>-47.945940172406587</c:v>
                </c:pt>
                <c:pt idx="1452">
                  <c:v>-46.503582074353815</c:v>
                </c:pt>
                <c:pt idx="1453">
                  <c:v>-46.880036053493889</c:v>
                </c:pt>
                <c:pt idx="1454">
                  <c:v>-46.601700261456344</c:v>
                </c:pt>
                <c:pt idx="1455">
                  <c:v>-48.988364370264385</c:v>
                </c:pt>
                <c:pt idx="1456">
                  <c:v>-47.191084419683975</c:v>
                </c:pt>
                <c:pt idx="1457">
                  <c:v>-46.9550828172111</c:v>
                </c:pt>
                <c:pt idx="1458">
                  <c:v>-57.394205253523737</c:v>
                </c:pt>
                <c:pt idx="1459">
                  <c:v>-48.51724734752797</c:v>
                </c:pt>
                <c:pt idx="1460">
                  <c:v>-49.274999798768604</c:v>
                </c:pt>
                <c:pt idx="1461">
                  <c:v>-47.343856922560363</c:v>
                </c:pt>
                <c:pt idx="1462">
                  <c:v>-47.15275600000124</c:v>
                </c:pt>
                <c:pt idx="1463">
                  <c:v>-46.177383548263506</c:v>
                </c:pt>
                <c:pt idx="1464">
                  <c:v>-44.380981230637126</c:v>
                </c:pt>
                <c:pt idx="1465">
                  <c:v>-49.837439888930106</c:v>
                </c:pt>
                <c:pt idx="1466">
                  <c:v>-50.286933407370199</c:v>
                </c:pt>
                <c:pt idx="1467">
                  <c:v>-50.793595115788904</c:v>
                </c:pt>
                <c:pt idx="1468">
                  <c:v>-49.084811841567856</c:v>
                </c:pt>
                <c:pt idx="1469">
                  <c:v>-45.696176586988209</c:v>
                </c:pt>
                <c:pt idx="1470">
                  <c:v>-45.939244886156892</c:v>
                </c:pt>
                <c:pt idx="1471">
                  <c:v>-47.365034131072036</c:v>
                </c:pt>
                <c:pt idx="1472">
                  <c:v>-48.429691229770114</c:v>
                </c:pt>
                <c:pt idx="1473">
                  <c:v>-48.354672599599823</c:v>
                </c:pt>
                <c:pt idx="1474">
                  <c:v>-47.766577804991357</c:v>
                </c:pt>
                <c:pt idx="1475">
                  <c:v>-49.304354548874493</c:v>
                </c:pt>
                <c:pt idx="1476">
                  <c:v>-49.79162148421662</c:v>
                </c:pt>
                <c:pt idx="1477">
                  <c:v>-49.235262622356842</c:v>
                </c:pt>
                <c:pt idx="1478">
                  <c:v>-48.727503304002056</c:v>
                </c:pt>
                <c:pt idx="1479">
                  <c:v>-49.753722239388551</c:v>
                </c:pt>
                <c:pt idx="1480">
                  <c:v>-48.421300972426025</c:v>
                </c:pt>
                <c:pt idx="1481">
                  <c:v>-48.607570674603664</c:v>
                </c:pt>
                <c:pt idx="1482">
                  <c:v>-49.804611108241126</c:v>
                </c:pt>
                <c:pt idx="1483">
                  <c:v>-50.486075418426388</c:v>
                </c:pt>
                <c:pt idx="1484">
                  <c:v>-50.281185199400916</c:v>
                </c:pt>
                <c:pt idx="1485">
                  <c:v>-49.808929743666155</c:v>
                </c:pt>
                <c:pt idx="1486">
                  <c:v>-51.103900223976666</c:v>
                </c:pt>
                <c:pt idx="1487">
                  <c:v>-50.786878925991978</c:v>
                </c:pt>
                <c:pt idx="1488">
                  <c:v>-50.893924204244946</c:v>
                </c:pt>
                <c:pt idx="1489">
                  <c:v>-49.6926422932967</c:v>
                </c:pt>
                <c:pt idx="1490">
                  <c:v>-49.4528410210619</c:v>
                </c:pt>
                <c:pt idx="1491">
                  <c:v>-49.171023401222222</c:v>
                </c:pt>
                <c:pt idx="1492">
                  <c:v>-48.206042977831956</c:v>
                </c:pt>
                <c:pt idx="1493">
                  <c:v>-48.02884564001927</c:v>
                </c:pt>
                <c:pt idx="1494">
                  <c:v>-45.771815851622918</c:v>
                </c:pt>
                <c:pt idx="1495">
                  <c:v>-45.788208800562472</c:v>
                </c:pt>
                <c:pt idx="1496">
                  <c:v>-45.596576524319175</c:v>
                </c:pt>
                <c:pt idx="1497">
                  <c:v>-45.999835165949953</c:v>
                </c:pt>
                <c:pt idx="1498">
                  <c:v>-37.46160167338455</c:v>
                </c:pt>
                <c:pt idx="1499">
                  <c:v>-47.36506981287954</c:v>
                </c:pt>
                <c:pt idx="1500">
                  <c:v>-45.15668056702242</c:v>
                </c:pt>
                <c:pt idx="1501">
                  <c:v>-43.888372346484999</c:v>
                </c:pt>
                <c:pt idx="1502">
                  <c:v>-44.390826887342747</c:v>
                </c:pt>
                <c:pt idx="1503">
                  <c:v>-47.707510012614897</c:v>
                </c:pt>
                <c:pt idx="1504">
                  <c:v>-49.594237947501497</c:v>
                </c:pt>
                <c:pt idx="1505">
                  <c:v>-53.298524561648392</c:v>
                </c:pt>
                <c:pt idx="1506">
                  <c:v>-50.891364000000834</c:v>
                </c:pt>
                <c:pt idx="1507">
                  <c:v>-53.02283368551543</c:v>
                </c:pt>
                <c:pt idx="1508">
                  <c:v>-52.512484219213491</c:v>
                </c:pt>
                <c:pt idx="1509">
                  <c:v>-52.14956005695548</c:v>
                </c:pt>
                <c:pt idx="1510">
                  <c:v>-52.432359590547698</c:v>
                </c:pt>
                <c:pt idx="1511">
                  <c:v>-53.035324918017963</c:v>
                </c:pt>
                <c:pt idx="1512">
                  <c:v>-53.870654484327488</c:v>
                </c:pt>
                <c:pt idx="1513">
                  <c:v>-52.880631302699477</c:v>
                </c:pt>
                <c:pt idx="1514">
                  <c:v>-53.949564478739674</c:v>
                </c:pt>
                <c:pt idx="1515">
                  <c:v>-55.476933156100827</c:v>
                </c:pt>
                <c:pt idx="1516">
                  <c:v>-54.215338374605182</c:v>
                </c:pt>
                <c:pt idx="1517">
                  <c:v>-54.783633553592736</c:v>
                </c:pt>
                <c:pt idx="1518">
                  <c:v>-55.674481246645641</c:v>
                </c:pt>
                <c:pt idx="1519">
                  <c:v>-53.625654577664747</c:v>
                </c:pt>
                <c:pt idx="1520">
                  <c:v>-53.110051551416021</c:v>
                </c:pt>
                <c:pt idx="1521">
                  <c:v>-53.562056728275039</c:v>
                </c:pt>
                <c:pt idx="1522">
                  <c:v>-53.893537574188329</c:v>
                </c:pt>
                <c:pt idx="1523">
                  <c:v>-55.006636012978461</c:v>
                </c:pt>
                <c:pt idx="1524">
                  <c:v>-54.300249000001685</c:v>
                </c:pt>
                <c:pt idx="1525">
                  <c:v>-54.152424428537415</c:v>
                </c:pt>
                <c:pt idx="1526">
                  <c:v>-54.118886398019491</c:v>
                </c:pt>
                <c:pt idx="1527">
                  <c:v>-53.763421534650512</c:v>
                </c:pt>
                <c:pt idx="1528">
                  <c:v>-53.754645767355619</c:v>
                </c:pt>
                <c:pt idx="1529">
                  <c:v>-53.127398034979834</c:v>
                </c:pt>
                <c:pt idx="1530">
                  <c:v>-51.937043327093122</c:v>
                </c:pt>
                <c:pt idx="1531">
                  <c:v>-51.986140852552012</c:v>
                </c:pt>
                <c:pt idx="1532">
                  <c:v>-52.371106277010568</c:v>
                </c:pt>
                <c:pt idx="1533">
                  <c:v>-48.058437282719282</c:v>
                </c:pt>
                <c:pt idx="1534">
                  <c:v>-48.144823912645407</c:v>
                </c:pt>
                <c:pt idx="1535">
                  <c:v>-49.008536291424683</c:v>
                </c:pt>
                <c:pt idx="1536">
                  <c:v>-47.712970103024503</c:v>
                </c:pt>
                <c:pt idx="1537">
                  <c:v>-46.500836039387849</c:v>
                </c:pt>
                <c:pt idx="1538">
                  <c:v>-46.394896387227647</c:v>
                </c:pt>
                <c:pt idx="1539">
                  <c:v>-46.732282398279153</c:v>
                </c:pt>
                <c:pt idx="1540">
                  <c:v>-47.036753182402947</c:v>
                </c:pt>
                <c:pt idx="1541">
                  <c:v>-44.524473893740499</c:v>
                </c:pt>
                <c:pt idx="1542">
                  <c:v>-43.143894003698371</c:v>
                </c:pt>
                <c:pt idx="1543">
                  <c:v>-44.843319315106541</c:v>
                </c:pt>
                <c:pt idx="1544">
                  <c:v>-46.643802946342262</c:v>
                </c:pt>
                <c:pt idx="1545">
                  <c:v>-49.835075736263732</c:v>
                </c:pt>
                <c:pt idx="1546">
                  <c:v>-49.951640899210467</c:v>
                </c:pt>
                <c:pt idx="1547">
                  <c:v>-49.62496792726958</c:v>
                </c:pt>
                <c:pt idx="1548">
                  <c:v>-49.333824728121115</c:v>
                </c:pt>
                <c:pt idx="1549">
                  <c:v>-48.86110372579887</c:v>
                </c:pt>
                <c:pt idx="1550">
                  <c:v>-47.647439310388521</c:v>
                </c:pt>
                <c:pt idx="1551">
                  <c:v>-48.085801133579565</c:v>
                </c:pt>
                <c:pt idx="1552">
                  <c:v>-47.887903876408771</c:v>
                </c:pt>
                <c:pt idx="1553">
                  <c:v>-48.630386316986332</c:v>
                </c:pt>
                <c:pt idx="1554">
                  <c:v>-47.411469059903858</c:v>
                </c:pt>
                <c:pt idx="1555">
                  <c:v>-47.047557962857702</c:v>
                </c:pt>
                <c:pt idx="1556">
                  <c:v>-46.474106325352885</c:v>
                </c:pt>
                <c:pt idx="1557">
                  <c:v>-46.446680000797038</c:v>
                </c:pt>
                <c:pt idx="1558">
                  <c:v>-45.393033706764555</c:v>
                </c:pt>
                <c:pt idx="1559">
                  <c:v>-45.423313383492186</c:v>
                </c:pt>
                <c:pt idx="1560">
                  <c:v>-46.325201405632576</c:v>
                </c:pt>
                <c:pt idx="1561">
                  <c:v>-46.930428646333738</c:v>
                </c:pt>
                <c:pt idx="1562">
                  <c:v>-47.407556767432638</c:v>
                </c:pt>
                <c:pt idx="1563">
                  <c:v>-48.460349491084472</c:v>
                </c:pt>
                <c:pt idx="1564">
                  <c:v>-48.239764570545091</c:v>
                </c:pt>
                <c:pt idx="1565">
                  <c:v>-48.090409495050849</c:v>
                </c:pt>
                <c:pt idx="1566">
                  <c:v>-48.014156104633507</c:v>
                </c:pt>
                <c:pt idx="1567">
                  <c:v>-47.021889717399382</c:v>
                </c:pt>
                <c:pt idx="1568">
                  <c:v>-50.785770489082978</c:v>
                </c:pt>
                <c:pt idx="1569">
                  <c:v>-50.515538597569474</c:v>
                </c:pt>
                <c:pt idx="1570">
                  <c:v>-51.515124227516651</c:v>
                </c:pt>
                <c:pt idx="1571">
                  <c:v>-50.739656147956453</c:v>
                </c:pt>
                <c:pt idx="1572">
                  <c:v>-51.146476090862649</c:v>
                </c:pt>
                <c:pt idx="1573">
                  <c:v>-49.682425699453404</c:v>
                </c:pt>
                <c:pt idx="1574">
                  <c:v>-47.838563938015668</c:v>
                </c:pt>
                <c:pt idx="1575">
                  <c:v>-49.37256506865198</c:v>
                </c:pt>
                <c:pt idx="1576">
                  <c:v>-48.350256483118059</c:v>
                </c:pt>
                <c:pt idx="1577">
                  <c:v>-48.334096701110887</c:v>
                </c:pt>
                <c:pt idx="1578">
                  <c:v>-48.619572873801857</c:v>
                </c:pt>
                <c:pt idx="1579">
                  <c:v>-48.321112750668036</c:v>
                </c:pt>
                <c:pt idx="1580">
                  <c:v>-47.226687092011119</c:v>
                </c:pt>
                <c:pt idx="1581">
                  <c:v>-48.995692999999775</c:v>
                </c:pt>
                <c:pt idx="1582">
                  <c:v>-48.882197000001291</c:v>
                </c:pt>
                <c:pt idx="1583">
                  <c:v>-49.212287999998821</c:v>
                </c:pt>
                <c:pt idx="1584">
                  <c:v>-49.956441999995938</c:v>
                </c:pt>
                <c:pt idx="1585">
                  <c:v>-50.719825000000284</c:v>
                </c:pt>
                <c:pt idx="1586">
                  <c:v>-50.157330000002446</c:v>
                </c:pt>
                <c:pt idx="1587">
                  <c:v>-50.872401000000281</c:v>
                </c:pt>
                <c:pt idx="1588">
                  <c:v>-50.250992000000508</c:v>
                </c:pt>
                <c:pt idx="1589">
                  <c:v>-49.910087000001198</c:v>
                </c:pt>
                <c:pt idx="1590">
                  <c:v>-50.375588129696396</c:v>
                </c:pt>
                <c:pt idx="1591">
                  <c:v>-48.282830999998893</c:v>
                </c:pt>
                <c:pt idx="1592">
                  <c:v>-50.156536000001267</c:v>
                </c:pt>
                <c:pt idx="1593">
                  <c:v>-49.742206558526007</c:v>
                </c:pt>
                <c:pt idx="1594">
                  <c:v>-49.441370309028841</c:v>
                </c:pt>
                <c:pt idx="1595">
                  <c:v>-50.715214218087979</c:v>
                </c:pt>
                <c:pt idx="1596">
                  <c:v>-50.043449258108218</c:v>
                </c:pt>
                <c:pt idx="1597">
                  <c:v>-50.523421999999549</c:v>
                </c:pt>
                <c:pt idx="1598">
                  <c:v>-50.27998900000042</c:v>
                </c:pt>
                <c:pt idx="1599">
                  <c:v>-49.711440154714666</c:v>
                </c:pt>
                <c:pt idx="1600">
                  <c:v>-49.206234371214137</c:v>
                </c:pt>
                <c:pt idx="1601">
                  <c:v>-48.147132000000312</c:v>
                </c:pt>
                <c:pt idx="1602">
                  <c:v>-47.736478000000595</c:v>
                </c:pt>
                <c:pt idx="1603">
                  <c:v>-49.533494000000267</c:v>
                </c:pt>
                <c:pt idx="1604">
                  <c:v>-49.948215774190729</c:v>
                </c:pt>
                <c:pt idx="1605">
                  <c:v>-49.129868606945877</c:v>
                </c:pt>
                <c:pt idx="1606">
                  <c:v>-50.51847005898567</c:v>
                </c:pt>
                <c:pt idx="1607">
                  <c:v>-51.475505041141474</c:v>
                </c:pt>
                <c:pt idx="1608">
                  <c:v>-52.832006499518258</c:v>
                </c:pt>
                <c:pt idx="1609">
                  <c:v>-52.262323502625499</c:v>
                </c:pt>
                <c:pt idx="1610">
                  <c:v>-51.461284478289912</c:v>
                </c:pt>
                <c:pt idx="1611">
                  <c:v>-51.840091255625808</c:v>
                </c:pt>
                <c:pt idx="1612">
                  <c:v>-51.623873441240868</c:v>
                </c:pt>
                <c:pt idx="1613">
                  <c:v>-51.370260539789662</c:v>
                </c:pt>
                <c:pt idx="1614">
                  <c:v>-49.23938399999858</c:v>
                </c:pt>
                <c:pt idx="1615">
                  <c:v>-47.679307000001579</c:v>
                </c:pt>
                <c:pt idx="1616">
                  <c:v>-47.499329000001232</c:v>
                </c:pt>
                <c:pt idx="1617">
                  <c:v>-50.105714999998128</c:v>
                </c:pt>
                <c:pt idx="1618">
                  <c:v>-48.812526000003359</c:v>
                </c:pt>
                <c:pt idx="1619">
                  <c:v>-49.281086377981843</c:v>
                </c:pt>
                <c:pt idx="1620">
                  <c:v>-47.18936446013074</c:v>
                </c:pt>
                <c:pt idx="1621">
                  <c:v>-49.173667143526089</c:v>
                </c:pt>
                <c:pt idx="1622">
                  <c:v>-50.819574662631148</c:v>
                </c:pt>
                <c:pt idx="1623">
                  <c:v>-48.705394011987373</c:v>
                </c:pt>
                <c:pt idx="1624">
                  <c:v>-49.614637203024373</c:v>
                </c:pt>
                <c:pt idx="1625">
                  <c:v>-49.696374151903235</c:v>
                </c:pt>
                <c:pt idx="1626">
                  <c:v>-49.363338999999733</c:v>
                </c:pt>
                <c:pt idx="1627">
                  <c:v>-49.524004999999491</c:v>
                </c:pt>
                <c:pt idx="1628">
                  <c:v>-49.855956000001228</c:v>
                </c:pt>
                <c:pt idx="1629">
                  <c:v>-49.280790317233567</c:v>
                </c:pt>
                <c:pt idx="1630">
                  <c:v>-47.297183000002612</c:v>
                </c:pt>
                <c:pt idx="1631">
                  <c:v>-48.009863999999965</c:v>
                </c:pt>
                <c:pt idx="1632">
                  <c:v>-48.660454157845336</c:v>
                </c:pt>
                <c:pt idx="1633">
                  <c:v>-47.55124315902907</c:v>
                </c:pt>
                <c:pt idx="1634">
                  <c:v>-47.475921000001385</c:v>
                </c:pt>
                <c:pt idx="1635">
                  <c:v>-48.63153211009385</c:v>
                </c:pt>
                <c:pt idx="1636">
                  <c:v>-49.736519763409788</c:v>
                </c:pt>
                <c:pt idx="1637">
                  <c:v>-50.324941175689645</c:v>
                </c:pt>
                <c:pt idx="1638">
                  <c:v>-50.107790900226249</c:v>
                </c:pt>
                <c:pt idx="1639">
                  <c:v>-48.808788529671524</c:v>
                </c:pt>
                <c:pt idx="1640">
                  <c:v>-49.825541111198746</c:v>
                </c:pt>
                <c:pt idx="1641">
                  <c:v>-47.827186411922185</c:v>
                </c:pt>
                <c:pt idx="1642">
                  <c:v>-48.919665106513456</c:v>
                </c:pt>
                <c:pt idx="1643">
                  <c:v>-48.797292241733359</c:v>
                </c:pt>
                <c:pt idx="1644">
                  <c:v>-47.966426093839651</c:v>
                </c:pt>
                <c:pt idx="1645">
                  <c:v>-49.644430000000241</c:v>
                </c:pt>
                <c:pt idx="1646">
                  <c:v>-48.89725399999908</c:v>
                </c:pt>
                <c:pt idx="1647">
                  <c:v>-49.783671000000879</c:v>
                </c:pt>
                <c:pt idx="1648">
                  <c:v>-50.641000155502311</c:v>
                </c:pt>
                <c:pt idx="1649">
                  <c:v>-50.771896000001902</c:v>
                </c:pt>
                <c:pt idx="1650">
                  <c:v>-50.872328999999468</c:v>
                </c:pt>
                <c:pt idx="1651">
                  <c:v>-51.660206000000571</c:v>
                </c:pt>
                <c:pt idx="1652">
                  <c:v>-51.572866999998482</c:v>
                </c:pt>
                <c:pt idx="1653">
                  <c:v>-50.905623575332058</c:v>
                </c:pt>
                <c:pt idx="1654">
                  <c:v>-49.48557127664477</c:v>
                </c:pt>
                <c:pt idx="1655">
                  <c:v>-51.281411000000332</c:v>
                </c:pt>
                <c:pt idx="1656">
                  <c:v>-50.618846000001014</c:v>
                </c:pt>
                <c:pt idx="1657">
                  <c:v>-49.710029750307513</c:v>
                </c:pt>
                <c:pt idx="1658">
                  <c:v>-50.231140252975791</c:v>
                </c:pt>
                <c:pt idx="1659">
                  <c:v>-50.231140252975791</c:v>
                </c:pt>
                <c:pt idx="1660">
                  <c:v>-48.26434957228031</c:v>
                </c:pt>
                <c:pt idx="1661">
                  <c:v>-48.227429000000079</c:v>
                </c:pt>
                <c:pt idx="1662">
                  <c:v>-49.220855000000668</c:v>
                </c:pt>
                <c:pt idx="1663">
                  <c:v>-47.643441082370707</c:v>
                </c:pt>
                <c:pt idx="1664">
                  <c:v>-52.151071868659074</c:v>
                </c:pt>
                <c:pt idx="1665">
                  <c:v>-49.525404553474942</c:v>
                </c:pt>
                <c:pt idx="1666">
                  <c:v>-50.624685000000824</c:v>
                </c:pt>
                <c:pt idx="1667">
                  <c:v>-54.039876092479545</c:v>
                </c:pt>
                <c:pt idx="1668">
                  <c:v>-49.678859515129872</c:v>
                </c:pt>
                <c:pt idx="1669">
                  <c:v>-49.678859515129872</c:v>
                </c:pt>
                <c:pt idx="1670">
                  <c:v>-52.387707621177285</c:v>
                </c:pt>
                <c:pt idx="1671">
                  <c:v>-50.473154506685809</c:v>
                </c:pt>
                <c:pt idx="1672">
                  <c:v>-47.803488655588275</c:v>
                </c:pt>
                <c:pt idx="1673">
                  <c:v>-47.803488655588275</c:v>
                </c:pt>
                <c:pt idx="1674">
                  <c:v>-47.613801168479299</c:v>
                </c:pt>
                <c:pt idx="1675">
                  <c:v>-47.744449547145024</c:v>
                </c:pt>
                <c:pt idx="1676">
                  <c:v>-48.93272003817394</c:v>
                </c:pt>
                <c:pt idx="1677">
                  <c:v>-48.463413999999851</c:v>
                </c:pt>
                <c:pt idx="1678">
                  <c:v>-47.711234000001014</c:v>
                </c:pt>
                <c:pt idx="1679">
                  <c:v>-48.375754999998719</c:v>
                </c:pt>
                <c:pt idx="1680">
                  <c:v>-48.255365999999242</c:v>
                </c:pt>
                <c:pt idx="1681">
                  <c:v>-48.473722999996625</c:v>
                </c:pt>
                <c:pt idx="1682">
                  <c:v>-49.136367999999159</c:v>
                </c:pt>
                <c:pt idx="1683">
                  <c:v>-49.136367999999159</c:v>
                </c:pt>
                <c:pt idx="1684">
                  <c:v>-48.265858152222741</c:v>
                </c:pt>
                <c:pt idx="1685">
                  <c:v>-47.532870745991147</c:v>
                </c:pt>
                <c:pt idx="1686">
                  <c:v>-46.794691763616555</c:v>
                </c:pt>
                <c:pt idx="1687">
                  <c:v>-46.34298787824568</c:v>
                </c:pt>
                <c:pt idx="1688">
                  <c:v>-46.34298787824568</c:v>
                </c:pt>
                <c:pt idx="1689">
                  <c:v>-45.818443000002247</c:v>
                </c:pt>
                <c:pt idx="1690">
                  <c:v>-46.314483999999467</c:v>
                </c:pt>
                <c:pt idx="1691">
                  <c:v>-61.771968217246481</c:v>
                </c:pt>
                <c:pt idx="1692">
                  <c:v>-45.151802999999958</c:v>
                </c:pt>
                <c:pt idx="1693">
                  <c:v>-45.847124000000086</c:v>
                </c:pt>
                <c:pt idx="1694">
                  <c:v>-47.332416999999985</c:v>
                </c:pt>
                <c:pt idx="1695">
                  <c:v>-47.590290000002184</c:v>
                </c:pt>
                <c:pt idx="1696">
                  <c:v>-49.586113999998929</c:v>
                </c:pt>
                <c:pt idx="1697">
                  <c:v>-56.342907771202377</c:v>
                </c:pt>
                <c:pt idx="1698">
                  <c:v>-50.754945101430067</c:v>
                </c:pt>
                <c:pt idx="1699">
                  <c:v>-51.703406046822948</c:v>
                </c:pt>
                <c:pt idx="1700">
                  <c:v>-50.732069203159156</c:v>
                </c:pt>
                <c:pt idx="1701">
                  <c:v>-51.928996441988652</c:v>
                </c:pt>
                <c:pt idx="1702">
                  <c:v>-52.261897019392094</c:v>
                </c:pt>
                <c:pt idx="1703">
                  <c:v>-53.296085000001241</c:v>
                </c:pt>
                <c:pt idx="1704">
                  <c:v>-53.076104219777463</c:v>
                </c:pt>
                <c:pt idx="1705">
                  <c:v>-53.178693126074755</c:v>
                </c:pt>
                <c:pt idx="1706">
                  <c:v>-53.178693126074755</c:v>
                </c:pt>
                <c:pt idx="1707">
                  <c:v>-51.49241799999993</c:v>
                </c:pt>
                <c:pt idx="1708">
                  <c:v>-50.392392999998606</c:v>
                </c:pt>
                <c:pt idx="1709">
                  <c:v>-50.541103999999507</c:v>
                </c:pt>
                <c:pt idx="1710">
                  <c:v>-50.069411999999879</c:v>
                </c:pt>
                <c:pt idx="1711">
                  <c:v>-50.069411999999879</c:v>
                </c:pt>
                <c:pt idx="1712">
                  <c:v>-50.454818000000145</c:v>
                </c:pt>
                <c:pt idx="1713">
                  <c:v>-51.882910999999538</c:v>
                </c:pt>
                <c:pt idx="1714">
                  <c:v>-50.66816013581014</c:v>
                </c:pt>
                <c:pt idx="1715">
                  <c:v>-49.765827539807262</c:v>
                </c:pt>
                <c:pt idx="1716">
                  <c:v>-49.962129299074071</c:v>
                </c:pt>
                <c:pt idx="1717">
                  <c:v>-49.85173814242318</c:v>
                </c:pt>
                <c:pt idx="1718">
                  <c:v>-50.143431073987898</c:v>
                </c:pt>
                <c:pt idx="1719">
                  <c:v>-50.09374075859855</c:v>
                </c:pt>
                <c:pt idx="1720">
                  <c:v>-49.728041068630446</c:v>
                </c:pt>
                <c:pt idx="1721">
                  <c:v>-49.004401674008918</c:v>
                </c:pt>
                <c:pt idx="1722">
                  <c:v>-49.530800044573994</c:v>
                </c:pt>
                <c:pt idx="1723">
                  <c:v>-49.299774115720908</c:v>
                </c:pt>
                <c:pt idx="1724">
                  <c:v>-48.115348457373734</c:v>
                </c:pt>
                <c:pt idx="1725">
                  <c:v>-45.373366406540065</c:v>
                </c:pt>
                <c:pt idx="1726">
                  <c:v>-48.174501612077592</c:v>
                </c:pt>
                <c:pt idx="1727">
                  <c:v>-50.316879149104821</c:v>
                </c:pt>
                <c:pt idx="1728">
                  <c:v>-48.294766062007653</c:v>
                </c:pt>
                <c:pt idx="1729">
                  <c:v>-48.178679885556981</c:v>
                </c:pt>
                <c:pt idx="1730">
                  <c:v>-48.461501442144659</c:v>
                </c:pt>
                <c:pt idx="1731">
                  <c:v>-48.843221387377433</c:v>
                </c:pt>
                <c:pt idx="1732">
                  <c:v>-48.974107026282958</c:v>
                </c:pt>
                <c:pt idx="1733">
                  <c:v>-48.775166639499595</c:v>
                </c:pt>
                <c:pt idx="1734">
                  <c:v>-48.607317102774324</c:v>
                </c:pt>
                <c:pt idx="1735">
                  <c:v>-49.524484381891313</c:v>
                </c:pt>
                <c:pt idx="1736">
                  <c:v>-49.722857653804816</c:v>
                </c:pt>
                <c:pt idx="1737">
                  <c:v>-48.848615052963837</c:v>
                </c:pt>
                <c:pt idx="1738">
                  <c:v>-48.448095068096691</c:v>
                </c:pt>
                <c:pt idx="1739">
                  <c:v>-46.74144514052665</c:v>
                </c:pt>
                <c:pt idx="1740">
                  <c:v>-53.062900612292651</c:v>
                </c:pt>
                <c:pt idx="1741">
                  <c:v>-49.881708180846879</c:v>
                </c:pt>
                <c:pt idx="1742">
                  <c:v>-47.06217221902493</c:v>
                </c:pt>
                <c:pt idx="1743">
                  <c:v>-47.402499999999826</c:v>
                </c:pt>
                <c:pt idx="1744">
                  <c:v>-47.253760440569806</c:v>
                </c:pt>
                <c:pt idx="1745">
                  <c:v>-47.587949660550699</c:v>
                </c:pt>
                <c:pt idx="1746">
                  <c:v>-46.414708967156024</c:v>
                </c:pt>
                <c:pt idx="1747">
                  <c:v>-46.52951553736893</c:v>
                </c:pt>
                <c:pt idx="1748">
                  <c:v>-47.840176264289219</c:v>
                </c:pt>
                <c:pt idx="1749">
                  <c:v>-44.317235254370672</c:v>
                </c:pt>
                <c:pt idx="1750">
                  <c:v>-44.990570999999676</c:v>
                </c:pt>
                <c:pt idx="1751">
                  <c:v>-44.886480138301827</c:v>
                </c:pt>
                <c:pt idx="1752">
                  <c:v>-45.132890081007289</c:v>
                </c:pt>
                <c:pt idx="1753">
                  <c:v>-45.349528097142588</c:v>
                </c:pt>
                <c:pt idx="1754">
                  <c:v>-44.785589087524606</c:v>
                </c:pt>
                <c:pt idx="1755">
                  <c:v>-45.378625117477945</c:v>
                </c:pt>
                <c:pt idx="1756">
                  <c:v>-45.036134128938158</c:v>
                </c:pt>
                <c:pt idx="1757">
                  <c:v>-39.906105387041663</c:v>
                </c:pt>
                <c:pt idx="1758">
                  <c:v>-43.662888142164732</c:v>
                </c:pt>
                <c:pt idx="1759">
                  <c:v>-41.822994146375564</c:v>
                </c:pt>
                <c:pt idx="1760">
                  <c:v>-42.530531047055611</c:v>
                </c:pt>
                <c:pt idx="1761">
                  <c:v>-39.054736776951138</c:v>
                </c:pt>
                <c:pt idx="1762">
                  <c:v>-41.260143110421126</c:v>
                </c:pt>
                <c:pt idx="1763">
                  <c:v>-41.972141999998691</c:v>
                </c:pt>
                <c:pt idx="1764">
                  <c:v>-42.396822522482964</c:v>
                </c:pt>
                <c:pt idx="1765">
                  <c:v>-43.795600858518611</c:v>
                </c:pt>
                <c:pt idx="1766">
                  <c:v>-46.965279822070677</c:v>
                </c:pt>
                <c:pt idx="1767">
                  <c:v>-40.493709049183906</c:v>
                </c:pt>
                <c:pt idx="1768">
                  <c:v>-41.528602118992168</c:v>
                </c:pt>
                <c:pt idx="1769">
                  <c:v>-44.530497365658931</c:v>
                </c:pt>
                <c:pt idx="1770">
                  <c:v>-46.814243767347037</c:v>
                </c:pt>
                <c:pt idx="1771">
                  <c:v>-42.922287043864898</c:v>
                </c:pt>
                <c:pt idx="1772">
                  <c:v>-41.678699048434183</c:v>
                </c:pt>
                <c:pt idx="1773">
                  <c:v>-41.783341024476179</c:v>
                </c:pt>
                <c:pt idx="1774">
                  <c:v>-41.611266023514361</c:v>
                </c:pt>
                <c:pt idx="1775">
                  <c:v>-31.434602757715545</c:v>
                </c:pt>
                <c:pt idx="1776">
                  <c:v>-39.863614920494463</c:v>
                </c:pt>
                <c:pt idx="1777">
                  <c:v>-39.188288028033341</c:v>
                </c:pt>
                <c:pt idx="1778">
                  <c:v>-38.441909040878997</c:v>
                </c:pt>
                <c:pt idx="1779">
                  <c:v>-38.290128721032715</c:v>
                </c:pt>
                <c:pt idx="1780">
                  <c:v>-37.851000758643821</c:v>
                </c:pt>
                <c:pt idx="1781">
                  <c:v>-35.813632995676883</c:v>
                </c:pt>
                <c:pt idx="1782">
                  <c:v>-35.116405544942715</c:v>
                </c:pt>
                <c:pt idx="1783">
                  <c:v>-33.455615209616887</c:v>
                </c:pt>
                <c:pt idx="1784">
                  <c:v>-37.35093246862742</c:v>
                </c:pt>
                <c:pt idx="1785">
                  <c:v>-34.250521174202923</c:v>
                </c:pt>
                <c:pt idx="1786">
                  <c:v>-34.707588599944074</c:v>
                </c:pt>
                <c:pt idx="1787">
                  <c:v>-31.302110039483889</c:v>
                </c:pt>
                <c:pt idx="1788">
                  <c:v>-33.237998713695909</c:v>
                </c:pt>
                <c:pt idx="1789">
                  <c:v>-34.117680119591761</c:v>
                </c:pt>
                <c:pt idx="1790">
                  <c:v>-33.583580461114757</c:v>
                </c:pt>
                <c:pt idx="1791">
                  <c:v>-35.415835416676622</c:v>
                </c:pt>
                <c:pt idx="1792">
                  <c:v>-36.046128772587274</c:v>
                </c:pt>
                <c:pt idx="1793">
                  <c:v>-36.483851595343118</c:v>
                </c:pt>
                <c:pt idx="1794">
                  <c:v>-36.343903624574935</c:v>
                </c:pt>
                <c:pt idx="1795">
                  <c:v>-35.769574851178859</c:v>
                </c:pt>
                <c:pt idx="1796">
                  <c:v>-34.916614896017641</c:v>
                </c:pt>
                <c:pt idx="1797">
                  <c:v>-35.554409433695405</c:v>
                </c:pt>
                <c:pt idx="1798">
                  <c:v>-33.793798246603167</c:v>
                </c:pt>
                <c:pt idx="1799">
                  <c:v>-32.466137363383929</c:v>
                </c:pt>
                <c:pt idx="1800">
                  <c:v>-32.270642048302022</c:v>
                </c:pt>
                <c:pt idx="1801">
                  <c:v>-29.898919072750083</c:v>
                </c:pt>
                <c:pt idx="1802">
                  <c:v>-31.282357137139005</c:v>
                </c:pt>
                <c:pt idx="1803">
                  <c:v>-29.898349060395216</c:v>
                </c:pt>
                <c:pt idx="1804">
                  <c:v>-30.871903208535901</c:v>
                </c:pt>
                <c:pt idx="1805">
                  <c:v>-31.677905721090188</c:v>
                </c:pt>
                <c:pt idx="1806">
                  <c:v>-30.990852725488519</c:v>
                </c:pt>
                <c:pt idx="1807">
                  <c:v>-31.703352719869223</c:v>
                </c:pt>
                <c:pt idx="1808">
                  <c:v>-35.850952926760044</c:v>
                </c:pt>
                <c:pt idx="1809">
                  <c:v>-32.904422046614187</c:v>
                </c:pt>
                <c:pt idx="1810">
                  <c:v>-31.87322104214655</c:v>
                </c:pt>
                <c:pt idx="1811">
                  <c:v>-32.679679031681239</c:v>
                </c:pt>
                <c:pt idx="1812">
                  <c:v>-33.436289897115685</c:v>
                </c:pt>
                <c:pt idx="1813">
                  <c:v>-32.004421057323327</c:v>
                </c:pt>
                <c:pt idx="1814">
                  <c:v>-31.680230080819843</c:v>
                </c:pt>
                <c:pt idx="1815">
                  <c:v>-33.788888103328617</c:v>
                </c:pt>
                <c:pt idx="1816">
                  <c:v>-34.901950103513471</c:v>
                </c:pt>
                <c:pt idx="1817">
                  <c:v>-34.581352084107323</c:v>
                </c:pt>
                <c:pt idx="1818">
                  <c:v>-37.185992532802537</c:v>
                </c:pt>
                <c:pt idx="1819">
                  <c:v>-33.074142095838958</c:v>
                </c:pt>
                <c:pt idx="1820">
                  <c:v>-32.604893671210817</c:v>
                </c:pt>
                <c:pt idx="1821">
                  <c:v>-31.881243087023506</c:v>
                </c:pt>
                <c:pt idx="1822">
                  <c:v>-29.368468871342806</c:v>
                </c:pt>
                <c:pt idx="1823">
                  <c:v>-31.016678761174283</c:v>
                </c:pt>
                <c:pt idx="1824">
                  <c:v>-29.560467997890896</c:v>
                </c:pt>
                <c:pt idx="1825">
                  <c:v>-29.883821000000612</c:v>
                </c:pt>
                <c:pt idx="1826">
                  <c:v>-30.034845610412869</c:v>
                </c:pt>
                <c:pt idx="1827">
                  <c:v>-29.452688999999292</c:v>
                </c:pt>
                <c:pt idx="1828">
                  <c:v>-29.452688999999292</c:v>
                </c:pt>
                <c:pt idx="1829">
                  <c:v>-30.070308000000978</c:v>
                </c:pt>
                <c:pt idx="1830">
                  <c:v>-26.658601514311151</c:v>
                </c:pt>
                <c:pt idx="1831">
                  <c:v>-29.173683080777053</c:v>
                </c:pt>
                <c:pt idx="1832">
                  <c:v>-30.797657392966443</c:v>
                </c:pt>
                <c:pt idx="1833">
                  <c:v>-29.87118899999928</c:v>
                </c:pt>
                <c:pt idx="1834">
                  <c:v>-30.682705083650692</c:v>
                </c:pt>
                <c:pt idx="1835">
                  <c:v>-29.002570130227177</c:v>
                </c:pt>
                <c:pt idx="1836">
                  <c:v>-28.386840066972251</c:v>
                </c:pt>
                <c:pt idx="1837">
                  <c:v>-29.774137995865246</c:v>
                </c:pt>
                <c:pt idx="1838">
                  <c:v>-30.942387583563256</c:v>
                </c:pt>
                <c:pt idx="1839">
                  <c:v>-31.931484058090579</c:v>
                </c:pt>
                <c:pt idx="1840">
                  <c:v>-31.935366087394385</c:v>
                </c:pt>
                <c:pt idx="1841">
                  <c:v>-33.182214064179732</c:v>
                </c:pt>
                <c:pt idx="1842">
                  <c:v>-33.574969565661554</c:v>
                </c:pt>
                <c:pt idx="1843">
                  <c:v>-30.129744528919076</c:v>
                </c:pt>
                <c:pt idx="1844">
                  <c:v>-30.481044066607087</c:v>
                </c:pt>
                <c:pt idx="1845">
                  <c:v>-30.282564187582107</c:v>
                </c:pt>
                <c:pt idx="1846">
                  <c:v>-28.976666147502677</c:v>
                </c:pt>
                <c:pt idx="1847">
                  <c:v>-29.555454063467739</c:v>
                </c:pt>
                <c:pt idx="1848">
                  <c:v>-29.908776251278908</c:v>
                </c:pt>
                <c:pt idx="1849">
                  <c:v>-29.642493064874181</c:v>
                </c:pt>
                <c:pt idx="1850">
                  <c:v>-28.118908889987619</c:v>
                </c:pt>
                <c:pt idx="1851">
                  <c:v>-28.744767267522828</c:v>
                </c:pt>
                <c:pt idx="1852">
                  <c:v>-29.656699799931395</c:v>
                </c:pt>
                <c:pt idx="1853">
                  <c:v>-29.967337211642359</c:v>
                </c:pt>
                <c:pt idx="1854">
                  <c:v>-31.370612993357092</c:v>
                </c:pt>
                <c:pt idx="1855">
                  <c:v>-31.348438137133744</c:v>
                </c:pt>
                <c:pt idx="1856">
                  <c:v>-33.447615435305487</c:v>
                </c:pt>
                <c:pt idx="1857">
                  <c:v>-32.513181994413102</c:v>
                </c:pt>
                <c:pt idx="1858">
                  <c:v>-32.94385477195997</c:v>
                </c:pt>
                <c:pt idx="1859">
                  <c:v>-31.810688375733513</c:v>
                </c:pt>
                <c:pt idx="1860">
                  <c:v>-30.919570311698216</c:v>
                </c:pt>
                <c:pt idx="1861">
                  <c:v>-30.628436125297661</c:v>
                </c:pt>
                <c:pt idx="1862">
                  <c:v>-27.273293596565718</c:v>
                </c:pt>
                <c:pt idx="1863">
                  <c:v>-30.82565299999926</c:v>
                </c:pt>
                <c:pt idx="1864">
                  <c:v>-31.874496094808613</c:v>
                </c:pt>
                <c:pt idx="1865">
                  <c:v>-26.361105968115325</c:v>
                </c:pt>
                <c:pt idx="1866">
                  <c:v>-31.243466000000261</c:v>
                </c:pt>
                <c:pt idx="1867">
                  <c:v>-31.243466000000261</c:v>
                </c:pt>
                <c:pt idx="1868">
                  <c:v>-32.193769489559237</c:v>
                </c:pt>
                <c:pt idx="1869">
                  <c:v>-32.311136476946231</c:v>
                </c:pt>
                <c:pt idx="1870">
                  <c:v>-32.328472774404695</c:v>
                </c:pt>
                <c:pt idx="1871">
                  <c:v>-30.930240654231934</c:v>
                </c:pt>
                <c:pt idx="1872">
                  <c:v>-30.930240654231934</c:v>
                </c:pt>
                <c:pt idx="1873">
                  <c:v>-32.682484999997378</c:v>
                </c:pt>
                <c:pt idx="1874">
                  <c:v>-32.150769000000579</c:v>
                </c:pt>
                <c:pt idx="1875">
                  <c:v>-28.95132516550165</c:v>
                </c:pt>
                <c:pt idx="1876">
                  <c:v>-31.587699000001297</c:v>
                </c:pt>
                <c:pt idx="1877">
                  <c:v>-32.329754000000854</c:v>
                </c:pt>
                <c:pt idx="1878">
                  <c:v>-32.319987000000197</c:v>
                </c:pt>
                <c:pt idx="1879">
                  <c:v>-33.277934150855572</c:v>
                </c:pt>
                <c:pt idx="1880">
                  <c:v>-32.701281999997875</c:v>
                </c:pt>
                <c:pt idx="1881">
                  <c:v>-30.674918394975176</c:v>
                </c:pt>
                <c:pt idx="1882">
                  <c:v>-32.56402899999884</c:v>
                </c:pt>
                <c:pt idx="1883">
                  <c:v>-32.906704999999647</c:v>
                </c:pt>
                <c:pt idx="1884">
                  <c:v>-33.893410078354272</c:v>
                </c:pt>
                <c:pt idx="1885">
                  <c:v>-34.136480197281195</c:v>
                </c:pt>
                <c:pt idx="1886">
                  <c:v>-35.957157629309926</c:v>
                </c:pt>
                <c:pt idx="1887">
                  <c:v>-34.289887344455082</c:v>
                </c:pt>
                <c:pt idx="1888">
                  <c:v>-34.492190220005668</c:v>
                </c:pt>
                <c:pt idx="1889">
                  <c:v>-34.278362245876224</c:v>
                </c:pt>
                <c:pt idx="1890">
                  <c:v>-36.158843923942847</c:v>
                </c:pt>
                <c:pt idx="1891">
                  <c:v>-33.539323999999603</c:v>
                </c:pt>
                <c:pt idx="1892">
                  <c:v>-33.708163999998952</c:v>
                </c:pt>
                <c:pt idx="1893">
                  <c:v>-33.393918999998085</c:v>
                </c:pt>
                <c:pt idx="1894">
                  <c:v>-32.472272015263798</c:v>
                </c:pt>
                <c:pt idx="1895">
                  <c:v>-30.817775139433216</c:v>
                </c:pt>
                <c:pt idx="1896">
                  <c:v>-31.093572674974173</c:v>
                </c:pt>
                <c:pt idx="1897">
                  <c:v>-31.616364150078951</c:v>
                </c:pt>
                <c:pt idx="1898">
                  <c:v>-36.0088613360859</c:v>
                </c:pt>
                <c:pt idx="1899">
                  <c:v>-31.219344043213059</c:v>
                </c:pt>
                <c:pt idx="1900">
                  <c:v>-30.288762575344055</c:v>
                </c:pt>
                <c:pt idx="1901">
                  <c:v>-29.712939381742927</c:v>
                </c:pt>
                <c:pt idx="1902">
                  <c:v>-30.371341675248278</c:v>
                </c:pt>
                <c:pt idx="1903">
                  <c:v>-30.587158091023586</c:v>
                </c:pt>
                <c:pt idx="1904">
                  <c:v>-30.236119000001999</c:v>
                </c:pt>
                <c:pt idx="1905">
                  <c:v>-31.082025327934247</c:v>
                </c:pt>
                <c:pt idx="1906">
                  <c:v>-29.990683324091027</c:v>
                </c:pt>
                <c:pt idx="1907">
                  <c:v>-30.477904289706849</c:v>
                </c:pt>
                <c:pt idx="1908">
                  <c:v>-31.687430369838729</c:v>
                </c:pt>
                <c:pt idx="1909">
                  <c:v>-31.618072258336475</c:v>
                </c:pt>
                <c:pt idx="1910">
                  <c:v>-30.454996733026505</c:v>
                </c:pt>
                <c:pt idx="1911">
                  <c:v>-30.79910036923923</c:v>
                </c:pt>
                <c:pt idx="1912">
                  <c:v>-30.808125693223246</c:v>
                </c:pt>
                <c:pt idx="1913">
                  <c:v>-30.728080189397932</c:v>
                </c:pt>
                <c:pt idx="1914">
                  <c:v>-30.667639000000964</c:v>
                </c:pt>
                <c:pt idx="1915">
                  <c:v>-31.695860354205859</c:v>
                </c:pt>
                <c:pt idx="1916">
                  <c:v>-31.248886655497856</c:v>
                </c:pt>
                <c:pt idx="1917">
                  <c:v>-31.585120617512835</c:v>
                </c:pt>
                <c:pt idx="1918">
                  <c:v>-31.35110435035342</c:v>
                </c:pt>
                <c:pt idx="1919">
                  <c:v>-31.252227991554825</c:v>
                </c:pt>
                <c:pt idx="1920">
                  <c:v>-30.000646691946145</c:v>
                </c:pt>
                <c:pt idx="1921">
                  <c:v>-29.166134580945489</c:v>
                </c:pt>
                <c:pt idx="1922">
                  <c:v>-28.925576076436236</c:v>
                </c:pt>
                <c:pt idx="1923">
                  <c:v>-28.573587757119398</c:v>
                </c:pt>
                <c:pt idx="1924">
                  <c:v>-28.684401065784556</c:v>
                </c:pt>
                <c:pt idx="1925">
                  <c:v>-28.525504172761028</c:v>
                </c:pt>
                <c:pt idx="1926">
                  <c:v>-28.860393085138622</c:v>
                </c:pt>
                <c:pt idx="1927">
                  <c:v>-31.374219864277929</c:v>
                </c:pt>
                <c:pt idx="1928">
                  <c:v>-32.479972046722303</c:v>
                </c:pt>
                <c:pt idx="1929">
                  <c:v>-29.046472051148843</c:v>
                </c:pt>
                <c:pt idx="1930">
                  <c:v>-28.379544155707269</c:v>
                </c:pt>
                <c:pt idx="1931">
                  <c:v>-28.502910972305177</c:v>
                </c:pt>
                <c:pt idx="1932">
                  <c:v>-28.90343398772718</c:v>
                </c:pt>
                <c:pt idx="1933">
                  <c:v>-28.487388411237525</c:v>
                </c:pt>
                <c:pt idx="1934">
                  <c:v>-28.530299919743427</c:v>
                </c:pt>
                <c:pt idx="1935">
                  <c:v>-27.350357186051816</c:v>
                </c:pt>
                <c:pt idx="1936">
                  <c:v>-28.309395698853759</c:v>
                </c:pt>
                <c:pt idx="1937">
                  <c:v>-28.539861026839304</c:v>
                </c:pt>
                <c:pt idx="1938">
                  <c:v>-30.179903178696112</c:v>
                </c:pt>
                <c:pt idx="1939">
                  <c:v>-29.999864149498553</c:v>
                </c:pt>
                <c:pt idx="1940">
                  <c:v>-29.304576202527787</c:v>
                </c:pt>
                <c:pt idx="1941">
                  <c:v>-30.806219244070874</c:v>
                </c:pt>
                <c:pt idx="1942">
                  <c:v>-28.788950277893225</c:v>
                </c:pt>
                <c:pt idx="1943">
                  <c:v>-30.623020044124264</c:v>
                </c:pt>
                <c:pt idx="1944">
                  <c:v>-34.59532808657297</c:v>
                </c:pt>
                <c:pt idx="1945">
                  <c:v>-31.753200148824586</c:v>
                </c:pt>
                <c:pt idx="1946">
                  <c:v>-32.306928032812678</c:v>
                </c:pt>
                <c:pt idx="1947">
                  <c:v>-32.028314311786183</c:v>
                </c:pt>
                <c:pt idx="1948">
                  <c:v>-30.979543864971745</c:v>
                </c:pt>
                <c:pt idx="1949">
                  <c:v>-30.115278431525837</c:v>
                </c:pt>
                <c:pt idx="1950">
                  <c:v>-30.810274274387453</c:v>
                </c:pt>
                <c:pt idx="1951">
                  <c:v>-30.895418949906986</c:v>
                </c:pt>
                <c:pt idx="1952">
                  <c:v>-33.701913952215655</c:v>
                </c:pt>
                <c:pt idx="1953">
                  <c:v>-30.752156014738116</c:v>
                </c:pt>
                <c:pt idx="1954">
                  <c:v>-30.305643004463995</c:v>
                </c:pt>
                <c:pt idx="1955">
                  <c:v>-33.014499826743737</c:v>
                </c:pt>
                <c:pt idx="1956">
                  <c:v>-30.781464012910572</c:v>
                </c:pt>
                <c:pt idx="1957">
                  <c:v>-30.431488022228063</c:v>
                </c:pt>
                <c:pt idx="1958">
                  <c:v>-31.055969073108937</c:v>
                </c:pt>
                <c:pt idx="1959">
                  <c:v>-30.946000003644816</c:v>
                </c:pt>
                <c:pt idx="1960">
                  <c:v>-30.532167001252112</c:v>
                </c:pt>
                <c:pt idx="1961">
                  <c:v>-31.838245738897523</c:v>
                </c:pt>
                <c:pt idx="1962">
                  <c:v>-30.533781022096811</c:v>
                </c:pt>
                <c:pt idx="1963">
                  <c:v>-31.148631574823469</c:v>
                </c:pt>
                <c:pt idx="1964">
                  <c:v>-31.882817880681067</c:v>
                </c:pt>
                <c:pt idx="1965">
                  <c:v>-31.350731721565179</c:v>
                </c:pt>
                <c:pt idx="1966">
                  <c:v>-32.270473997871733</c:v>
                </c:pt>
                <c:pt idx="1967">
                  <c:v>-33.102848987530876</c:v>
                </c:pt>
                <c:pt idx="1968">
                  <c:v>-33.16014574500926</c:v>
                </c:pt>
                <c:pt idx="1969">
                  <c:v>-32.811297114900952</c:v>
                </c:pt>
                <c:pt idx="1970">
                  <c:v>-33.02565830665381</c:v>
                </c:pt>
                <c:pt idx="1971">
                  <c:v>-32.109763007053132</c:v>
                </c:pt>
                <c:pt idx="1972">
                  <c:v>-31.787629574924974</c:v>
                </c:pt>
                <c:pt idx="1973">
                  <c:v>-31.978445141265926</c:v>
                </c:pt>
                <c:pt idx="1974">
                  <c:v>-32.773504416127295</c:v>
                </c:pt>
                <c:pt idx="1975">
                  <c:v>-31.732496628241162</c:v>
                </c:pt>
                <c:pt idx="1976">
                  <c:v>-30.76124129013181</c:v>
                </c:pt>
                <c:pt idx="1977">
                  <c:v>-32.919648754140468</c:v>
                </c:pt>
                <c:pt idx="1978">
                  <c:v>-31.277164926640413</c:v>
                </c:pt>
                <c:pt idx="1979">
                  <c:v>-31.593955543688722</c:v>
                </c:pt>
                <c:pt idx="1980">
                  <c:v>-32.16996185574272</c:v>
                </c:pt>
                <c:pt idx="1981">
                  <c:v>-32.106682404803763</c:v>
                </c:pt>
                <c:pt idx="1982">
                  <c:v>-31.46378475299397</c:v>
                </c:pt>
                <c:pt idx="1983">
                  <c:v>-30.861726265117657</c:v>
                </c:pt>
                <c:pt idx="1984">
                  <c:v>-31.752618632128758</c:v>
                </c:pt>
                <c:pt idx="1985">
                  <c:v>-32.24537144473797</c:v>
                </c:pt>
                <c:pt idx="1986">
                  <c:v>-29.259621006168086</c:v>
                </c:pt>
                <c:pt idx="1987">
                  <c:v>-29.527868993881786</c:v>
                </c:pt>
                <c:pt idx="1988">
                  <c:v>-29.132798111516063</c:v>
                </c:pt>
                <c:pt idx="1989">
                  <c:v>-30.146058987466386</c:v>
                </c:pt>
                <c:pt idx="1990">
                  <c:v>-29.829930136110374</c:v>
                </c:pt>
                <c:pt idx="1991">
                  <c:v>-30.245141028749028</c:v>
                </c:pt>
                <c:pt idx="1992">
                  <c:v>-33.262196638828868</c:v>
                </c:pt>
                <c:pt idx="1993">
                  <c:v>-31.166068731120394</c:v>
                </c:pt>
                <c:pt idx="1994">
                  <c:v>-30.840663021545492</c:v>
                </c:pt>
                <c:pt idx="1995">
                  <c:v>-34.690326445185867</c:v>
                </c:pt>
                <c:pt idx="1996">
                  <c:v>-30.924070098884386</c:v>
                </c:pt>
                <c:pt idx="1997">
                  <c:v>-24.194554602858425</c:v>
                </c:pt>
                <c:pt idx="1998">
                  <c:v>-30.513007121408283</c:v>
                </c:pt>
                <c:pt idx="1999">
                  <c:v>-37.449937257735208</c:v>
                </c:pt>
                <c:pt idx="2000">
                  <c:v>-36.801836032022756</c:v>
                </c:pt>
                <c:pt idx="2001">
                  <c:v>-36.432698027727561</c:v>
                </c:pt>
                <c:pt idx="2002">
                  <c:v>-36.143311105104871</c:v>
                </c:pt>
                <c:pt idx="2003">
                  <c:v>-35.156930027648372</c:v>
                </c:pt>
                <c:pt idx="2004">
                  <c:v>-35.775799022893779</c:v>
                </c:pt>
                <c:pt idx="2005">
                  <c:v>-35.790208176197865</c:v>
                </c:pt>
                <c:pt idx="2006">
                  <c:v>-37.156683993298998</c:v>
                </c:pt>
                <c:pt idx="2007">
                  <c:v>-38.645695020961362</c:v>
                </c:pt>
                <c:pt idx="2008">
                  <c:v>-35.651438020309762</c:v>
                </c:pt>
                <c:pt idx="2009">
                  <c:v>-36.052840798401476</c:v>
                </c:pt>
                <c:pt idx="2010">
                  <c:v>-35.088290736736134</c:v>
                </c:pt>
                <c:pt idx="2011">
                  <c:v>-34.628834134192971</c:v>
                </c:pt>
                <c:pt idx="2012">
                  <c:v>-35.309240000013283</c:v>
                </c:pt>
                <c:pt idx="2013">
                  <c:v>-32.503574948874423</c:v>
                </c:pt>
                <c:pt idx="2014">
                  <c:v>-27.021729854817092</c:v>
                </c:pt>
                <c:pt idx="2015">
                  <c:v>-37.532656784399471</c:v>
                </c:pt>
                <c:pt idx="2016">
                  <c:v>-33.767417000007647</c:v>
                </c:pt>
                <c:pt idx="2017">
                  <c:v>-34.395456674415932</c:v>
                </c:pt>
                <c:pt idx="2018">
                  <c:v>-32.794639000011308</c:v>
                </c:pt>
                <c:pt idx="2019">
                  <c:v>-32.967031000000844</c:v>
                </c:pt>
                <c:pt idx="2020">
                  <c:v>-32.671994000000637</c:v>
                </c:pt>
                <c:pt idx="2021">
                  <c:v>-32.829348986593594</c:v>
                </c:pt>
                <c:pt idx="2022">
                  <c:v>-33.988690000000332</c:v>
                </c:pt>
                <c:pt idx="2023">
                  <c:v>-33.721611000004543</c:v>
                </c:pt>
                <c:pt idx="2024">
                  <c:v>-32.111302884468181</c:v>
                </c:pt>
                <c:pt idx="2025">
                  <c:v>-31.582201723491082</c:v>
                </c:pt>
                <c:pt idx="2026">
                  <c:v>-32.540042000011674</c:v>
                </c:pt>
                <c:pt idx="2027">
                  <c:v>-36.296969202791928</c:v>
                </c:pt>
                <c:pt idx="2028">
                  <c:v>-34.378630572811474</c:v>
                </c:pt>
                <c:pt idx="2029">
                  <c:v>-30.055018592445251</c:v>
                </c:pt>
                <c:pt idx="2030">
                  <c:v>-28.870890769433885</c:v>
                </c:pt>
                <c:pt idx="2031">
                  <c:v>-29.653455982884246</c:v>
                </c:pt>
                <c:pt idx="2032">
                  <c:v>-30.631262650731234</c:v>
                </c:pt>
                <c:pt idx="2033">
                  <c:v>-29.901701198819215</c:v>
                </c:pt>
                <c:pt idx="2034">
                  <c:v>-30.919602907787738</c:v>
                </c:pt>
                <c:pt idx="2035">
                  <c:v>-30.770195000039728</c:v>
                </c:pt>
                <c:pt idx="2036">
                  <c:v>-30.858161786148273</c:v>
                </c:pt>
                <c:pt idx="2037">
                  <c:v>-31.853383869625191</c:v>
                </c:pt>
                <c:pt idx="2038">
                  <c:v>-31.712931571442756</c:v>
                </c:pt>
                <c:pt idx="2039">
                  <c:v>-32.214030211241521</c:v>
                </c:pt>
                <c:pt idx="2040">
                  <c:v>-31.767769618944687</c:v>
                </c:pt>
                <c:pt idx="2041">
                  <c:v>-32.180075259420072</c:v>
                </c:pt>
                <c:pt idx="2042">
                  <c:v>-33.192980416169725</c:v>
                </c:pt>
                <c:pt idx="2043">
                  <c:v>-32.721321921091274</c:v>
                </c:pt>
                <c:pt idx="2044">
                  <c:v>-32.373069894202047</c:v>
                </c:pt>
                <c:pt idx="2045">
                  <c:v>-33.924278775801092</c:v>
                </c:pt>
                <c:pt idx="2046">
                  <c:v>-34.28203800001463</c:v>
                </c:pt>
                <c:pt idx="2047">
                  <c:v>-33.848661000017024</c:v>
                </c:pt>
                <c:pt idx="2048">
                  <c:v>-34.553387000021004</c:v>
                </c:pt>
                <c:pt idx="2049">
                  <c:v>-34.70607800000456</c:v>
                </c:pt>
                <c:pt idx="2050">
                  <c:v>-34.137987000006795</c:v>
                </c:pt>
                <c:pt idx="2051">
                  <c:v>-33.200436000014982</c:v>
                </c:pt>
                <c:pt idx="2052">
                  <c:v>-33.256403449013405</c:v>
                </c:pt>
                <c:pt idx="2053">
                  <c:v>-33.085333334269606</c:v>
                </c:pt>
                <c:pt idx="2054">
                  <c:v>-31.607545583461352</c:v>
                </c:pt>
                <c:pt idx="2055">
                  <c:v>-31.823274599507034</c:v>
                </c:pt>
                <c:pt idx="2056">
                  <c:v>-28.690824471399779</c:v>
                </c:pt>
                <c:pt idx="2057">
                  <c:v>-32.262898509047133</c:v>
                </c:pt>
                <c:pt idx="2058">
                  <c:v>-31.660400000065451</c:v>
                </c:pt>
                <c:pt idx="2059">
                  <c:v>-31.457977000009926</c:v>
                </c:pt>
                <c:pt idx="2060">
                  <c:v>-31.933525000020225</c:v>
                </c:pt>
                <c:pt idx="2061">
                  <c:v>-31.874206000004161</c:v>
                </c:pt>
                <c:pt idx="2062">
                  <c:v>-31.839068000018237</c:v>
                </c:pt>
                <c:pt idx="2063">
                  <c:v>-31.165215000035378</c:v>
                </c:pt>
                <c:pt idx="2064">
                  <c:v>-31.56899700006915</c:v>
                </c:pt>
                <c:pt idx="2065">
                  <c:v>-33.763903648199758</c:v>
                </c:pt>
                <c:pt idx="2066">
                  <c:v>-32.839383000021293</c:v>
                </c:pt>
                <c:pt idx="2067">
                  <c:v>-32.466780000588507</c:v>
                </c:pt>
                <c:pt idx="2068">
                  <c:v>-32.082762000212597</c:v>
                </c:pt>
                <c:pt idx="2069">
                  <c:v>-34.783740581960295</c:v>
                </c:pt>
                <c:pt idx="2070">
                  <c:v>-35.288436399509088</c:v>
                </c:pt>
                <c:pt idx="2071">
                  <c:v>-34.870186353534201</c:v>
                </c:pt>
                <c:pt idx="2072">
                  <c:v>-34.5560376866909</c:v>
                </c:pt>
                <c:pt idx="2073">
                  <c:v>-35.337827532583589</c:v>
                </c:pt>
                <c:pt idx="2074">
                  <c:v>-34.347224000013938</c:v>
                </c:pt>
                <c:pt idx="2075">
                  <c:v>-33.905600000007105</c:v>
                </c:pt>
                <c:pt idx="2076">
                  <c:v>-33.693886000005548</c:v>
                </c:pt>
                <c:pt idx="2077">
                  <c:v>-33.538907000004272</c:v>
                </c:pt>
                <c:pt idx="2078">
                  <c:v>-33.130164000005912</c:v>
                </c:pt>
                <c:pt idx="2079">
                  <c:v>-34.414295000013453</c:v>
                </c:pt>
                <c:pt idx="2080">
                  <c:v>-33.80913900000359</c:v>
                </c:pt>
                <c:pt idx="2081">
                  <c:v>-32.83137700000924</c:v>
                </c:pt>
                <c:pt idx="2082">
                  <c:v>-32.240925000011423</c:v>
                </c:pt>
                <c:pt idx="2083">
                  <c:v>-30.978831000009983</c:v>
                </c:pt>
                <c:pt idx="2084">
                  <c:v>-30.59206300001096</c:v>
                </c:pt>
                <c:pt idx="2085">
                  <c:v>-30.887751460219079</c:v>
                </c:pt>
                <c:pt idx="2086">
                  <c:v>-30.449763486963434</c:v>
                </c:pt>
                <c:pt idx="2087">
                  <c:v>-30.072511292835866</c:v>
                </c:pt>
                <c:pt idx="2088">
                  <c:v>-30.124368000011355</c:v>
                </c:pt>
                <c:pt idx="2089">
                  <c:v>-29.281595000028837</c:v>
                </c:pt>
                <c:pt idx="2090">
                  <c:v>-28.916742307417692</c:v>
                </c:pt>
                <c:pt idx="2091">
                  <c:v>-28.873265276145826</c:v>
                </c:pt>
                <c:pt idx="2092">
                  <c:v>-28.802390409300614</c:v>
                </c:pt>
                <c:pt idx="2093">
                  <c:v>-28.808239971729225</c:v>
                </c:pt>
                <c:pt idx="2094">
                  <c:v>-28.550401000015569</c:v>
                </c:pt>
                <c:pt idx="2095">
                  <c:v>-29.483030439901619</c:v>
                </c:pt>
                <c:pt idx="2096">
                  <c:v>-29.434185918211835</c:v>
                </c:pt>
                <c:pt idx="2097">
                  <c:v>-28.970195509083119</c:v>
                </c:pt>
                <c:pt idx="2098">
                  <c:v>-28.910027000063025</c:v>
                </c:pt>
                <c:pt idx="2099">
                  <c:v>-28.567641263886934</c:v>
                </c:pt>
                <c:pt idx="2100">
                  <c:v>-28.747471388182348</c:v>
                </c:pt>
                <c:pt idx="2101">
                  <c:v>-28.831706165627786</c:v>
                </c:pt>
                <c:pt idx="2102">
                  <c:v>-29.504546461430785</c:v>
                </c:pt>
                <c:pt idx="2103">
                  <c:v>-29.566816854178313</c:v>
                </c:pt>
                <c:pt idx="2104">
                  <c:v>-30.580573168644424</c:v>
                </c:pt>
                <c:pt idx="2105">
                  <c:v>-29.542135619177188</c:v>
                </c:pt>
                <c:pt idx="2106">
                  <c:v>-31.526416694670615</c:v>
                </c:pt>
                <c:pt idx="2107">
                  <c:v>-30.025131566668911</c:v>
                </c:pt>
                <c:pt idx="2108">
                  <c:v>-28.101751620325299</c:v>
                </c:pt>
                <c:pt idx="2109">
                  <c:v>-27.175673000013308</c:v>
                </c:pt>
                <c:pt idx="2110">
                  <c:v>-26.679438000053757</c:v>
                </c:pt>
                <c:pt idx="2111">
                  <c:v>-27.222953000064106</c:v>
                </c:pt>
                <c:pt idx="2112">
                  <c:v>-26.397726000033884</c:v>
                </c:pt>
                <c:pt idx="2113">
                  <c:v>-27.188812000010287</c:v>
                </c:pt>
                <c:pt idx="2114">
                  <c:v>-26.955978000005835</c:v>
                </c:pt>
                <c:pt idx="2115">
                  <c:v>-26.229467000013457</c:v>
                </c:pt>
                <c:pt idx="2116">
                  <c:v>-26.547714646335024</c:v>
                </c:pt>
                <c:pt idx="2117">
                  <c:v>-27.376136785840131</c:v>
                </c:pt>
                <c:pt idx="2118">
                  <c:v>-27.227726109934622</c:v>
                </c:pt>
                <c:pt idx="2119">
                  <c:v>-26.752919045536061</c:v>
                </c:pt>
                <c:pt idx="2120">
                  <c:v>-26.206882991168641</c:v>
                </c:pt>
                <c:pt idx="2121">
                  <c:v>-26.222087449391207</c:v>
                </c:pt>
                <c:pt idx="2122">
                  <c:v>-26.509483000017497</c:v>
                </c:pt>
                <c:pt idx="2123">
                  <c:v>-26.9140880000331</c:v>
                </c:pt>
                <c:pt idx="2124">
                  <c:v>-26.119524000023048</c:v>
                </c:pt>
                <c:pt idx="2125">
                  <c:v>-25.643241000032344</c:v>
                </c:pt>
                <c:pt idx="2126">
                  <c:v>-25.094972000018711</c:v>
                </c:pt>
                <c:pt idx="2127">
                  <c:v>-24.250129000014802</c:v>
                </c:pt>
                <c:pt idx="2128">
                  <c:v>-25.328662000010908</c:v>
                </c:pt>
                <c:pt idx="2129">
                  <c:v>-25.79663800001385</c:v>
                </c:pt>
                <c:pt idx="2130">
                  <c:v>-25.79663800001385</c:v>
                </c:pt>
                <c:pt idx="2131">
                  <c:v>-25.179844000012313</c:v>
                </c:pt>
                <c:pt idx="2132">
                  <c:v>-25.725328000008076</c:v>
                </c:pt>
                <c:pt idx="2133">
                  <c:v>-24.742253992950843</c:v>
                </c:pt>
                <c:pt idx="2134">
                  <c:v>-25.282071785355122</c:v>
                </c:pt>
                <c:pt idx="2135">
                  <c:v>-24.785312334915673</c:v>
                </c:pt>
                <c:pt idx="2136">
                  <c:v>-25.440550175483537</c:v>
                </c:pt>
                <c:pt idx="2137">
                  <c:v>-25.961307398523964</c:v>
                </c:pt>
                <c:pt idx="2138">
                  <c:v>-24.922416604886422</c:v>
                </c:pt>
                <c:pt idx="2139">
                  <c:v>-26.472916000013612</c:v>
                </c:pt>
                <c:pt idx="2140">
                  <c:v>-26.003560000010779</c:v>
                </c:pt>
                <c:pt idx="2141">
                  <c:v>-26.183906000025857</c:v>
                </c:pt>
                <c:pt idx="2142">
                  <c:v>-25.738162000031981</c:v>
                </c:pt>
                <c:pt idx="2143">
                  <c:v>-25.256902000030216</c:v>
                </c:pt>
                <c:pt idx="2144">
                  <c:v>-25.539602000005509</c:v>
                </c:pt>
                <c:pt idx="2145">
                  <c:v>-26.305474000025214</c:v>
                </c:pt>
                <c:pt idx="2146">
                  <c:v>-25.492922000064446</c:v>
                </c:pt>
                <c:pt idx="2147">
                  <c:v>-24.869338191963987</c:v>
                </c:pt>
                <c:pt idx="2148">
                  <c:v>-24.75082817457524</c:v>
                </c:pt>
                <c:pt idx="2149">
                  <c:v>-24.320980165304746</c:v>
                </c:pt>
                <c:pt idx="2150">
                  <c:v>-25.098129000054712</c:v>
                </c:pt>
                <c:pt idx="2151">
                  <c:v>-25.246558866792682</c:v>
                </c:pt>
                <c:pt idx="2152">
                  <c:v>-25.606097392975837</c:v>
                </c:pt>
                <c:pt idx="2153">
                  <c:v>-26.206187638690167</c:v>
                </c:pt>
                <c:pt idx="2154">
                  <c:v>-27.349543432192739</c:v>
                </c:pt>
                <c:pt idx="2155">
                  <c:v>-26.461544964663496</c:v>
                </c:pt>
                <c:pt idx="2156">
                  <c:v>-26.341228929773678</c:v>
                </c:pt>
                <c:pt idx="2157">
                  <c:v>-26.293433866500205</c:v>
                </c:pt>
                <c:pt idx="2158">
                  <c:v>-26.13046129001723</c:v>
                </c:pt>
                <c:pt idx="2159">
                  <c:v>-26.546483526143412</c:v>
                </c:pt>
                <c:pt idx="2160">
                  <c:v>-26.843174695885153</c:v>
                </c:pt>
                <c:pt idx="2161">
                  <c:v>-25.259383230909609</c:v>
                </c:pt>
                <c:pt idx="2162">
                  <c:v>-25.425742141657604</c:v>
                </c:pt>
                <c:pt idx="2163">
                  <c:v>-25.068589479419224</c:v>
                </c:pt>
                <c:pt idx="2164">
                  <c:v>-25.365388593624729</c:v>
                </c:pt>
                <c:pt idx="2165">
                  <c:v>-26.382483444482705</c:v>
                </c:pt>
                <c:pt idx="2166">
                  <c:v>-26.772760654092227</c:v>
                </c:pt>
                <c:pt idx="2167">
                  <c:v>-26.726841153829536</c:v>
                </c:pt>
                <c:pt idx="2168">
                  <c:v>-26.791361886709062</c:v>
                </c:pt>
                <c:pt idx="2169">
                  <c:v>-27.007103749016601</c:v>
                </c:pt>
                <c:pt idx="2170">
                  <c:v>-28.162470079449029</c:v>
                </c:pt>
                <c:pt idx="2171">
                  <c:v>-27.959195002452645</c:v>
                </c:pt>
                <c:pt idx="2172">
                  <c:v>-26.961094002303092</c:v>
                </c:pt>
                <c:pt idx="2173">
                  <c:v>-26.372812000673601</c:v>
                </c:pt>
                <c:pt idx="2174">
                  <c:v>-26.562650008050667</c:v>
                </c:pt>
                <c:pt idx="2175">
                  <c:v>-27.091619002758328</c:v>
                </c:pt>
                <c:pt idx="2176">
                  <c:v>-25.630202003298734</c:v>
                </c:pt>
                <c:pt idx="2177">
                  <c:v>-24.45834600494042</c:v>
                </c:pt>
                <c:pt idx="2178">
                  <c:v>-24.907492330699867</c:v>
                </c:pt>
                <c:pt idx="2179">
                  <c:v>-24.641407854191836</c:v>
                </c:pt>
                <c:pt idx="2180">
                  <c:v>-25.14138381351011</c:v>
                </c:pt>
                <c:pt idx="2181">
                  <c:v>-25.953239059279603</c:v>
                </c:pt>
                <c:pt idx="2182">
                  <c:v>-25.401290698181782</c:v>
                </c:pt>
                <c:pt idx="2183">
                  <c:v>-25.319424188207616</c:v>
                </c:pt>
                <c:pt idx="2184">
                  <c:v>-25.744996005048328</c:v>
                </c:pt>
                <c:pt idx="2185">
                  <c:v>-26.27083900382879</c:v>
                </c:pt>
                <c:pt idx="2186">
                  <c:v>-25.311439007324758</c:v>
                </c:pt>
                <c:pt idx="2187">
                  <c:v>-25.145290013662152</c:v>
                </c:pt>
                <c:pt idx="2188">
                  <c:v>-24.668950004522813</c:v>
                </c:pt>
                <c:pt idx="2189">
                  <c:v>-25.365435009238769</c:v>
                </c:pt>
                <c:pt idx="2190">
                  <c:v>-26.233856015273105</c:v>
                </c:pt>
                <c:pt idx="2191">
                  <c:v>-26.809045006258714</c:v>
                </c:pt>
                <c:pt idx="2192">
                  <c:v>-26.330376002820962</c:v>
                </c:pt>
                <c:pt idx="2193">
                  <c:v>-26.522246446121251</c:v>
                </c:pt>
                <c:pt idx="2194">
                  <c:v>-26.335432071805918</c:v>
                </c:pt>
                <c:pt idx="2195">
                  <c:v>-25.619232190991276</c:v>
                </c:pt>
                <c:pt idx="2196">
                  <c:v>-25.905528331422452</c:v>
                </c:pt>
                <c:pt idx="2197">
                  <c:v>-27.170598729658813</c:v>
                </c:pt>
                <c:pt idx="2198">
                  <c:v>-26.974645527994447</c:v>
                </c:pt>
                <c:pt idx="2199">
                  <c:v>-25.25659500395577</c:v>
                </c:pt>
                <c:pt idx="2200">
                  <c:v>-26.373931017780848</c:v>
                </c:pt>
                <c:pt idx="2201">
                  <c:v>-28.138509039205086</c:v>
                </c:pt>
                <c:pt idx="2202">
                  <c:v>-30.443946015298692</c:v>
                </c:pt>
                <c:pt idx="2203">
                  <c:v>-29.099280169510553</c:v>
                </c:pt>
                <c:pt idx="2204">
                  <c:v>-28.129445005014695</c:v>
                </c:pt>
                <c:pt idx="2205">
                  <c:v>-28.876849859915119</c:v>
                </c:pt>
                <c:pt idx="2206">
                  <c:v>-28.673108619554505</c:v>
                </c:pt>
                <c:pt idx="2207">
                  <c:v>-29.381030351777085</c:v>
                </c:pt>
                <c:pt idx="2208">
                  <c:v>-29.80349019854193</c:v>
                </c:pt>
                <c:pt idx="2209">
                  <c:v>-29.146089128678661</c:v>
                </c:pt>
                <c:pt idx="2210">
                  <c:v>-28.04741563370396</c:v>
                </c:pt>
                <c:pt idx="2211">
                  <c:v>-28.341645763458317</c:v>
                </c:pt>
                <c:pt idx="2212">
                  <c:v>-29.168397797545147</c:v>
                </c:pt>
                <c:pt idx="2213">
                  <c:v>-30.490911489283452</c:v>
                </c:pt>
                <c:pt idx="2214">
                  <c:v>-28.938200006240884</c:v>
                </c:pt>
                <c:pt idx="2215">
                  <c:v>-29.176345694858085</c:v>
                </c:pt>
                <c:pt idx="2216">
                  <c:v>-28.290541371077936</c:v>
                </c:pt>
                <c:pt idx="2217">
                  <c:v>-27.997003832286207</c:v>
                </c:pt>
                <c:pt idx="2218">
                  <c:v>-29.459382951740594</c:v>
                </c:pt>
                <c:pt idx="2219">
                  <c:v>-28.009058252666733</c:v>
                </c:pt>
                <c:pt idx="2220">
                  <c:v>-28.321858713614581</c:v>
                </c:pt>
                <c:pt idx="2221">
                  <c:v>-27.980667791774021</c:v>
                </c:pt>
                <c:pt idx="2222">
                  <c:v>-27.430064633419587</c:v>
                </c:pt>
                <c:pt idx="2223">
                  <c:v>-27.854558004118886</c:v>
                </c:pt>
                <c:pt idx="2224">
                  <c:v>-27.358914454787637</c:v>
                </c:pt>
                <c:pt idx="2225">
                  <c:v>-27.49321244876073</c:v>
                </c:pt>
                <c:pt idx="2226">
                  <c:v>-27.523893881265458</c:v>
                </c:pt>
                <c:pt idx="2227">
                  <c:v>-28.334979529709962</c:v>
                </c:pt>
                <c:pt idx="2228">
                  <c:v>-28.235713260540813</c:v>
                </c:pt>
                <c:pt idx="2229">
                  <c:v>-27.838106107155578</c:v>
                </c:pt>
                <c:pt idx="2230">
                  <c:v>-28.69283200249809</c:v>
                </c:pt>
                <c:pt idx="2231">
                  <c:v>-29.001407012553656</c:v>
                </c:pt>
                <c:pt idx="2232">
                  <c:v>-28.252269028785509</c:v>
                </c:pt>
                <c:pt idx="2233">
                  <c:v>-27.581012958768145</c:v>
                </c:pt>
                <c:pt idx="2234">
                  <c:v>-27.649072930987945</c:v>
                </c:pt>
                <c:pt idx="2235">
                  <c:v>-26.957719509107609</c:v>
                </c:pt>
                <c:pt idx="2236">
                  <c:v>-25.865707541796098</c:v>
                </c:pt>
                <c:pt idx="2237">
                  <c:v>-25.803140863676813</c:v>
                </c:pt>
                <c:pt idx="2238">
                  <c:v>-26.657525535200097</c:v>
                </c:pt>
                <c:pt idx="2239">
                  <c:v>-27.239076425434636</c:v>
                </c:pt>
                <c:pt idx="2240">
                  <c:v>-27.447855399244613</c:v>
                </c:pt>
                <c:pt idx="2241">
                  <c:v>-27.358668033457143</c:v>
                </c:pt>
                <c:pt idx="2242">
                  <c:v>-26.917960735962044</c:v>
                </c:pt>
                <c:pt idx="2243">
                  <c:v>-26.908082612629382</c:v>
                </c:pt>
                <c:pt idx="2244">
                  <c:v>-27.302654046764726</c:v>
                </c:pt>
                <c:pt idx="2245">
                  <c:v>-27.141713659959802</c:v>
                </c:pt>
                <c:pt idx="2246">
                  <c:v>-27.47198235506815</c:v>
                </c:pt>
                <c:pt idx="2247">
                  <c:v>-26.394094099958377</c:v>
                </c:pt>
                <c:pt idx="2248">
                  <c:v>-26.723901977438462</c:v>
                </c:pt>
                <c:pt idx="2249">
                  <c:v>-28.039986414230544</c:v>
                </c:pt>
                <c:pt idx="2250">
                  <c:v>-27.631555887942358</c:v>
                </c:pt>
                <c:pt idx="2251">
                  <c:v>-31.35207424932937</c:v>
                </c:pt>
                <c:pt idx="2252">
                  <c:v>-28.792164805654803</c:v>
                </c:pt>
                <c:pt idx="2253">
                  <c:v>-30.283413197574845</c:v>
                </c:pt>
                <c:pt idx="2254">
                  <c:v>-28.902919162146038</c:v>
                </c:pt>
                <c:pt idx="2255">
                  <c:v>-34.76138486776393</c:v>
                </c:pt>
                <c:pt idx="2256">
                  <c:v>-32.085403097952259</c:v>
                </c:pt>
                <c:pt idx="2257">
                  <c:v>-30.169486668051839</c:v>
                </c:pt>
                <c:pt idx="2258">
                  <c:v>-29.827861905480972</c:v>
                </c:pt>
                <c:pt idx="2259">
                  <c:v>-29.201591989857871</c:v>
                </c:pt>
                <c:pt idx="2260">
                  <c:v>-28.175877403167132</c:v>
                </c:pt>
                <c:pt idx="2261">
                  <c:v>-27.385586430221437</c:v>
                </c:pt>
                <c:pt idx="2262">
                  <c:v>-26.807010386690958</c:v>
                </c:pt>
                <c:pt idx="2263">
                  <c:v>-27.904760568290538</c:v>
                </c:pt>
                <c:pt idx="2264">
                  <c:v>-27.842322435428272</c:v>
                </c:pt>
                <c:pt idx="2265">
                  <c:v>-28.571758360659093</c:v>
                </c:pt>
                <c:pt idx="2266">
                  <c:v>-28.376031202710472</c:v>
                </c:pt>
                <c:pt idx="2267">
                  <c:v>-28.675589876897011</c:v>
                </c:pt>
                <c:pt idx="2268">
                  <c:v>-29.68436631018751</c:v>
                </c:pt>
                <c:pt idx="2269">
                  <c:v>-29.688548719648715</c:v>
                </c:pt>
                <c:pt idx="2270">
                  <c:v>-28.439909454143191</c:v>
                </c:pt>
                <c:pt idx="2271">
                  <c:v>-29.801044406499905</c:v>
                </c:pt>
                <c:pt idx="2272">
                  <c:v>-29.963317470290367</c:v>
                </c:pt>
                <c:pt idx="2273">
                  <c:v>-32.339053533520776</c:v>
                </c:pt>
                <c:pt idx="2274">
                  <c:v>-30.488294752608422</c:v>
                </c:pt>
                <c:pt idx="2275">
                  <c:v>-30.540448425269982</c:v>
                </c:pt>
                <c:pt idx="2276">
                  <c:v>-29.466001234996131</c:v>
                </c:pt>
                <c:pt idx="2277">
                  <c:v>-28.85759544731426</c:v>
                </c:pt>
                <c:pt idx="2278">
                  <c:v>-30.943275114480279</c:v>
                </c:pt>
                <c:pt idx="2279">
                  <c:v>-30.281366509979318</c:v>
                </c:pt>
                <c:pt idx="2280">
                  <c:v>-31.439936515132864</c:v>
                </c:pt>
                <c:pt idx="2281">
                  <c:v>-29.745643156383139</c:v>
                </c:pt>
                <c:pt idx="2282">
                  <c:v>-30.191694875104769</c:v>
                </c:pt>
                <c:pt idx="2283">
                  <c:v>-29.518918376579418</c:v>
                </c:pt>
                <c:pt idx="2284">
                  <c:v>-29.173697227964162</c:v>
                </c:pt>
                <c:pt idx="2285">
                  <c:v>-29.713240614048196</c:v>
                </c:pt>
                <c:pt idx="2286">
                  <c:v>-28.76686096841479</c:v>
                </c:pt>
                <c:pt idx="2287">
                  <c:v>-29.815686522698641</c:v>
                </c:pt>
                <c:pt idx="2288">
                  <c:v>-28.966910316124519</c:v>
                </c:pt>
                <c:pt idx="2289">
                  <c:v>-29.948679018686015</c:v>
                </c:pt>
                <c:pt idx="2290">
                  <c:v>-30.14131323167819</c:v>
                </c:pt>
                <c:pt idx="2291">
                  <c:v>-27.51571158858005</c:v>
                </c:pt>
                <c:pt idx="2292">
                  <c:v>-29.43157355814067</c:v>
                </c:pt>
                <c:pt idx="2293">
                  <c:v>-29.193945294280056</c:v>
                </c:pt>
                <c:pt idx="2294">
                  <c:v>-29.609522975389151</c:v>
                </c:pt>
                <c:pt idx="2295">
                  <c:v>-30.513069414284125</c:v>
                </c:pt>
                <c:pt idx="2296">
                  <c:v>-29.449586851051283</c:v>
                </c:pt>
                <c:pt idx="2297">
                  <c:v>-28.263752671389632</c:v>
                </c:pt>
                <c:pt idx="2298">
                  <c:v>-29.098016759311328</c:v>
                </c:pt>
                <c:pt idx="2299">
                  <c:v>-28.849841944180355</c:v>
                </c:pt>
                <c:pt idx="2300">
                  <c:v>-29.320814043715146</c:v>
                </c:pt>
                <c:pt idx="2301">
                  <c:v>-29.39556441825458</c:v>
                </c:pt>
                <c:pt idx="2302">
                  <c:v>-29.809478346889456</c:v>
                </c:pt>
                <c:pt idx="2303">
                  <c:v>-29.395631379184447</c:v>
                </c:pt>
                <c:pt idx="2304">
                  <c:v>-29.353681185497777</c:v>
                </c:pt>
                <c:pt idx="2305">
                  <c:v>-30.50315718351154</c:v>
                </c:pt>
                <c:pt idx="2306">
                  <c:v>-31.238648614102981</c:v>
                </c:pt>
                <c:pt idx="2307">
                  <c:v>-31.301090160830157</c:v>
                </c:pt>
                <c:pt idx="2308">
                  <c:v>-33.027095819293486</c:v>
                </c:pt>
                <c:pt idx="2309">
                  <c:v>-33.067772105522408</c:v>
                </c:pt>
                <c:pt idx="2310">
                  <c:v>-33.45008566811974</c:v>
                </c:pt>
                <c:pt idx="2311">
                  <c:v>-32.453422839989784</c:v>
                </c:pt>
                <c:pt idx="2312">
                  <c:v>-29.159983602130723</c:v>
                </c:pt>
                <c:pt idx="2313">
                  <c:v>-32.508201793835127</c:v>
                </c:pt>
                <c:pt idx="2314">
                  <c:v>-34.407287024383287</c:v>
                </c:pt>
                <c:pt idx="2315">
                  <c:v>-32.700739846909542</c:v>
                </c:pt>
                <c:pt idx="2316">
                  <c:v>-28.970640260767738</c:v>
                </c:pt>
                <c:pt idx="2317">
                  <c:v>-32.401713330785938</c:v>
                </c:pt>
                <c:pt idx="2318">
                  <c:v>-22.682884798890772</c:v>
                </c:pt>
                <c:pt idx="2319">
                  <c:v>-34.802450109244901</c:v>
                </c:pt>
                <c:pt idx="2320">
                  <c:v>-33.421561943749531</c:v>
                </c:pt>
                <c:pt idx="2321">
                  <c:v>-32.575698426649495</c:v>
                </c:pt>
                <c:pt idx="2322">
                  <c:v>-31.362138449433179</c:v>
                </c:pt>
                <c:pt idx="2323">
                  <c:v>-31.129992211026284</c:v>
                </c:pt>
                <c:pt idx="2324">
                  <c:v>-32.308933505966621</c:v>
                </c:pt>
                <c:pt idx="2325">
                  <c:v>-33.808883709771763</c:v>
                </c:pt>
                <c:pt idx="2326">
                  <c:v>-33.854310940606901</c:v>
                </c:pt>
                <c:pt idx="2327">
                  <c:v>-35.203692267382053</c:v>
                </c:pt>
                <c:pt idx="2328">
                  <c:v>-35.902310477682398</c:v>
                </c:pt>
                <c:pt idx="2329">
                  <c:v>-33.890797913713669</c:v>
                </c:pt>
                <c:pt idx="2330">
                  <c:v>-34.276580525988507</c:v>
                </c:pt>
                <c:pt idx="2331">
                  <c:v>-36.004688008630417</c:v>
                </c:pt>
                <c:pt idx="2332">
                  <c:v>-33.84910358178719</c:v>
                </c:pt>
                <c:pt idx="2333">
                  <c:v>-35.296664856454498</c:v>
                </c:pt>
                <c:pt idx="2334">
                  <c:v>-35.22347590555615</c:v>
                </c:pt>
                <c:pt idx="2335">
                  <c:v>-35.759308381297593</c:v>
                </c:pt>
                <c:pt idx="2336">
                  <c:v>-35.584995101391279</c:v>
                </c:pt>
                <c:pt idx="2337">
                  <c:v>-33.993304180834102</c:v>
                </c:pt>
                <c:pt idx="2338">
                  <c:v>-32.417336864432016</c:v>
                </c:pt>
                <c:pt idx="2339">
                  <c:v>-32.656315341048796</c:v>
                </c:pt>
                <c:pt idx="2340">
                  <c:v>-32.955347239543954</c:v>
                </c:pt>
                <c:pt idx="2341">
                  <c:v>-33.243769972903024</c:v>
                </c:pt>
                <c:pt idx="2342">
                  <c:v>-32.775370418568571</c:v>
                </c:pt>
                <c:pt idx="2343">
                  <c:v>-35.117112278828927</c:v>
                </c:pt>
                <c:pt idx="2344">
                  <c:v>-33.824455769166178</c:v>
                </c:pt>
                <c:pt idx="2345">
                  <c:v>-32.078821590862262</c:v>
                </c:pt>
                <c:pt idx="2346">
                  <c:v>-31.63660091556477</c:v>
                </c:pt>
                <c:pt idx="2347">
                  <c:v>-32.095505441929873</c:v>
                </c:pt>
                <c:pt idx="2348">
                  <c:v>-32.942709196761697</c:v>
                </c:pt>
                <c:pt idx="2349">
                  <c:v>-32.696680176983065</c:v>
                </c:pt>
                <c:pt idx="2350">
                  <c:v>-32.925792487466438</c:v>
                </c:pt>
                <c:pt idx="2351">
                  <c:v>-34.929454702577708</c:v>
                </c:pt>
                <c:pt idx="2352">
                  <c:v>-33.319930342650849</c:v>
                </c:pt>
                <c:pt idx="2353">
                  <c:v>-33.495413494838608</c:v>
                </c:pt>
                <c:pt idx="2354">
                  <c:v>-33.433128975782019</c:v>
                </c:pt>
                <c:pt idx="2355">
                  <c:v>-35.44575212758658</c:v>
                </c:pt>
                <c:pt idx="2356">
                  <c:v>-35.893664100369641</c:v>
                </c:pt>
                <c:pt idx="2357">
                  <c:v>-35.773459772949408</c:v>
                </c:pt>
                <c:pt idx="2358">
                  <c:v>-35.868403430187151</c:v>
                </c:pt>
                <c:pt idx="2359">
                  <c:v>-36.699378977310154</c:v>
                </c:pt>
                <c:pt idx="2360">
                  <c:v>-35.192853105860884</c:v>
                </c:pt>
                <c:pt idx="2361">
                  <c:v>-34.833976605993108</c:v>
                </c:pt>
                <c:pt idx="2362">
                  <c:v>-36.008766446617194</c:v>
                </c:pt>
                <c:pt idx="2363">
                  <c:v>-39.277954569085267</c:v>
                </c:pt>
                <c:pt idx="2364">
                  <c:v>-37.330818040549133</c:v>
                </c:pt>
                <c:pt idx="2365">
                  <c:v>-39.912274116202312</c:v>
                </c:pt>
                <c:pt idx="2366">
                  <c:v>-39.49666329785628</c:v>
                </c:pt>
                <c:pt idx="2367">
                  <c:v>-38.869221743732218</c:v>
                </c:pt>
                <c:pt idx="2368">
                  <c:v>-38.658161366250575</c:v>
                </c:pt>
                <c:pt idx="2369">
                  <c:v>-38.342907316313813</c:v>
                </c:pt>
                <c:pt idx="2370">
                  <c:v>-38.515568967454271</c:v>
                </c:pt>
                <c:pt idx="2371">
                  <c:v>-38.806016795909898</c:v>
                </c:pt>
                <c:pt idx="2372">
                  <c:v>-39.794109816213876</c:v>
                </c:pt>
                <c:pt idx="2373">
                  <c:v>-39.694209588505615</c:v>
                </c:pt>
                <c:pt idx="2374">
                  <c:v>-39.252670612053045</c:v>
                </c:pt>
                <c:pt idx="2375">
                  <c:v>-39.545890748848478</c:v>
                </c:pt>
                <c:pt idx="2376">
                  <c:v>-38.672382186584471</c:v>
                </c:pt>
                <c:pt idx="2377">
                  <c:v>-38.743893433038949</c:v>
                </c:pt>
                <c:pt idx="2378">
                  <c:v>-37.318345946668295</c:v>
                </c:pt>
                <c:pt idx="2379">
                  <c:v>-38.922359821113901</c:v>
                </c:pt>
                <c:pt idx="2380">
                  <c:v>-41.102722134534403</c:v>
                </c:pt>
                <c:pt idx="2381">
                  <c:v>-41.074214600969732</c:v>
                </c:pt>
                <c:pt idx="2382">
                  <c:v>-42.147282041120292</c:v>
                </c:pt>
                <c:pt idx="2383">
                  <c:v>-42.83480861099882</c:v>
                </c:pt>
                <c:pt idx="2384">
                  <c:v>-42.978118809679586</c:v>
                </c:pt>
                <c:pt idx="2385">
                  <c:v>-44.009289255525502</c:v>
                </c:pt>
                <c:pt idx="2386">
                  <c:v>-43.394010296000211</c:v>
                </c:pt>
                <c:pt idx="2387">
                  <c:v>-42.835022985210401</c:v>
                </c:pt>
                <c:pt idx="2388">
                  <c:v>-43.64730362004228</c:v>
                </c:pt>
                <c:pt idx="2389">
                  <c:v>-43.494829707810226</c:v>
                </c:pt>
                <c:pt idx="2390">
                  <c:v>-42.852970476503629</c:v>
                </c:pt>
                <c:pt idx="2391">
                  <c:v>-43.414521870907748</c:v>
                </c:pt>
                <c:pt idx="2392">
                  <c:v>-44.4490263408373</c:v>
                </c:pt>
                <c:pt idx="2393">
                  <c:v>-42.639696483922471</c:v>
                </c:pt>
                <c:pt idx="2394">
                  <c:v>-43.732078864520105</c:v>
                </c:pt>
                <c:pt idx="2395">
                  <c:v>-43.198596395232272</c:v>
                </c:pt>
                <c:pt idx="2396">
                  <c:v>-40.039539773394338</c:v>
                </c:pt>
                <c:pt idx="2397">
                  <c:v>-40.378191428915066</c:v>
                </c:pt>
                <c:pt idx="2398">
                  <c:v>-41.106663287209564</c:v>
                </c:pt>
                <c:pt idx="2399">
                  <c:v>-40.736985502745526</c:v>
                </c:pt>
                <c:pt idx="2400">
                  <c:v>-39.259341523272084</c:v>
                </c:pt>
                <c:pt idx="2401">
                  <c:v>-37.770424383732184</c:v>
                </c:pt>
                <c:pt idx="2402">
                  <c:v>-37.52833622228399</c:v>
                </c:pt>
                <c:pt idx="2403">
                  <c:v>-37.629680606000008</c:v>
                </c:pt>
                <c:pt idx="2404">
                  <c:v>-37.573777624866992</c:v>
                </c:pt>
                <c:pt idx="2405">
                  <c:v>-36.804406288744325</c:v>
                </c:pt>
                <c:pt idx="2406">
                  <c:v>-35.941698432307263</c:v>
                </c:pt>
                <c:pt idx="2407">
                  <c:v>-35.394947925186045</c:v>
                </c:pt>
                <c:pt idx="2408">
                  <c:v>-36.938721712001865</c:v>
                </c:pt>
                <c:pt idx="2409">
                  <c:v>-35.978899546152917</c:v>
                </c:pt>
                <c:pt idx="2410">
                  <c:v>-36.418452295428516</c:v>
                </c:pt>
                <c:pt idx="2411">
                  <c:v>-35.143716640064966</c:v>
                </c:pt>
                <c:pt idx="2412">
                  <c:v>-34.420118627443536</c:v>
                </c:pt>
                <c:pt idx="2413">
                  <c:v>-34.947861200300125</c:v>
                </c:pt>
                <c:pt idx="2414">
                  <c:v>-34.851800645022323</c:v>
                </c:pt>
                <c:pt idx="2415">
                  <c:v>-34.370855360642913</c:v>
                </c:pt>
                <c:pt idx="2416">
                  <c:v>-35.208181844094888</c:v>
                </c:pt>
                <c:pt idx="2417">
                  <c:v>-35.91236451742666</c:v>
                </c:pt>
                <c:pt idx="2418">
                  <c:v>-36.885559677500979</c:v>
                </c:pt>
                <c:pt idx="2419">
                  <c:v>-37.333479075569386</c:v>
                </c:pt>
                <c:pt idx="2420">
                  <c:v>-38.414094853274293</c:v>
                </c:pt>
                <c:pt idx="2421">
                  <c:v>-38.225078814401712</c:v>
                </c:pt>
                <c:pt idx="2422">
                  <c:v>-38.211629773769751</c:v>
                </c:pt>
                <c:pt idx="2423">
                  <c:v>-38.913350398209197</c:v>
                </c:pt>
                <c:pt idx="2424">
                  <c:v>-38.217933135368</c:v>
                </c:pt>
                <c:pt idx="2425">
                  <c:v>-37.175364919807294</c:v>
                </c:pt>
                <c:pt idx="2426">
                  <c:v>-36.193822364284706</c:v>
                </c:pt>
                <c:pt idx="2427">
                  <c:v>-37.29085177166499</c:v>
                </c:pt>
                <c:pt idx="2428">
                  <c:v>-37.037376246318416</c:v>
                </c:pt>
                <c:pt idx="2429">
                  <c:v>-37.925710117466394</c:v>
                </c:pt>
                <c:pt idx="2430">
                  <c:v>-38.307993779059565</c:v>
                </c:pt>
                <c:pt idx="2431">
                  <c:v>-37.618091224480999</c:v>
                </c:pt>
                <c:pt idx="2432">
                  <c:v>-38.690500272986782</c:v>
                </c:pt>
                <c:pt idx="2433">
                  <c:v>-38.430609254502365</c:v>
                </c:pt>
                <c:pt idx="2434">
                  <c:v>-38.440117893084931</c:v>
                </c:pt>
                <c:pt idx="2435">
                  <c:v>-39.455671394920039</c:v>
                </c:pt>
                <c:pt idx="2436">
                  <c:v>-41.039741084248661</c:v>
                </c:pt>
                <c:pt idx="2437">
                  <c:v>-41.099459363849903</c:v>
                </c:pt>
                <c:pt idx="2438">
                  <c:v>-41.288979231497137</c:v>
                </c:pt>
                <c:pt idx="2439">
                  <c:v>-41.590024322251928</c:v>
                </c:pt>
                <c:pt idx="2440">
                  <c:v>-40.424810160808377</c:v>
                </c:pt>
                <c:pt idx="2441">
                  <c:v>-40.131118933168459</c:v>
                </c:pt>
                <c:pt idx="2442">
                  <c:v>-40.117782926655742</c:v>
                </c:pt>
                <c:pt idx="2443">
                  <c:v>-40.940715157728796</c:v>
                </c:pt>
                <c:pt idx="2444">
                  <c:v>-40.809844771259662</c:v>
                </c:pt>
                <c:pt idx="2445">
                  <c:v>-39.851960661351626</c:v>
                </c:pt>
                <c:pt idx="2446">
                  <c:v>-39.111385044943319</c:v>
                </c:pt>
                <c:pt idx="2447">
                  <c:v>-39.155951783084802</c:v>
                </c:pt>
                <c:pt idx="2448">
                  <c:v>-39.051235068445607</c:v>
                </c:pt>
                <c:pt idx="2449">
                  <c:v>-38.408471726480727</c:v>
                </c:pt>
                <c:pt idx="2450">
                  <c:v>-38.910674364815371</c:v>
                </c:pt>
                <c:pt idx="2451">
                  <c:v>-39.362716743887646</c:v>
                </c:pt>
                <c:pt idx="2452">
                  <c:v>-36.540305513218591</c:v>
                </c:pt>
                <c:pt idx="2453">
                  <c:v>-38.284493777677625</c:v>
                </c:pt>
                <c:pt idx="2454">
                  <c:v>-37.860462148868962</c:v>
                </c:pt>
                <c:pt idx="2455">
                  <c:v>-37.230449594954642</c:v>
                </c:pt>
                <c:pt idx="2456">
                  <c:v>-37.961152387297844</c:v>
                </c:pt>
                <c:pt idx="2457">
                  <c:v>-38.172581322976967</c:v>
                </c:pt>
                <c:pt idx="2458">
                  <c:v>-36.611774486509965</c:v>
                </c:pt>
                <c:pt idx="2459">
                  <c:v>-36.54645716409479</c:v>
                </c:pt>
                <c:pt idx="2460">
                  <c:v>-35.385935088843652</c:v>
                </c:pt>
                <c:pt idx="2461">
                  <c:v>-35.838969777394475</c:v>
                </c:pt>
                <c:pt idx="2462">
                  <c:v>-35.838969777394475</c:v>
                </c:pt>
                <c:pt idx="2463">
                  <c:v>-32.854411445801745</c:v>
                </c:pt>
                <c:pt idx="2464">
                  <c:v>-31.99836629634563</c:v>
                </c:pt>
                <c:pt idx="2465">
                  <c:v>-32.870224855608448</c:v>
                </c:pt>
                <c:pt idx="2466">
                  <c:v>-32.028934472336196</c:v>
                </c:pt>
                <c:pt idx="2467">
                  <c:v>-34.804496378540691</c:v>
                </c:pt>
                <c:pt idx="2468">
                  <c:v>-34.534148543890012</c:v>
                </c:pt>
                <c:pt idx="2469">
                  <c:v>-33.595608949893418</c:v>
                </c:pt>
                <c:pt idx="2470">
                  <c:v>-33.429796357853753</c:v>
                </c:pt>
                <c:pt idx="2471">
                  <c:v>-32.832239859259381</c:v>
                </c:pt>
                <c:pt idx="2472">
                  <c:v>-33.164793514934246</c:v>
                </c:pt>
                <c:pt idx="2473">
                  <c:v>-31.817588179175992</c:v>
                </c:pt>
                <c:pt idx="2474">
                  <c:v>-30.617100890212964</c:v>
                </c:pt>
                <c:pt idx="2475">
                  <c:v>-31.227736168210974</c:v>
                </c:pt>
                <c:pt idx="2476">
                  <c:v>-30.493639051135165</c:v>
                </c:pt>
                <c:pt idx="2477">
                  <c:v>-29.66644987737018</c:v>
                </c:pt>
                <c:pt idx="2478">
                  <c:v>-30.075981540068753</c:v>
                </c:pt>
                <c:pt idx="2479">
                  <c:v>-29.859195644490164</c:v>
                </c:pt>
                <c:pt idx="2480">
                  <c:v>-29.435686484589468</c:v>
                </c:pt>
                <c:pt idx="2481">
                  <c:v>-30.424142613901289</c:v>
                </c:pt>
                <c:pt idx="2482">
                  <c:v>-29.852303124863351</c:v>
                </c:pt>
                <c:pt idx="2483">
                  <c:v>-28.490889206417819</c:v>
                </c:pt>
                <c:pt idx="2484">
                  <c:v>-29.442549169132661</c:v>
                </c:pt>
                <c:pt idx="2485">
                  <c:v>-29.018310992969312</c:v>
                </c:pt>
                <c:pt idx="2486">
                  <c:v>-28.636205532375833</c:v>
                </c:pt>
                <c:pt idx="2487">
                  <c:v>-27.982451795349739</c:v>
                </c:pt>
                <c:pt idx="2488">
                  <c:v>-27.006087835461866</c:v>
                </c:pt>
                <c:pt idx="2489">
                  <c:v>-26.729740570459732</c:v>
                </c:pt>
                <c:pt idx="2490">
                  <c:v>-26.515357025028017</c:v>
                </c:pt>
                <c:pt idx="2491">
                  <c:v>-26.447009821578902</c:v>
                </c:pt>
                <c:pt idx="2492">
                  <c:v>-26.845756690651633</c:v>
                </c:pt>
                <c:pt idx="2493">
                  <c:v>-26.487127467019523</c:v>
                </c:pt>
                <c:pt idx="2494">
                  <c:v>-26.986041228654781</c:v>
                </c:pt>
                <c:pt idx="2495">
                  <c:v>-27.656618056265557</c:v>
                </c:pt>
                <c:pt idx="2496">
                  <c:v>-29.515610145309495</c:v>
                </c:pt>
                <c:pt idx="2497">
                  <c:v>-29.159750998978932</c:v>
                </c:pt>
                <c:pt idx="2498">
                  <c:v>-28.533869794300522</c:v>
                </c:pt>
                <c:pt idx="2499">
                  <c:v>-29.154923998482847</c:v>
                </c:pt>
                <c:pt idx="2500">
                  <c:v>-27.681609126935705</c:v>
                </c:pt>
                <c:pt idx="2501">
                  <c:v>-27.122683064353456</c:v>
                </c:pt>
                <c:pt idx="2502">
                  <c:v>-25.8364970714082</c:v>
                </c:pt>
                <c:pt idx="2503">
                  <c:v>-27.865118726584239</c:v>
                </c:pt>
                <c:pt idx="2504">
                  <c:v>-27.02997122604669</c:v>
                </c:pt>
                <c:pt idx="2505">
                  <c:v>-23.834592229042933</c:v>
                </c:pt>
                <c:pt idx="2506">
                  <c:v>-23.867567748181685</c:v>
                </c:pt>
                <c:pt idx="2507">
                  <c:v>-23.867567748181685</c:v>
                </c:pt>
                <c:pt idx="2508">
                  <c:v>-26.652786685117576</c:v>
                </c:pt>
                <c:pt idx="2509">
                  <c:v>-23.242252511838306</c:v>
                </c:pt>
                <c:pt idx="2510">
                  <c:v>-30.114970000338786</c:v>
                </c:pt>
                <c:pt idx="2511">
                  <c:v>-30.456969380351552</c:v>
                </c:pt>
                <c:pt idx="2512">
                  <c:v>-33.853008334412181</c:v>
                </c:pt>
                <c:pt idx="2513">
                  <c:v>-37.142144133217037</c:v>
                </c:pt>
                <c:pt idx="2514">
                  <c:v>-35.396839044594842</c:v>
                </c:pt>
                <c:pt idx="2515">
                  <c:v>-30.961286409409876</c:v>
                </c:pt>
                <c:pt idx="2516">
                  <c:v>-42.094317364129161</c:v>
                </c:pt>
                <c:pt idx="2517">
                  <c:v>-52.08019834648271</c:v>
                </c:pt>
                <c:pt idx="2518">
                  <c:v>-55.105448343398265</c:v>
                </c:pt>
                <c:pt idx="2519">
                  <c:v>-44.546243831988377</c:v>
                </c:pt>
                <c:pt idx="2520">
                  <c:v>-41.26803158490943</c:v>
                </c:pt>
                <c:pt idx="2521">
                  <c:v>-42.712420668244292</c:v>
                </c:pt>
                <c:pt idx="2522">
                  <c:v>-39.161592638828409</c:v>
                </c:pt>
                <c:pt idx="2523">
                  <c:v>-39.053226830152376</c:v>
                </c:pt>
                <c:pt idx="2524">
                  <c:v>-34.224899369647844</c:v>
                </c:pt>
                <c:pt idx="2525">
                  <c:v>-32.980333935914253</c:v>
                </c:pt>
                <c:pt idx="2526">
                  <c:v>-30.310569698908768</c:v>
                </c:pt>
                <c:pt idx="2527">
                  <c:v>-28.354211713798836</c:v>
                </c:pt>
                <c:pt idx="2528">
                  <c:v>-25.784946435411317</c:v>
                </c:pt>
                <c:pt idx="2529">
                  <c:v>-27.727503508149425</c:v>
                </c:pt>
                <c:pt idx="2530">
                  <c:v>-28.619386903401534</c:v>
                </c:pt>
                <c:pt idx="2531">
                  <c:v>-28.690700551490686</c:v>
                </c:pt>
                <c:pt idx="2532">
                  <c:v>-25.709464390605991</c:v>
                </c:pt>
                <c:pt idx="2533">
                  <c:v>-24.937680397220028</c:v>
                </c:pt>
                <c:pt idx="2534">
                  <c:v>-25.027195353316042</c:v>
                </c:pt>
                <c:pt idx="2535">
                  <c:v>-25.798121409411646</c:v>
                </c:pt>
                <c:pt idx="2536">
                  <c:v>-26.874094006311811</c:v>
                </c:pt>
                <c:pt idx="2537">
                  <c:v>-26.908240767859535</c:v>
                </c:pt>
                <c:pt idx="2538">
                  <c:v>-28.913609764076639</c:v>
                </c:pt>
                <c:pt idx="2539">
                  <c:v>-31.694458007925206</c:v>
                </c:pt>
                <c:pt idx="2540">
                  <c:v>-32.421831756471946</c:v>
                </c:pt>
                <c:pt idx="2541">
                  <c:v>-31.675682935790714</c:v>
                </c:pt>
                <c:pt idx="2542">
                  <c:v>-32.221588199901305</c:v>
                </c:pt>
                <c:pt idx="2543">
                  <c:v>-31.836866917305606</c:v>
                </c:pt>
                <c:pt idx="2544">
                  <c:v>-32.356399075316929</c:v>
                </c:pt>
                <c:pt idx="2545">
                  <c:v>-32.645442941813087</c:v>
                </c:pt>
                <c:pt idx="2546">
                  <c:v>-32.879277173570429</c:v>
                </c:pt>
                <c:pt idx="2547">
                  <c:v>-33.73261351781575</c:v>
                </c:pt>
                <c:pt idx="2548">
                  <c:v>-34.149974226274367</c:v>
                </c:pt>
                <c:pt idx="2549">
                  <c:v>-36.509217509785501</c:v>
                </c:pt>
                <c:pt idx="2550">
                  <c:v>-36.484657000639253</c:v>
                </c:pt>
                <c:pt idx="2551">
                  <c:v>-35.941434298400864</c:v>
                </c:pt>
                <c:pt idx="2552">
                  <c:v>-37.739410586300565</c:v>
                </c:pt>
                <c:pt idx="2553">
                  <c:v>-37.410318295500346</c:v>
                </c:pt>
                <c:pt idx="2554">
                  <c:v>-36.225834507501133</c:v>
                </c:pt>
                <c:pt idx="2555">
                  <c:v>-36.320757653159639</c:v>
                </c:pt>
                <c:pt idx="2556">
                  <c:v>-34.208085515830447</c:v>
                </c:pt>
                <c:pt idx="2557">
                  <c:v>-34.700941707398826</c:v>
                </c:pt>
                <c:pt idx="2558">
                  <c:v>-34.285184159842544</c:v>
                </c:pt>
                <c:pt idx="2559">
                  <c:v>-33.268053577599673</c:v>
                </c:pt>
                <c:pt idx="2560">
                  <c:v>-33.206230325222236</c:v>
                </c:pt>
                <c:pt idx="2561">
                  <c:v>-33.384409159298116</c:v>
                </c:pt>
                <c:pt idx="2562">
                  <c:v>-34.386567628533868</c:v>
                </c:pt>
                <c:pt idx="2563">
                  <c:v>-32.60387677809107</c:v>
                </c:pt>
                <c:pt idx="2564">
                  <c:v>-34.030816925801147</c:v>
                </c:pt>
                <c:pt idx="2565">
                  <c:v>-33.35043313267019</c:v>
                </c:pt>
                <c:pt idx="2566">
                  <c:v>-33.608388084054795</c:v>
                </c:pt>
                <c:pt idx="2567">
                  <c:v>-34.592535340799344</c:v>
                </c:pt>
                <c:pt idx="2568">
                  <c:v>-35.521796553600034</c:v>
                </c:pt>
                <c:pt idx="2569">
                  <c:v>-36.119282499469904</c:v>
                </c:pt>
                <c:pt idx="2570">
                  <c:v>-35.204006961299527</c:v>
                </c:pt>
                <c:pt idx="2571">
                  <c:v>-36.153654866700997</c:v>
                </c:pt>
                <c:pt idx="2572">
                  <c:v>-35.086526437399684</c:v>
                </c:pt>
                <c:pt idx="2573">
                  <c:v>-32.300965854299783</c:v>
                </c:pt>
                <c:pt idx="2574">
                  <c:v>-35.863484292466175</c:v>
                </c:pt>
                <c:pt idx="2575">
                  <c:v>-34.434333600591785</c:v>
                </c:pt>
                <c:pt idx="2576">
                  <c:v>-34.116478388955429</c:v>
                </c:pt>
                <c:pt idx="2577">
                  <c:v>-33.8012399951578</c:v>
                </c:pt>
                <c:pt idx="2578">
                  <c:v>-35.244002517189422</c:v>
                </c:pt>
                <c:pt idx="2579">
                  <c:v>-34.308773972701104</c:v>
                </c:pt>
                <c:pt idx="2580">
                  <c:v>-34.411988766266042</c:v>
                </c:pt>
                <c:pt idx="2581">
                  <c:v>-34.418802494101399</c:v>
                </c:pt>
                <c:pt idx="2582">
                  <c:v>-34.215206531402785</c:v>
                </c:pt>
                <c:pt idx="2583">
                  <c:v>-33.566957755048044</c:v>
                </c:pt>
                <c:pt idx="2584">
                  <c:v>-33.803647329202107</c:v>
                </c:pt>
                <c:pt idx="2585">
                  <c:v>-33.115981778598865</c:v>
                </c:pt>
                <c:pt idx="2586">
                  <c:v>-32.819538842963993</c:v>
                </c:pt>
                <c:pt idx="2587">
                  <c:v>-33.102476261571411</c:v>
                </c:pt>
                <c:pt idx="2588">
                  <c:v>-33.297237489959585</c:v>
                </c:pt>
                <c:pt idx="2589">
                  <c:v>-32.604260046542805</c:v>
                </c:pt>
                <c:pt idx="2590">
                  <c:v>-32.669601274194157</c:v>
                </c:pt>
                <c:pt idx="2591">
                  <c:v>-32.097486259201041</c:v>
                </c:pt>
                <c:pt idx="2592">
                  <c:v>-32.315964248399638</c:v>
                </c:pt>
                <c:pt idx="2593">
                  <c:v>-31.432074978048874</c:v>
                </c:pt>
                <c:pt idx="2594">
                  <c:v>-30.531259642812664</c:v>
                </c:pt>
                <c:pt idx="2595">
                  <c:v>-32.100454738651862</c:v>
                </c:pt>
                <c:pt idx="2596">
                  <c:v>-31.368233870570354</c:v>
                </c:pt>
                <c:pt idx="2597">
                  <c:v>-31.017367546502889</c:v>
                </c:pt>
                <c:pt idx="2598">
                  <c:v>-31.823626694200534</c:v>
                </c:pt>
                <c:pt idx="2599">
                  <c:v>-30.824482682400365</c:v>
                </c:pt>
                <c:pt idx="2600">
                  <c:v>-30.811351591300355</c:v>
                </c:pt>
                <c:pt idx="2601">
                  <c:v>-30.872393052099625</c:v>
                </c:pt>
                <c:pt idx="2602">
                  <c:v>-30.855789037200879</c:v>
                </c:pt>
                <c:pt idx="2603">
                  <c:v>-30.758009818898813</c:v>
                </c:pt>
                <c:pt idx="2604">
                  <c:v>-29.375114005802349</c:v>
                </c:pt>
                <c:pt idx="2605">
                  <c:v>-29.458127056697382</c:v>
                </c:pt>
                <c:pt idx="2606">
                  <c:v>-29.796063511928384</c:v>
                </c:pt>
                <c:pt idx="2607">
                  <c:v>-29.117091503364556</c:v>
                </c:pt>
                <c:pt idx="2608">
                  <c:v>-28.669019266744169</c:v>
                </c:pt>
                <c:pt idx="2609">
                  <c:v>-27.755041956633399</c:v>
                </c:pt>
                <c:pt idx="2610">
                  <c:v>-27.838656949439361</c:v>
                </c:pt>
                <c:pt idx="2611">
                  <c:v>-27.122237052900168</c:v>
                </c:pt>
                <c:pt idx="2612">
                  <c:v>-26.653833555200507</c:v>
                </c:pt>
                <c:pt idx="2613">
                  <c:v>-26.493124844299256</c:v>
                </c:pt>
                <c:pt idx="2614">
                  <c:v>-27.928821491301253</c:v>
                </c:pt>
                <c:pt idx="2615">
                  <c:v>-28.510983681999193</c:v>
                </c:pt>
                <c:pt idx="2616">
                  <c:v>-29.230101738799576</c:v>
                </c:pt>
                <c:pt idx="2617">
                  <c:v>-27.527083058600262</c:v>
                </c:pt>
                <c:pt idx="2618">
                  <c:v>-28.246478309100535</c:v>
                </c:pt>
                <c:pt idx="2619">
                  <c:v>-28.891405406723536</c:v>
                </c:pt>
                <c:pt idx="2620">
                  <c:v>-29.131827663501692</c:v>
                </c:pt>
                <c:pt idx="2621">
                  <c:v>-28.102012304219912</c:v>
                </c:pt>
                <c:pt idx="2622">
                  <c:v>-27.534461528622877</c:v>
                </c:pt>
                <c:pt idx="2623">
                  <c:v>-28.111100436455658</c:v>
                </c:pt>
                <c:pt idx="2624">
                  <c:v>-27.6901037425135</c:v>
                </c:pt>
                <c:pt idx="2625">
                  <c:v>-26.703737327898203</c:v>
                </c:pt>
                <c:pt idx="2626">
                  <c:v>-27.128868106768547</c:v>
                </c:pt>
                <c:pt idx="2627">
                  <c:v>-26.237024572123424</c:v>
                </c:pt>
                <c:pt idx="2628">
                  <c:v>-26.324224013539901</c:v>
                </c:pt>
                <c:pt idx="2629">
                  <c:v>-25.641683713922248</c:v>
                </c:pt>
                <c:pt idx="2630">
                  <c:v>-24.364904281500184</c:v>
                </c:pt>
                <c:pt idx="2631">
                  <c:v>-24.945100741901825</c:v>
                </c:pt>
                <c:pt idx="2632">
                  <c:v>-25.696795612017286</c:v>
                </c:pt>
                <c:pt idx="2633">
                  <c:v>-25.78278849440078</c:v>
                </c:pt>
                <c:pt idx="2634">
                  <c:v>-25.890079591300722</c:v>
                </c:pt>
                <c:pt idx="2635">
                  <c:v>-25.209050977001237</c:v>
                </c:pt>
                <c:pt idx="2636">
                  <c:v>-25.346655990701873</c:v>
                </c:pt>
                <c:pt idx="2637">
                  <c:v>-25.622269313500638</c:v>
                </c:pt>
                <c:pt idx="2638">
                  <c:v>-25.644162285334559</c:v>
                </c:pt>
                <c:pt idx="2639">
                  <c:v>-26.030537854525583</c:v>
                </c:pt>
                <c:pt idx="2640">
                  <c:v>-25.439485586653745</c:v>
                </c:pt>
                <c:pt idx="2641">
                  <c:v>-25.549111246134544</c:v>
                </c:pt>
                <c:pt idx="2642">
                  <c:v>-25.317854675563392</c:v>
                </c:pt>
                <c:pt idx="2643">
                  <c:v>-24.875357394618078</c:v>
                </c:pt>
                <c:pt idx="2644">
                  <c:v>-25.15823522613924</c:v>
                </c:pt>
                <c:pt idx="2645">
                  <c:v>-24.054613349404072</c:v>
                </c:pt>
                <c:pt idx="2646">
                  <c:v>-23.761741578600919</c:v>
                </c:pt>
                <c:pt idx="2647">
                  <c:v>-23.36142059640002</c:v>
                </c:pt>
                <c:pt idx="2648">
                  <c:v>-23.19779962820202</c:v>
                </c:pt>
                <c:pt idx="2649">
                  <c:v>-23.699730928023275</c:v>
                </c:pt>
                <c:pt idx="2650">
                  <c:v>-23.192302188918678</c:v>
                </c:pt>
                <c:pt idx="2651">
                  <c:v>-24.090510475914201</c:v>
                </c:pt>
                <c:pt idx="2652">
                  <c:v>-25.290462285259956</c:v>
                </c:pt>
                <c:pt idx="2653">
                  <c:v>-24.622257624812192</c:v>
                </c:pt>
                <c:pt idx="2654">
                  <c:v>-24.701865412759275</c:v>
                </c:pt>
                <c:pt idx="2655">
                  <c:v>-23.966529795498566</c:v>
                </c:pt>
                <c:pt idx="2656">
                  <c:v>-23.571732420201499</c:v>
                </c:pt>
                <c:pt idx="2657">
                  <c:v>-23.848449148802537</c:v>
                </c:pt>
                <c:pt idx="2658">
                  <c:v>-23.835611422654431</c:v>
                </c:pt>
                <c:pt idx="2659">
                  <c:v>-24.402077137973073</c:v>
                </c:pt>
                <c:pt idx="2660">
                  <c:v>-23.917979955968931</c:v>
                </c:pt>
                <c:pt idx="2661">
                  <c:v>-23.892208520026461</c:v>
                </c:pt>
                <c:pt idx="2662">
                  <c:v>-24.126659437301782</c:v>
                </c:pt>
                <c:pt idx="2663">
                  <c:v>-24.809505805202019</c:v>
                </c:pt>
                <c:pt idx="2664">
                  <c:v>-24.878254448599574</c:v>
                </c:pt>
                <c:pt idx="2665">
                  <c:v>-24.79267898560218</c:v>
                </c:pt>
                <c:pt idx="2666">
                  <c:v>-24.872324628898483</c:v>
                </c:pt>
                <c:pt idx="2667">
                  <c:v>-23.950855028100602</c:v>
                </c:pt>
                <c:pt idx="2668">
                  <c:v>-24.000652358899995</c:v>
                </c:pt>
                <c:pt idx="2669">
                  <c:v>-24.682777701242706</c:v>
                </c:pt>
                <c:pt idx="2670">
                  <c:v>-25.570393737864752</c:v>
                </c:pt>
                <c:pt idx="2671">
                  <c:v>-26.174591961966023</c:v>
                </c:pt>
                <c:pt idx="2672">
                  <c:v>-26.049403938351489</c:v>
                </c:pt>
                <c:pt idx="2673">
                  <c:v>-24.408793686914386</c:v>
                </c:pt>
                <c:pt idx="2674">
                  <c:v>-24.210507469298161</c:v>
                </c:pt>
                <c:pt idx="2675">
                  <c:v>-24.492350193300485</c:v>
                </c:pt>
                <c:pt idx="2676">
                  <c:v>-25.704634286801788</c:v>
                </c:pt>
                <c:pt idx="2677">
                  <c:v>-25.506665721101889</c:v>
                </c:pt>
                <c:pt idx="2678">
                  <c:v>-25.425709817700344</c:v>
                </c:pt>
                <c:pt idx="2679">
                  <c:v>-25.227190411402184</c:v>
                </c:pt>
                <c:pt idx="2680">
                  <c:v>-27.881784354501221</c:v>
                </c:pt>
                <c:pt idx="2681">
                  <c:v>-26.942874565101661</c:v>
                </c:pt>
                <c:pt idx="2682">
                  <c:v>-26.937472758501585</c:v>
                </c:pt>
                <c:pt idx="2683">
                  <c:v>-26.332045342974183</c:v>
                </c:pt>
                <c:pt idx="2684">
                  <c:v>-26.321067285644297</c:v>
                </c:pt>
                <c:pt idx="2685">
                  <c:v>-26.389811535479836</c:v>
                </c:pt>
                <c:pt idx="2686">
                  <c:v>-26.590989538217421</c:v>
                </c:pt>
                <c:pt idx="2687">
                  <c:v>-26.503665649780828</c:v>
                </c:pt>
                <c:pt idx="2688">
                  <c:v>-25.515411813701938</c:v>
                </c:pt>
                <c:pt idx="2689">
                  <c:v>-23.990959970842365</c:v>
                </c:pt>
                <c:pt idx="2690">
                  <c:v>-25.179570885795918</c:v>
                </c:pt>
                <c:pt idx="2691">
                  <c:v>-25.746727096198352</c:v>
                </c:pt>
                <c:pt idx="2692">
                  <c:v>-25.166833919199664</c:v>
                </c:pt>
                <c:pt idx="2693">
                  <c:v>-25.614683839099829</c:v>
                </c:pt>
                <c:pt idx="2694">
                  <c:v>-25.578686606502359</c:v>
                </c:pt>
                <c:pt idx="2695">
                  <c:v>-24.854994703600735</c:v>
                </c:pt>
                <c:pt idx="2696">
                  <c:v>-24.757701010200055</c:v>
                </c:pt>
                <c:pt idx="2697">
                  <c:v>-24.151315372499145</c:v>
                </c:pt>
                <c:pt idx="2698">
                  <c:v>-23.548131954901244</c:v>
                </c:pt>
                <c:pt idx="2699">
                  <c:v>-22.533023729801702</c:v>
                </c:pt>
                <c:pt idx="2700">
                  <c:v>-22.215173292086639</c:v>
                </c:pt>
                <c:pt idx="2701">
                  <c:v>-22.72863423809433</c:v>
                </c:pt>
                <c:pt idx="2702">
                  <c:v>-22.48896459139883</c:v>
                </c:pt>
                <c:pt idx="2703">
                  <c:v>-22.644998502002124</c:v>
                </c:pt>
                <c:pt idx="2704">
                  <c:v>-22.457070246576208</c:v>
                </c:pt>
                <c:pt idx="2705">
                  <c:v>-22.360301431431083</c:v>
                </c:pt>
                <c:pt idx="2706">
                  <c:v>-23.053078766970359</c:v>
                </c:pt>
                <c:pt idx="2707">
                  <c:v>-20.929171486886187</c:v>
                </c:pt>
                <c:pt idx="2708">
                  <c:v>-22.469396656102493</c:v>
                </c:pt>
                <c:pt idx="2709">
                  <c:v>-21.918090127899848</c:v>
                </c:pt>
                <c:pt idx="2710">
                  <c:v>-21.028375833408816</c:v>
                </c:pt>
                <c:pt idx="2711">
                  <c:v>-21.350471113815971</c:v>
                </c:pt>
                <c:pt idx="2712">
                  <c:v>-21.331763084053421</c:v>
                </c:pt>
                <c:pt idx="2713">
                  <c:v>-21.948480285158187</c:v>
                </c:pt>
                <c:pt idx="2714">
                  <c:v>-22.166001835943959</c:v>
                </c:pt>
                <c:pt idx="2715">
                  <c:v>-21.454621527942496</c:v>
                </c:pt>
                <c:pt idx="2716">
                  <c:v>-21.568222251287295</c:v>
                </c:pt>
                <c:pt idx="2717">
                  <c:v>-21.725100061472855</c:v>
                </c:pt>
                <c:pt idx="2718">
                  <c:v>-20.725442112911505</c:v>
                </c:pt>
                <c:pt idx="2719">
                  <c:v>-21.068008517882269</c:v>
                </c:pt>
                <c:pt idx="2720">
                  <c:v>-22.37227815059871</c:v>
                </c:pt>
                <c:pt idx="2721">
                  <c:v>-21.257088219579959</c:v>
                </c:pt>
                <c:pt idx="2722">
                  <c:v>-21.85639889691415</c:v>
                </c:pt>
                <c:pt idx="2723">
                  <c:v>-21.285141544297137</c:v>
                </c:pt>
                <c:pt idx="2724">
                  <c:v>-20.89252281543456</c:v>
                </c:pt>
                <c:pt idx="2725">
                  <c:v>-20.056792959917651</c:v>
                </c:pt>
                <c:pt idx="2726">
                  <c:v>-19.470651149648056</c:v>
                </c:pt>
                <c:pt idx="2727">
                  <c:v>-20.020853299662161</c:v>
                </c:pt>
                <c:pt idx="2728">
                  <c:v>-18.295570595470423</c:v>
                </c:pt>
                <c:pt idx="2729">
                  <c:v>-19.231275641087908</c:v>
                </c:pt>
                <c:pt idx="2730">
                  <c:v>-18.279117875159955</c:v>
                </c:pt>
                <c:pt idx="2731">
                  <c:v>-17.255316597785388</c:v>
                </c:pt>
                <c:pt idx="2732">
                  <c:v>-17.396041869101179</c:v>
                </c:pt>
                <c:pt idx="2733">
                  <c:v>-17.022721012705091</c:v>
                </c:pt>
                <c:pt idx="2734">
                  <c:v>-16.24516929753284</c:v>
                </c:pt>
                <c:pt idx="2735">
                  <c:v>-16.311414315356746</c:v>
                </c:pt>
                <c:pt idx="2736">
                  <c:v>-16.093161473061418</c:v>
                </c:pt>
                <c:pt idx="2737">
                  <c:v>-15.729257484886556</c:v>
                </c:pt>
                <c:pt idx="2738">
                  <c:v>-15.983998250260923</c:v>
                </c:pt>
                <c:pt idx="2739">
                  <c:v>-15.206496785202905</c:v>
                </c:pt>
                <c:pt idx="2740">
                  <c:v>-14.792706205207987</c:v>
                </c:pt>
                <c:pt idx="2741">
                  <c:v>-16.332448609403698</c:v>
                </c:pt>
                <c:pt idx="2742">
                  <c:v>-16.263248972488437</c:v>
                </c:pt>
                <c:pt idx="2743">
                  <c:v>-16.294498934719766</c:v>
                </c:pt>
                <c:pt idx="2744">
                  <c:v>-15.902192932772611</c:v>
                </c:pt>
                <c:pt idx="2745">
                  <c:v>-15.679881071629893</c:v>
                </c:pt>
                <c:pt idx="2746">
                  <c:v>-16.412923194688929</c:v>
                </c:pt>
                <c:pt idx="2747">
                  <c:v>-18.811216256475099</c:v>
                </c:pt>
                <c:pt idx="2748">
                  <c:v>-22.087015347856521</c:v>
                </c:pt>
                <c:pt idx="2749">
                  <c:v>-21.419497626324624</c:v>
                </c:pt>
                <c:pt idx="2750">
                  <c:v>-18.721889024046533</c:v>
                </c:pt>
                <c:pt idx="2751">
                  <c:v>-18.99763887260163</c:v>
                </c:pt>
                <c:pt idx="2752">
                  <c:v>-20.014926196900852</c:v>
                </c:pt>
                <c:pt idx="2753">
                  <c:v>-20.305064711140098</c:v>
                </c:pt>
                <c:pt idx="2754">
                  <c:v>-21.782991318712668</c:v>
                </c:pt>
                <c:pt idx="2755">
                  <c:v>-23.861671018690487</c:v>
                </c:pt>
                <c:pt idx="2756">
                  <c:v>-24.474479322370602</c:v>
                </c:pt>
                <c:pt idx="2757">
                  <c:v>-23.653311787646199</c:v>
                </c:pt>
                <c:pt idx="2758">
                  <c:v>-22.553260846544976</c:v>
                </c:pt>
                <c:pt idx="2759">
                  <c:v>-23.467115127222922</c:v>
                </c:pt>
                <c:pt idx="2760">
                  <c:v>-24.434617768929407</c:v>
                </c:pt>
                <c:pt idx="2761">
                  <c:v>-24.433797240423239</c:v>
                </c:pt>
                <c:pt idx="2762">
                  <c:v>-23.524488622593076</c:v>
                </c:pt>
                <c:pt idx="2763">
                  <c:v>-25.095642728934127</c:v>
                </c:pt>
                <c:pt idx="2764">
                  <c:v>-22.920793209042166</c:v>
                </c:pt>
                <c:pt idx="2765">
                  <c:v>-23.302887053567421</c:v>
                </c:pt>
                <c:pt idx="2766">
                  <c:v>-21.879495582841091</c:v>
                </c:pt>
                <c:pt idx="2767">
                  <c:v>-21.453558477050727</c:v>
                </c:pt>
                <c:pt idx="2768">
                  <c:v>-20.900984703739493</c:v>
                </c:pt>
                <c:pt idx="2769">
                  <c:v>-21.255144681972848</c:v>
                </c:pt>
                <c:pt idx="2770">
                  <c:v>-20.911699603497631</c:v>
                </c:pt>
                <c:pt idx="2771">
                  <c:v>-20.927824551648357</c:v>
                </c:pt>
                <c:pt idx="2772">
                  <c:v>-22.068846342133885</c:v>
                </c:pt>
                <c:pt idx="2773">
                  <c:v>-21.020143068845535</c:v>
                </c:pt>
                <c:pt idx="2774">
                  <c:v>-21.153284891565974</c:v>
                </c:pt>
                <c:pt idx="2775">
                  <c:v>-20.663683778542534</c:v>
                </c:pt>
                <c:pt idx="2776">
                  <c:v>-20.76646442315376</c:v>
                </c:pt>
                <c:pt idx="2777">
                  <c:v>-20.376829535854942</c:v>
                </c:pt>
                <c:pt idx="2778">
                  <c:v>-20.433107941408675</c:v>
                </c:pt>
                <c:pt idx="2779">
                  <c:v>-21.355137140498094</c:v>
                </c:pt>
                <c:pt idx="2780">
                  <c:v>-22.257341608434132</c:v>
                </c:pt>
                <c:pt idx="2781">
                  <c:v>-22.679666931823423</c:v>
                </c:pt>
                <c:pt idx="2782">
                  <c:v>-22.904095985871862</c:v>
                </c:pt>
                <c:pt idx="2783">
                  <c:v>-22.666301025308247</c:v>
                </c:pt>
                <c:pt idx="2784">
                  <c:v>-23.016141087548057</c:v>
                </c:pt>
                <c:pt idx="2785">
                  <c:v>-23.467646718824579</c:v>
                </c:pt>
                <c:pt idx="2786">
                  <c:v>-22.794250345952442</c:v>
                </c:pt>
                <c:pt idx="2787">
                  <c:v>-22.220428085290823</c:v>
                </c:pt>
                <c:pt idx="2788">
                  <c:v>-21.621831479219104</c:v>
                </c:pt>
                <c:pt idx="2789">
                  <c:v>-21.86031707573045</c:v>
                </c:pt>
                <c:pt idx="2790">
                  <c:v>-22.497705346592962</c:v>
                </c:pt>
                <c:pt idx="2791">
                  <c:v>-22.483738897001995</c:v>
                </c:pt>
                <c:pt idx="2792">
                  <c:v>-21.235347277325896</c:v>
                </c:pt>
                <c:pt idx="2793">
                  <c:v>-22.407601406292184</c:v>
                </c:pt>
                <c:pt idx="2794">
                  <c:v>-21.445166374514582</c:v>
                </c:pt>
                <c:pt idx="2795">
                  <c:v>-21.088085222160899</c:v>
                </c:pt>
                <c:pt idx="2796">
                  <c:v>-21.205662870758786</c:v>
                </c:pt>
                <c:pt idx="2797">
                  <c:v>-20.659265055382598</c:v>
                </c:pt>
                <c:pt idx="2798">
                  <c:v>-20.716307735339775</c:v>
                </c:pt>
                <c:pt idx="2799">
                  <c:v>-21.681367315119239</c:v>
                </c:pt>
                <c:pt idx="2800">
                  <c:v>-22.809221625711142</c:v>
                </c:pt>
                <c:pt idx="2801">
                  <c:v>-22.847361253753668</c:v>
                </c:pt>
                <c:pt idx="2802">
                  <c:v>-23.218295044213285</c:v>
                </c:pt>
                <c:pt idx="2803">
                  <c:v>-23.847628154883573</c:v>
                </c:pt>
                <c:pt idx="2804">
                  <c:v>-22.337920004812705</c:v>
                </c:pt>
                <c:pt idx="2805">
                  <c:v>-24.74197798277747</c:v>
                </c:pt>
                <c:pt idx="2806">
                  <c:v>-23.626696020814773</c:v>
                </c:pt>
                <c:pt idx="2807">
                  <c:v>-23.646550217071308</c:v>
                </c:pt>
                <c:pt idx="2808">
                  <c:v>-22.728439330865061</c:v>
                </c:pt>
                <c:pt idx="2809">
                  <c:v>-23.205054725654243</c:v>
                </c:pt>
                <c:pt idx="2810">
                  <c:v>-23.180084135787673</c:v>
                </c:pt>
                <c:pt idx="2811">
                  <c:v>-24.070409723427574</c:v>
                </c:pt>
                <c:pt idx="2812">
                  <c:v>-23.161224156336413</c:v>
                </c:pt>
                <c:pt idx="2813">
                  <c:v>-22.965295320161616</c:v>
                </c:pt>
                <c:pt idx="2814">
                  <c:v>-21.920296647106781</c:v>
                </c:pt>
                <c:pt idx="2815">
                  <c:v>-21.501463948508206</c:v>
                </c:pt>
                <c:pt idx="2816">
                  <c:v>-21.910471813066835</c:v>
                </c:pt>
                <c:pt idx="2817">
                  <c:v>-22.067895744129274</c:v>
                </c:pt>
                <c:pt idx="2818">
                  <c:v>-22.109862056130446</c:v>
                </c:pt>
                <c:pt idx="2819">
                  <c:v>-23.052365118497118</c:v>
                </c:pt>
                <c:pt idx="2820">
                  <c:v>-22.631104545962216</c:v>
                </c:pt>
                <c:pt idx="2821">
                  <c:v>-22.165161106817784</c:v>
                </c:pt>
                <c:pt idx="2822">
                  <c:v>-22.088610961032089</c:v>
                </c:pt>
                <c:pt idx="2823">
                  <c:v>-22.165294846037682</c:v>
                </c:pt>
                <c:pt idx="2824">
                  <c:v>-22.781379427791226</c:v>
                </c:pt>
                <c:pt idx="2825">
                  <c:v>-22.769997219966474</c:v>
                </c:pt>
                <c:pt idx="2826">
                  <c:v>-22.598803607326385</c:v>
                </c:pt>
                <c:pt idx="2827">
                  <c:v>-23.777791677193719</c:v>
                </c:pt>
                <c:pt idx="2828">
                  <c:v>-24.955740854275284</c:v>
                </c:pt>
                <c:pt idx="2829">
                  <c:v>-25.712809239236911</c:v>
                </c:pt>
                <c:pt idx="2830">
                  <c:v>-24.598811286581252</c:v>
                </c:pt>
                <c:pt idx="2831">
                  <c:v>-23.724901557374722</c:v>
                </c:pt>
                <c:pt idx="2832">
                  <c:v>-24.028187885195688</c:v>
                </c:pt>
                <c:pt idx="2833">
                  <c:v>-24.34749660808717</c:v>
                </c:pt>
                <c:pt idx="2834">
                  <c:v>-23.208326673800197</c:v>
                </c:pt>
                <c:pt idx="2835">
                  <c:v>-22.876780494634868</c:v>
                </c:pt>
                <c:pt idx="2836">
                  <c:v>-22.9030288648324</c:v>
                </c:pt>
                <c:pt idx="2837">
                  <c:v>-22.257663324063717</c:v>
                </c:pt>
                <c:pt idx="2838">
                  <c:v>-20.775187049356674</c:v>
                </c:pt>
                <c:pt idx="2839">
                  <c:v>-22.000674201286859</c:v>
                </c:pt>
                <c:pt idx="2840">
                  <c:v>-21.793331093035306</c:v>
                </c:pt>
                <c:pt idx="2841">
                  <c:v>-21.356438602011107</c:v>
                </c:pt>
                <c:pt idx="2842">
                  <c:v>-20.267840382659742</c:v>
                </c:pt>
                <c:pt idx="2843">
                  <c:v>-21.425876538150998</c:v>
                </c:pt>
                <c:pt idx="2844">
                  <c:v>-21.409242769876144</c:v>
                </c:pt>
                <c:pt idx="2845">
                  <c:v>-21.718802656816827</c:v>
                </c:pt>
                <c:pt idx="2846">
                  <c:v>-23.236485103764334</c:v>
                </c:pt>
                <c:pt idx="2847">
                  <c:v>-22.462982916290212</c:v>
                </c:pt>
                <c:pt idx="2848">
                  <c:v>-24.111664470935452</c:v>
                </c:pt>
                <c:pt idx="2849">
                  <c:v>-23.084953730638109</c:v>
                </c:pt>
                <c:pt idx="2850">
                  <c:v>-22.636469821699318</c:v>
                </c:pt>
                <c:pt idx="2851">
                  <c:v>-22.220688715282179</c:v>
                </c:pt>
                <c:pt idx="2852">
                  <c:v>-21.592805890447906</c:v>
                </c:pt>
                <c:pt idx="2853">
                  <c:v>-20.985718176876162</c:v>
                </c:pt>
                <c:pt idx="2854">
                  <c:v>-21.154793833521914</c:v>
                </c:pt>
                <c:pt idx="2855">
                  <c:v>-20.05019895913296</c:v>
                </c:pt>
                <c:pt idx="2856">
                  <c:v>-19.866542898215261</c:v>
                </c:pt>
                <c:pt idx="2857">
                  <c:v>-20.030238713802788</c:v>
                </c:pt>
                <c:pt idx="2858">
                  <c:v>-19.228749679836806</c:v>
                </c:pt>
                <c:pt idx="2859">
                  <c:v>-20.422512534569009</c:v>
                </c:pt>
                <c:pt idx="2860">
                  <c:v>-19.995127512974875</c:v>
                </c:pt>
                <c:pt idx="2861">
                  <c:v>-20.08536794631928</c:v>
                </c:pt>
                <c:pt idx="2862">
                  <c:v>-19.881802254321059</c:v>
                </c:pt>
                <c:pt idx="2863">
                  <c:v>-20.140670566660141</c:v>
                </c:pt>
                <c:pt idx="2864">
                  <c:v>-20.025965821555324</c:v>
                </c:pt>
                <c:pt idx="2865">
                  <c:v>-20.188677722193699</c:v>
                </c:pt>
                <c:pt idx="2866">
                  <c:v>-20.294092954136506</c:v>
                </c:pt>
                <c:pt idx="2867">
                  <c:v>-19.706696972097248</c:v>
                </c:pt>
                <c:pt idx="2868">
                  <c:v>-20.638711159198319</c:v>
                </c:pt>
                <c:pt idx="2869">
                  <c:v>-20.187256803132673</c:v>
                </c:pt>
                <c:pt idx="2870">
                  <c:v>-19.485000777743313</c:v>
                </c:pt>
                <c:pt idx="2871">
                  <c:v>-20.081229185926645</c:v>
                </c:pt>
                <c:pt idx="2872">
                  <c:v>-20.76958973766618</c:v>
                </c:pt>
                <c:pt idx="2873">
                  <c:v>-20.846351205397955</c:v>
                </c:pt>
                <c:pt idx="2874">
                  <c:v>-20.648956262634538</c:v>
                </c:pt>
                <c:pt idx="2875">
                  <c:v>-20.048909930413991</c:v>
                </c:pt>
                <c:pt idx="2876">
                  <c:v>-19.682910701240207</c:v>
                </c:pt>
                <c:pt idx="2877">
                  <c:v>-19.988305108592577</c:v>
                </c:pt>
                <c:pt idx="2878">
                  <c:v>-19.691740733499184</c:v>
                </c:pt>
                <c:pt idx="2879">
                  <c:v>-19.633992473044863</c:v>
                </c:pt>
                <c:pt idx="2880">
                  <c:v>-19.744349409499996</c:v>
                </c:pt>
                <c:pt idx="2881">
                  <c:v>-20.18177713467805</c:v>
                </c:pt>
                <c:pt idx="2882">
                  <c:v>-19.680126389812898</c:v>
                </c:pt>
                <c:pt idx="2883">
                  <c:v>-19.908630987794083</c:v>
                </c:pt>
                <c:pt idx="2884">
                  <c:v>-19.3413687224092</c:v>
                </c:pt>
                <c:pt idx="2885">
                  <c:v>-19.036838126320166</c:v>
                </c:pt>
                <c:pt idx="2886">
                  <c:v>-19.4196323018115</c:v>
                </c:pt>
                <c:pt idx="2887">
                  <c:v>-20.171045803104423</c:v>
                </c:pt>
                <c:pt idx="2888">
                  <c:v>-19.450157426210698</c:v>
                </c:pt>
                <c:pt idx="2889">
                  <c:v>-19.656181289968522</c:v>
                </c:pt>
                <c:pt idx="2890">
                  <c:v>-19.639598653657352</c:v>
                </c:pt>
                <c:pt idx="2891">
                  <c:v>-19.455054696269162</c:v>
                </c:pt>
                <c:pt idx="2892">
                  <c:v>-19.525897371699745</c:v>
                </c:pt>
                <c:pt idx="2893">
                  <c:v>-20.588521762136139</c:v>
                </c:pt>
                <c:pt idx="2894">
                  <c:v>-20.193504555094236</c:v>
                </c:pt>
                <c:pt idx="2895">
                  <c:v>-20.96165574943889</c:v>
                </c:pt>
                <c:pt idx="2896">
                  <c:v>-21.42462496410343</c:v>
                </c:pt>
                <c:pt idx="2897">
                  <c:v>-21.826674054690574</c:v>
                </c:pt>
                <c:pt idx="2898">
                  <c:v>-22.382144927701159</c:v>
                </c:pt>
                <c:pt idx="2899">
                  <c:v>-23.303318051576895</c:v>
                </c:pt>
                <c:pt idx="2900">
                  <c:v>-22.340937616792232</c:v>
                </c:pt>
                <c:pt idx="2901">
                  <c:v>-22.569730881151788</c:v>
                </c:pt>
                <c:pt idx="2902">
                  <c:v>-22.948417511712986</c:v>
                </c:pt>
                <c:pt idx="2903">
                  <c:v>-22.264851035563019</c:v>
                </c:pt>
                <c:pt idx="2904">
                  <c:v>-22.03895045364845</c:v>
                </c:pt>
                <c:pt idx="2905">
                  <c:v>-21.269235040234008</c:v>
                </c:pt>
                <c:pt idx="2906">
                  <c:v>-20.745876361351986</c:v>
                </c:pt>
                <c:pt idx="2907">
                  <c:v>-21.622339523800164</c:v>
                </c:pt>
                <c:pt idx="2908">
                  <c:v>-23.117724474484831</c:v>
                </c:pt>
                <c:pt idx="2909">
                  <c:v>-23.117724474484831</c:v>
                </c:pt>
                <c:pt idx="2910">
                  <c:v>-23.370763605148699</c:v>
                </c:pt>
                <c:pt idx="2911">
                  <c:v>-23.120373909692599</c:v>
                </c:pt>
                <c:pt idx="2912">
                  <c:v>-23.052913529558236</c:v>
                </c:pt>
                <c:pt idx="2913">
                  <c:v>-22.546908570854956</c:v>
                </c:pt>
                <c:pt idx="2914">
                  <c:v>-22.686711266299788</c:v>
                </c:pt>
                <c:pt idx="2915">
                  <c:v>-21.872901930892635</c:v>
                </c:pt>
                <c:pt idx="2916">
                  <c:v>-21.095557914748042</c:v>
                </c:pt>
                <c:pt idx="2917">
                  <c:v>-20.582006825150462</c:v>
                </c:pt>
                <c:pt idx="2918">
                  <c:v>-21.20409735532127</c:v>
                </c:pt>
                <c:pt idx="2919">
                  <c:v>-25.434593819548152</c:v>
                </c:pt>
                <c:pt idx="2920">
                  <c:v>-25.029020110601763</c:v>
                </c:pt>
                <c:pt idx="2921">
                  <c:v>-23.847761228128899</c:v>
                </c:pt>
                <c:pt idx="2922">
                  <c:v>-21.072255038304263</c:v>
                </c:pt>
                <c:pt idx="2923">
                  <c:v>-20.074947915567321</c:v>
                </c:pt>
                <c:pt idx="2924">
                  <c:v>-19.561</c:v>
                </c:pt>
                <c:pt idx="2925">
                  <c:v>-20.986000000000001</c:v>
                </c:pt>
                <c:pt idx="2926">
                  <c:v>-20.960999999999999</c:v>
                </c:pt>
                <c:pt idx="2927">
                  <c:v>-21.178999999999998</c:v>
                </c:pt>
                <c:pt idx="2928">
                  <c:v>-23.074999999999999</c:v>
                </c:pt>
                <c:pt idx="2929">
                  <c:v>-20.462</c:v>
                </c:pt>
                <c:pt idx="2930">
                  <c:v>-20.882999999999999</c:v>
                </c:pt>
                <c:pt idx="2931">
                  <c:v>-22.164000000000001</c:v>
                </c:pt>
                <c:pt idx="2932">
                  <c:v>-20.652999999999999</c:v>
                </c:pt>
                <c:pt idx="2933">
                  <c:v>-20.701000000000001</c:v>
                </c:pt>
                <c:pt idx="2934">
                  <c:v>-21.707999999999998</c:v>
                </c:pt>
                <c:pt idx="2935">
                  <c:v>-23.262</c:v>
                </c:pt>
                <c:pt idx="2936">
                  <c:v>-22.876999999999999</c:v>
                </c:pt>
                <c:pt idx="2937">
                  <c:v>-21.506</c:v>
                </c:pt>
                <c:pt idx="2938">
                  <c:v>-20.428999999999998</c:v>
                </c:pt>
                <c:pt idx="2939">
                  <c:v>-21.516999999999999</c:v>
                </c:pt>
                <c:pt idx="2940">
                  <c:v>-19.460999999999999</c:v>
                </c:pt>
                <c:pt idx="2941">
                  <c:v>-20.643999999999998</c:v>
                </c:pt>
                <c:pt idx="2942">
                  <c:v>-20.471</c:v>
                </c:pt>
                <c:pt idx="2943">
                  <c:v>-19.524000000000001</c:v>
                </c:pt>
                <c:pt idx="2944">
                  <c:v>-19.89</c:v>
                </c:pt>
                <c:pt idx="2945">
                  <c:v>-19.693000000000001</c:v>
                </c:pt>
                <c:pt idx="2946">
                  <c:v>-20.135000000000002</c:v>
                </c:pt>
                <c:pt idx="2947">
                  <c:v>-19.855</c:v>
                </c:pt>
                <c:pt idx="2948">
                  <c:v>-19.95</c:v>
                </c:pt>
                <c:pt idx="2949">
                  <c:v>-19.760000000000002</c:v>
                </c:pt>
                <c:pt idx="2950">
                  <c:v>-20.236999999999998</c:v>
                </c:pt>
                <c:pt idx="2951">
                  <c:v>-20.76</c:v>
                </c:pt>
                <c:pt idx="2952">
                  <c:v>-22.462</c:v>
                </c:pt>
                <c:pt idx="2953">
                  <c:v>-21.998999999999999</c:v>
                </c:pt>
                <c:pt idx="2954">
                  <c:v>-22.93</c:v>
                </c:pt>
                <c:pt idx="2955">
                  <c:v>-21.241</c:v>
                </c:pt>
                <c:pt idx="2956">
                  <c:v>-20.452999999999999</c:v>
                </c:pt>
                <c:pt idx="2957">
                  <c:v>-20.239999999999998</c:v>
                </c:pt>
                <c:pt idx="2958">
                  <c:v>-20.856999999999999</c:v>
                </c:pt>
                <c:pt idx="2959">
                  <c:v>-20.834</c:v>
                </c:pt>
                <c:pt idx="2960">
                  <c:v>-20.507999999999999</c:v>
                </c:pt>
                <c:pt idx="2961">
                  <c:v>-19.983000000000001</c:v>
                </c:pt>
                <c:pt idx="2962">
                  <c:v>-19.571000000000002</c:v>
                </c:pt>
                <c:pt idx="2963">
                  <c:v>-21.349</c:v>
                </c:pt>
                <c:pt idx="2964">
                  <c:v>-21.86</c:v>
                </c:pt>
                <c:pt idx="2965">
                  <c:v>-23.702000000000002</c:v>
                </c:pt>
                <c:pt idx="2966">
                  <c:v>-20.846</c:v>
                </c:pt>
                <c:pt idx="2967">
                  <c:v>-20.603999999999999</c:v>
                </c:pt>
                <c:pt idx="2968">
                  <c:v>-19.548999999999999</c:v>
                </c:pt>
                <c:pt idx="2969">
                  <c:v>-21.643999999999998</c:v>
                </c:pt>
                <c:pt idx="2970">
                  <c:v>-22.367999999999999</c:v>
                </c:pt>
                <c:pt idx="2971">
                  <c:v>-21.879000000000001</c:v>
                </c:pt>
                <c:pt idx="2972">
                  <c:v>-21.143999999999998</c:v>
                </c:pt>
                <c:pt idx="2973">
                  <c:v>-21.561</c:v>
                </c:pt>
                <c:pt idx="2974">
                  <c:v>-20.68</c:v>
                </c:pt>
                <c:pt idx="2975">
                  <c:v>-20.291</c:v>
                </c:pt>
                <c:pt idx="2976">
                  <c:v>-20.303000000000001</c:v>
                </c:pt>
                <c:pt idx="2977">
                  <c:v>-21.678000000000001</c:v>
                </c:pt>
                <c:pt idx="2978">
                  <c:v>-21.734999999999999</c:v>
                </c:pt>
                <c:pt idx="2979">
                  <c:v>-21.594999999999999</c:v>
                </c:pt>
                <c:pt idx="2980">
                  <c:v>-20.100999999999999</c:v>
                </c:pt>
                <c:pt idx="2981">
                  <c:v>-19.835000000000001</c:v>
                </c:pt>
                <c:pt idx="2982">
                  <c:v>-20.085000000000001</c:v>
                </c:pt>
                <c:pt idx="2983">
                  <c:v>-20.015000000000001</c:v>
                </c:pt>
                <c:pt idx="2984">
                  <c:v>-18.939</c:v>
                </c:pt>
                <c:pt idx="2985">
                  <c:v>-18.298999999999999</c:v>
                </c:pt>
                <c:pt idx="2986">
                  <c:v>-17.091000000000001</c:v>
                </c:pt>
                <c:pt idx="2987">
                  <c:v>-16.754999999999999</c:v>
                </c:pt>
                <c:pt idx="2988">
                  <c:v>-16.315000000000001</c:v>
                </c:pt>
                <c:pt idx="2989">
                  <c:v>-15.977</c:v>
                </c:pt>
                <c:pt idx="2990">
                  <c:v>-15.577999999999999</c:v>
                </c:pt>
                <c:pt idx="2991">
                  <c:v>-15.673</c:v>
                </c:pt>
                <c:pt idx="2992">
                  <c:v>-15.179</c:v>
                </c:pt>
                <c:pt idx="2993">
                  <c:v>-16.498000000000001</c:v>
                </c:pt>
                <c:pt idx="2994">
                  <c:v>-18.574000000000002</c:v>
                </c:pt>
                <c:pt idx="2995">
                  <c:v>-18.919</c:v>
                </c:pt>
                <c:pt idx="2996">
                  <c:v>-19.382000000000001</c:v>
                </c:pt>
                <c:pt idx="2997">
                  <c:v>-17.754999999999999</c:v>
                </c:pt>
                <c:pt idx="2998">
                  <c:v>-19.655999999999999</c:v>
                </c:pt>
                <c:pt idx="2999">
                  <c:v>-18.599</c:v>
                </c:pt>
                <c:pt idx="3000">
                  <c:v>-18.530999999999999</c:v>
                </c:pt>
                <c:pt idx="3001">
                  <c:v>-18.984000000000002</c:v>
                </c:pt>
                <c:pt idx="3002">
                  <c:v>-20.242999999999999</c:v>
                </c:pt>
                <c:pt idx="3003">
                  <c:v>-20.631</c:v>
                </c:pt>
                <c:pt idx="3004">
                  <c:v>-19.475999999999999</c:v>
                </c:pt>
                <c:pt idx="3005">
                  <c:v>-20.309999999999999</c:v>
                </c:pt>
                <c:pt idx="3006">
                  <c:v>-20.945</c:v>
                </c:pt>
                <c:pt idx="3007">
                  <c:v>-23.13</c:v>
                </c:pt>
                <c:pt idx="3008">
                  <c:v>-22.114000000000001</c:v>
                </c:pt>
                <c:pt idx="3009">
                  <c:v>-23.292000000000002</c:v>
                </c:pt>
                <c:pt idx="3010">
                  <c:v>-22.294</c:v>
                </c:pt>
                <c:pt idx="3011">
                  <c:v>-22.43</c:v>
                </c:pt>
                <c:pt idx="3012">
                  <c:v>-22.190999999999999</c:v>
                </c:pt>
                <c:pt idx="3013">
                  <c:v>-21.538</c:v>
                </c:pt>
                <c:pt idx="3014">
                  <c:v>-22.54</c:v>
                </c:pt>
                <c:pt idx="3015">
                  <c:v>-21.434000000000001</c:v>
                </c:pt>
                <c:pt idx="3016">
                  <c:v>-22.064</c:v>
                </c:pt>
                <c:pt idx="3017">
                  <c:v>-23.875</c:v>
                </c:pt>
                <c:pt idx="3018">
                  <c:v>-24.306000000000001</c:v>
                </c:pt>
                <c:pt idx="3019">
                  <c:v>-23.707999999999998</c:v>
                </c:pt>
                <c:pt idx="3020">
                  <c:v>-24.36</c:v>
                </c:pt>
                <c:pt idx="3021">
                  <c:v>-23.17</c:v>
                </c:pt>
                <c:pt idx="3022">
                  <c:v>-24.428999999999998</c:v>
                </c:pt>
                <c:pt idx="3023">
                  <c:v>-25.16</c:v>
                </c:pt>
                <c:pt idx="3024">
                  <c:v>-26.553999999999998</c:v>
                </c:pt>
                <c:pt idx="3025">
                  <c:v>-25.2</c:v>
                </c:pt>
                <c:pt idx="3026">
                  <c:v>-26.346</c:v>
                </c:pt>
                <c:pt idx="3027">
                  <c:v>-26.492999999999999</c:v>
                </c:pt>
                <c:pt idx="3028">
                  <c:v>-27.125</c:v>
                </c:pt>
                <c:pt idx="3029">
                  <c:v>-28.193999999999999</c:v>
                </c:pt>
                <c:pt idx="3030">
                  <c:v>-25.684000000000001</c:v>
                </c:pt>
                <c:pt idx="3031">
                  <c:v>-25.952999999999999</c:v>
                </c:pt>
                <c:pt idx="3032">
                  <c:v>-25.977</c:v>
                </c:pt>
                <c:pt idx="3033">
                  <c:v>-25.263999999999999</c:v>
                </c:pt>
                <c:pt idx="3034">
                  <c:v>-27.800999999999998</c:v>
                </c:pt>
                <c:pt idx="3035">
                  <c:v>-26.437999999999999</c:v>
                </c:pt>
                <c:pt idx="3036">
                  <c:v>-23.798999999999999</c:v>
                </c:pt>
                <c:pt idx="3037">
                  <c:v>-25.468</c:v>
                </c:pt>
                <c:pt idx="3038">
                  <c:v>-26.109000000000002</c:v>
                </c:pt>
                <c:pt idx="3039">
                  <c:v>-25.893999999999998</c:v>
                </c:pt>
                <c:pt idx="3040">
                  <c:v>-24.841000000000001</c:v>
                </c:pt>
                <c:pt idx="3041">
                  <c:v>-24.498000000000001</c:v>
                </c:pt>
                <c:pt idx="3042">
                  <c:v>-23.594000000000001</c:v>
                </c:pt>
                <c:pt idx="3043">
                  <c:v>-22.013999999999999</c:v>
                </c:pt>
                <c:pt idx="3044">
                  <c:v>-22.666</c:v>
                </c:pt>
                <c:pt idx="3045">
                  <c:v>-22.898</c:v>
                </c:pt>
                <c:pt idx="3046">
                  <c:v>-23.619</c:v>
                </c:pt>
                <c:pt idx="3047">
                  <c:v>-22.768000000000001</c:v>
                </c:pt>
                <c:pt idx="3048">
                  <c:v>-24.006</c:v>
                </c:pt>
                <c:pt idx="3049">
                  <c:v>-24.994</c:v>
                </c:pt>
                <c:pt idx="3050">
                  <c:v>-26.268999999999998</c:v>
                </c:pt>
                <c:pt idx="3051">
                  <c:v>-25.870999999999999</c:v>
                </c:pt>
                <c:pt idx="3052">
                  <c:v>-26.638999999999999</c:v>
                </c:pt>
                <c:pt idx="3053">
                  <c:v>-26.693000000000001</c:v>
                </c:pt>
                <c:pt idx="3054">
                  <c:v>-27.571999999999999</c:v>
                </c:pt>
                <c:pt idx="3055">
                  <c:v>-27.582999999999998</c:v>
                </c:pt>
                <c:pt idx="3056">
                  <c:v>-28.552</c:v>
                </c:pt>
                <c:pt idx="3057">
                  <c:v>-29.138000000000002</c:v>
                </c:pt>
                <c:pt idx="3058">
                  <c:v>-29.597000000000001</c:v>
                </c:pt>
                <c:pt idx="3059">
                  <c:v>-29.233000000000001</c:v>
                </c:pt>
                <c:pt idx="3060">
                  <c:v>-30.431999999999999</c:v>
                </c:pt>
                <c:pt idx="3061">
                  <c:v>-29.405000000000001</c:v>
                </c:pt>
                <c:pt idx="3062">
                  <c:v>-28.507999999999999</c:v>
                </c:pt>
                <c:pt idx="3063">
                  <c:v>-27.725000000000001</c:v>
                </c:pt>
                <c:pt idx="3064">
                  <c:v>-28.02</c:v>
                </c:pt>
                <c:pt idx="3065">
                  <c:v>-28.84</c:v>
                </c:pt>
                <c:pt idx="3066">
                  <c:v>-29.495000000000001</c:v>
                </c:pt>
                <c:pt idx="3067">
                  <c:v>-28.808</c:v>
                </c:pt>
                <c:pt idx="3068">
                  <c:v>-28.494</c:v>
                </c:pt>
                <c:pt idx="3069">
                  <c:v>-28.175000000000001</c:v>
                </c:pt>
                <c:pt idx="3070">
                  <c:v>-28.396000000000001</c:v>
                </c:pt>
                <c:pt idx="3071">
                  <c:v>-28.869</c:v>
                </c:pt>
                <c:pt idx="3072">
                  <c:v>-29.016999999999999</c:v>
                </c:pt>
                <c:pt idx="3073">
                  <c:v>-29.193999999999999</c:v>
                </c:pt>
                <c:pt idx="3074">
                  <c:v>-28.297999999999998</c:v>
                </c:pt>
                <c:pt idx="3075">
                  <c:v>-28.096</c:v>
                </c:pt>
                <c:pt idx="3076">
                  <c:v>-30.408999999999999</c:v>
                </c:pt>
                <c:pt idx="3077">
                  <c:v>-31.582000000000001</c:v>
                </c:pt>
                <c:pt idx="3078">
                  <c:v>-30.439</c:v>
                </c:pt>
                <c:pt idx="3079">
                  <c:v>-30.338000000000001</c:v>
                </c:pt>
                <c:pt idx="3080">
                  <c:v>-30.245000000000001</c:v>
                </c:pt>
                <c:pt idx="3081">
                  <c:v>-30.26</c:v>
                </c:pt>
                <c:pt idx="3082">
                  <c:v>-29.52</c:v>
                </c:pt>
                <c:pt idx="3083">
                  <c:v>-30.582999999999998</c:v>
                </c:pt>
                <c:pt idx="3084">
                  <c:v>-30.050999999999998</c:v>
                </c:pt>
                <c:pt idx="3085">
                  <c:v>-29.923999999999999</c:v>
                </c:pt>
                <c:pt idx="3086">
                  <c:v>-31.574999999999999</c:v>
                </c:pt>
                <c:pt idx="3087">
                  <c:v>-30.346</c:v>
                </c:pt>
                <c:pt idx="3088">
                  <c:v>-30.117999999999999</c:v>
                </c:pt>
                <c:pt idx="3089">
                  <c:v>-30.204999999999998</c:v>
                </c:pt>
                <c:pt idx="3090">
                  <c:v>-31.616</c:v>
                </c:pt>
                <c:pt idx="3091">
                  <c:v>-29.98</c:v>
                </c:pt>
                <c:pt idx="3092">
                  <c:v>-31.268999999999998</c:v>
                </c:pt>
                <c:pt idx="3093">
                  <c:v>-31.718</c:v>
                </c:pt>
                <c:pt idx="3094">
                  <c:v>-33.167999999999999</c:v>
                </c:pt>
                <c:pt idx="3095">
                  <c:v>-32.844999999999999</c:v>
                </c:pt>
                <c:pt idx="3096">
                  <c:v>-34.406999999999996</c:v>
                </c:pt>
                <c:pt idx="3097">
                  <c:v>-35.04</c:v>
                </c:pt>
                <c:pt idx="3098">
                  <c:v>-35.317999999999998</c:v>
                </c:pt>
                <c:pt idx="3099">
                  <c:v>-35.509</c:v>
                </c:pt>
                <c:pt idx="3100">
                  <c:v>-35.499000000000002</c:v>
                </c:pt>
                <c:pt idx="3101">
                  <c:v>-35.027000000000001</c:v>
                </c:pt>
                <c:pt idx="3102">
                  <c:v>-34.676000000000002</c:v>
                </c:pt>
                <c:pt idx="3103">
                  <c:v>-33.493000000000002</c:v>
                </c:pt>
                <c:pt idx="3104">
                  <c:v>-33.048999999999999</c:v>
                </c:pt>
                <c:pt idx="3105">
                  <c:v>-31.818999999999999</c:v>
                </c:pt>
                <c:pt idx="3106">
                  <c:v>-32.265000000000001</c:v>
                </c:pt>
                <c:pt idx="3107">
                  <c:v>-32.945</c:v>
                </c:pt>
                <c:pt idx="3108">
                  <c:v>-31.03</c:v>
                </c:pt>
                <c:pt idx="3109">
                  <c:v>-31.21</c:v>
                </c:pt>
                <c:pt idx="3110">
                  <c:v>-30.346</c:v>
                </c:pt>
                <c:pt idx="3111">
                  <c:v>-31.558</c:v>
                </c:pt>
                <c:pt idx="3112">
                  <c:v>-32.014000000000003</c:v>
                </c:pt>
                <c:pt idx="3113">
                  <c:v>-31.875</c:v>
                </c:pt>
                <c:pt idx="3114">
                  <c:v>-31.638999999999999</c:v>
                </c:pt>
                <c:pt idx="3115">
                  <c:v>-30.649000000000001</c:v>
                </c:pt>
                <c:pt idx="3116">
                  <c:v>-30.747</c:v>
                </c:pt>
                <c:pt idx="3117">
                  <c:v>-32.456000000000003</c:v>
                </c:pt>
                <c:pt idx="3118">
                  <c:v>-32.737000000000002</c:v>
                </c:pt>
                <c:pt idx="3119">
                  <c:v>-32.35</c:v>
                </c:pt>
                <c:pt idx="3120">
                  <c:v>-34.027999999999999</c:v>
                </c:pt>
                <c:pt idx="3121">
                  <c:v>-32.868000000000002</c:v>
                </c:pt>
                <c:pt idx="3122">
                  <c:v>-32.021000000000001</c:v>
                </c:pt>
                <c:pt idx="3123">
                  <c:v>-31.11</c:v>
                </c:pt>
                <c:pt idx="3124">
                  <c:v>-31.663</c:v>
                </c:pt>
                <c:pt idx="3125">
                  <c:v>-30.608000000000001</c:v>
                </c:pt>
                <c:pt idx="3126">
                  <c:v>-30.512</c:v>
                </c:pt>
                <c:pt idx="3127">
                  <c:v>-30.24</c:v>
                </c:pt>
                <c:pt idx="3128">
                  <c:v>-30.603000000000002</c:v>
                </c:pt>
                <c:pt idx="3129">
                  <c:v>-30.782</c:v>
                </c:pt>
                <c:pt idx="3130">
                  <c:v>-31.542000000000002</c:v>
                </c:pt>
                <c:pt idx="3131">
                  <c:v>-30.495000000000001</c:v>
                </c:pt>
                <c:pt idx="3132">
                  <c:v>-30.359000000000002</c:v>
                </c:pt>
                <c:pt idx="3133">
                  <c:v>-30.994</c:v>
                </c:pt>
                <c:pt idx="3134">
                  <c:v>-30.809000000000001</c:v>
                </c:pt>
                <c:pt idx="3135">
                  <c:v>-30.817</c:v>
                </c:pt>
                <c:pt idx="3136">
                  <c:v>-30.463999999999999</c:v>
                </c:pt>
                <c:pt idx="3137">
                  <c:v>-31.716999999999999</c:v>
                </c:pt>
                <c:pt idx="3138">
                  <c:v>-30.664000000000001</c:v>
                </c:pt>
                <c:pt idx="3139">
                  <c:v>-30.367999999999999</c:v>
                </c:pt>
                <c:pt idx="3140">
                  <c:v>-29.271999999999998</c:v>
                </c:pt>
                <c:pt idx="3141">
                  <c:v>-29.335000000000001</c:v>
                </c:pt>
                <c:pt idx="3142">
                  <c:v>-28.725999999999999</c:v>
                </c:pt>
                <c:pt idx="3143">
                  <c:v>-28.524999999999999</c:v>
                </c:pt>
                <c:pt idx="3144">
                  <c:v>-30.748000000000001</c:v>
                </c:pt>
                <c:pt idx="3145">
                  <c:v>-31.443999999999999</c:v>
                </c:pt>
                <c:pt idx="3146">
                  <c:v>-34.046999999999997</c:v>
                </c:pt>
                <c:pt idx="3147">
                  <c:v>-38.835999999999999</c:v>
                </c:pt>
                <c:pt idx="3148">
                  <c:v>-33.270000000000003</c:v>
                </c:pt>
                <c:pt idx="3149">
                  <c:v>-33.131999999999998</c:v>
                </c:pt>
                <c:pt idx="3150">
                  <c:v>-33.942</c:v>
                </c:pt>
                <c:pt idx="3151">
                  <c:v>-32.636000000000003</c:v>
                </c:pt>
                <c:pt idx="3152">
                  <c:v>-35.591999999999999</c:v>
                </c:pt>
                <c:pt idx="3153">
                  <c:v>-35.036999999999999</c:v>
                </c:pt>
                <c:pt idx="3154">
                  <c:v>-35.74</c:v>
                </c:pt>
                <c:pt idx="3155">
                  <c:v>-36.424999999999997</c:v>
                </c:pt>
                <c:pt idx="3156">
                  <c:v>-36.683</c:v>
                </c:pt>
                <c:pt idx="3157">
                  <c:v>-36.389000000000003</c:v>
                </c:pt>
                <c:pt idx="3158">
                  <c:v>-38.996000000000002</c:v>
                </c:pt>
                <c:pt idx="3159">
                  <c:v>-39.113</c:v>
                </c:pt>
                <c:pt idx="3160">
                  <c:v>-39.517000000000003</c:v>
                </c:pt>
                <c:pt idx="3161">
                  <c:v>-38.865000000000002</c:v>
                </c:pt>
                <c:pt idx="3162">
                  <c:v>-38.447000000000003</c:v>
                </c:pt>
                <c:pt idx="3163">
                  <c:v>-36.976999999999997</c:v>
                </c:pt>
                <c:pt idx="3164">
                  <c:v>-37.384999999999998</c:v>
                </c:pt>
                <c:pt idx="3165">
                  <c:v>-36.24</c:v>
                </c:pt>
                <c:pt idx="3166">
                  <c:v>-34.405999999999999</c:v>
                </c:pt>
                <c:pt idx="3167">
                  <c:v>-36.149000000000001</c:v>
                </c:pt>
                <c:pt idx="3168">
                  <c:v>-35.997</c:v>
                </c:pt>
                <c:pt idx="3169">
                  <c:v>-34.893000000000001</c:v>
                </c:pt>
                <c:pt idx="3170">
                  <c:v>-34.859000000000002</c:v>
                </c:pt>
                <c:pt idx="3171">
                  <c:v>-33.966999999999999</c:v>
                </c:pt>
                <c:pt idx="3172">
                  <c:v>-32.241</c:v>
                </c:pt>
                <c:pt idx="3173">
                  <c:v>-33.307000000000002</c:v>
                </c:pt>
                <c:pt idx="3174">
                  <c:v>-33.225000000000001</c:v>
                </c:pt>
                <c:pt idx="3175">
                  <c:v>-36.124000000000002</c:v>
                </c:pt>
                <c:pt idx="3176">
                  <c:v>-35.067</c:v>
                </c:pt>
                <c:pt idx="3177">
                  <c:v>-36.063000000000002</c:v>
                </c:pt>
                <c:pt idx="3178">
                  <c:v>-34.396000000000001</c:v>
                </c:pt>
                <c:pt idx="3179">
                  <c:v>-37.253999999999998</c:v>
                </c:pt>
                <c:pt idx="3180">
                  <c:v>-35.951000000000001</c:v>
                </c:pt>
                <c:pt idx="3181">
                  <c:v>-42.143000000000001</c:v>
                </c:pt>
                <c:pt idx="3182">
                  <c:v>-40.658000000000001</c:v>
                </c:pt>
                <c:pt idx="3183">
                  <c:v>-38.908000000000001</c:v>
                </c:pt>
                <c:pt idx="3184">
                  <c:v>-37.710999999999999</c:v>
                </c:pt>
                <c:pt idx="3185">
                  <c:v>-40.500999999999998</c:v>
                </c:pt>
                <c:pt idx="3186">
                  <c:v>-40.197000000000003</c:v>
                </c:pt>
                <c:pt idx="3187">
                  <c:v>-39.832000000000001</c:v>
                </c:pt>
                <c:pt idx="3188">
                  <c:v>-40.374000000000002</c:v>
                </c:pt>
                <c:pt idx="3189">
                  <c:v>-42.192999999999998</c:v>
                </c:pt>
                <c:pt idx="3190">
                  <c:v>-42.564</c:v>
                </c:pt>
                <c:pt idx="3191">
                  <c:v>-42.658999999999999</c:v>
                </c:pt>
                <c:pt idx="3192">
                  <c:v>-42.859000000000002</c:v>
                </c:pt>
                <c:pt idx="3193">
                  <c:v>-42.896999999999998</c:v>
                </c:pt>
                <c:pt idx="3194">
                  <c:v>-43.344000000000001</c:v>
                </c:pt>
                <c:pt idx="3195">
                  <c:v>-41.156999999999996</c:v>
                </c:pt>
                <c:pt idx="3196">
                  <c:v>-41.127000000000002</c:v>
                </c:pt>
                <c:pt idx="3197">
                  <c:v>-40.743000000000002</c:v>
                </c:pt>
                <c:pt idx="3198">
                  <c:v>-41.11</c:v>
                </c:pt>
                <c:pt idx="3199">
                  <c:v>-38.893000000000001</c:v>
                </c:pt>
                <c:pt idx="3200">
                  <c:v>-39.273000000000003</c:v>
                </c:pt>
                <c:pt idx="3201">
                  <c:v>-38.78</c:v>
                </c:pt>
                <c:pt idx="3202">
                  <c:v>-39.475000000000001</c:v>
                </c:pt>
                <c:pt idx="3203">
                  <c:v>-40.603999999999999</c:v>
                </c:pt>
                <c:pt idx="3204">
                  <c:v>-42.207999999999998</c:v>
                </c:pt>
                <c:pt idx="3205">
                  <c:v>-41.604999999999997</c:v>
                </c:pt>
                <c:pt idx="3206">
                  <c:v>-39.5</c:v>
                </c:pt>
                <c:pt idx="3207">
                  <c:v>-40.085999999999999</c:v>
                </c:pt>
                <c:pt idx="3208">
                  <c:v>-42.774999999999999</c:v>
                </c:pt>
                <c:pt idx="3209">
                  <c:v>-41.872999999999998</c:v>
                </c:pt>
                <c:pt idx="3210">
                  <c:v>-40.268000000000001</c:v>
                </c:pt>
                <c:pt idx="3211">
                  <c:v>-42.704999999999998</c:v>
                </c:pt>
                <c:pt idx="3212">
                  <c:v>-43.960999999999999</c:v>
                </c:pt>
                <c:pt idx="3213">
                  <c:v>-42.683</c:v>
                </c:pt>
                <c:pt idx="3214">
                  <c:v>-42.606000000000002</c:v>
                </c:pt>
                <c:pt idx="3215">
                  <c:v>-43.204999999999998</c:v>
                </c:pt>
                <c:pt idx="3216">
                  <c:v>-42.121000000000002</c:v>
                </c:pt>
                <c:pt idx="3217">
                  <c:v>-42.134999999999998</c:v>
                </c:pt>
                <c:pt idx="3218">
                  <c:v>-41.037999999999997</c:v>
                </c:pt>
                <c:pt idx="3219">
                  <c:v>-37.880000000000003</c:v>
                </c:pt>
                <c:pt idx="3220">
                  <c:v>-36.43</c:v>
                </c:pt>
                <c:pt idx="3221">
                  <c:v>-35.93</c:v>
                </c:pt>
                <c:pt idx="3222">
                  <c:v>-34.274999999999999</c:v>
                </c:pt>
                <c:pt idx="3223">
                  <c:v>-34.896000000000001</c:v>
                </c:pt>
                <c:pt idx="3224">
                  <c:v>-35.787999999999997</c:v>
                </c:pt>
                <c:pt idx="3225">
                  <c:v>-35.033000000000001</c:v>
                </c:pt>
                <c:pt idx="3226">
                  <c:v>-35.526000000000003</c:v>
                </c:pt>
                <c:pt idx="3227">
                  <c:v>-34.332999999999998</c:v>
                </c:pt>
                <c:pt idx="3228">
                  <c:v>-33.899000000000001</c:v>
                </c:pt>
                <c:pt idx="3229">
                  <c:v>-33.878999999999998</c:v>
                </c:pt>
                <c:pt idx="3230">
                  <c:v>-33.567</c:v>
                </c:pt>
                <c:pt idx="3231">
                  <c:v>-33.029000000000003</c:v>
                </c:pt>
                <c:pt idx="3232">
                  <c:v>-30.742000000000001</c:v>
                </c:pt>
                <c:pt idx="3233">
                  <c:v>-30.593</c:v>
                </c:pt>
                <c:pt idx="3234">
                  <c:v>-31.045999999999999</c:v>
                </c:pt>
                <c:pt idx="3235">
                  <c:v>-32.85</c:v>
                </c:pt>
                <c:pt idx="3236">
                  <c:v>-33.316000000000003</c:v>
                </c:pt>
                <c:pt idx="3237">
                  <c:v>-33.247999999999998</c:v>
                </c:pt>
                <c:pt idx="3238">
                  <c:v>-34.158000000000001</c:v>
                </c:pt>
                <c:pt idx="3239">
                  <c:v>-33.683</c:v>
                </c:pt>
                <c:pt idx="3240">
                  <c:v>-32.710999999999999</c:v>
                </c:pt>
                <c:pt idx="3241">
                  <c:v>-31.65</c:v>
                </c:pt>
                <c:pt idx="3242">
                  <c:v>-30.530999999999999</c:v>
                </c:pt>
                <c:pt idx="3243">
                  <c:v>-31.033000000000001</c:v>
                </c:pt>
                <c:pt idx="3244">
                  <c:v>-30.309000000000001</c:v>
                </c:pt>
                <c:pt idx="3245">
                  <c:v>-31.106000000000002</c:v>
                </c:pt>
                <c:pt idx="3246">
                  <c:v>-30.753</c:v>
                </c:pt>
                <c:pt idx="3247">
                  <c:v>-30.257000000000001</c:v>
                </c:pt>
                <c:pt idx="3248">
                  <c:v>-29.282</c:v>
                </c:pt>
                <c:pt idx="3249">
                  <c:v>-30.06</c:v>
                </c:pt>
                <c:pt idx="3250">
                  <c:v>-28.748999999999999</c:v>
                </c:pt>
                <c:pt idx="3251">
                  <c:v>-29.658999999999999</c:v>
                </c:pt>
                <c:pt idx="3252">
                  <c:v>-29.673999999999999</c:v>
                </c:pt>
                <c:pt idx="3253">
                  <c:v>-28.576000000000001</c:v>
                </c:pt>
                <c:pt idx="3254">
                  <c:v>-29.58</c:v>
                </c:pt>
                <c:pt idx="3255">
                  <c:v>-30.202999999999999</c:v>
                </c:pt>
                <c:pt idx="3256">
                  <c:v>-30.254999999999999</c:v>
                </c:pt>
                <c:pt idx="3257">
                  <c:v>-29.178000000000001</c:v>
                </c:pt>
                <c:pt idx="3258">
                  <c:v>-31.765000000000001</c:v>
                </c:pt>
                <c:pt idx="3259">
                  <c:v>-29.369</c:v>
                </c:pt>
                <c:pt idx="3260">
                  <c:v>-26.738</c:v>
                </c:pt>
                <c:pt idx="3261">
                  <c:v>-25.257000000000001</c:v>
                </c:pt>
                <c:pt idx="3262">
                  <c:v>-26.905000000000001</c:v>
                </c:pt>
                <c:pt idx="3263">
                  <c:v>-27.71</c:v>
                </c:pt>
                <c:pt idx="3264">
                  <c:v>-27.538</c:v>
                </c:pt>
                <c:pt idx="3265">
                  <c:v>-25.879000000000001</c:v>
                </c:pt>
                <c:pt idx="3266">
                  <c:v>-28.645</c:v>
                </c:pt>
                <c:pt idx="3267">
                  <c:v>-29.338000000000001</c:v>
                </c:pt>
                <c:pt idx="3268">
                  <c:v>-29.952000000000002</c:v>
                </c:pt>
                <c:pt idx="3269">
                  <c:v>-31.640999999999998</c:v>
                </c:pt>
                <c:pt idx="3270">
                  <c:v>-30.239000000000001</c:v>
                </c:pt>
                <c:pt idx="3271">
                  <c:v>-30.966999999999999</c:v>
                </c:pt>
                <c:pt idx="3272">
                  <c:v>-30.727</c:v>
                </c:pt>
                <c:pt idx="3273">
                  <c:v>-33.033999999999999</c:v>
                </c:pt>
                <c:pt idx="3274">
                  <c:v>-33.719000000000001</c:v>
                </c:pt>
                <c:pt idx="3275">
                  <c:v>-31.995000000000001</c:v>
                </c:pt>
                <c:pt idx="3276">
                  <c:v>-31.855</c:v>
                </c:pt>
                <c:pt idx="3277">
                  <c:v>-31.367999999999999</c:v>
                </c:pt>
                <c:pt idx="3278">
                  <c:v>-29.966000000000001</c:v>
                </c:pt>
                <c:pt idx="3279">
                  <c:v>-29.533999999999999</c:v>
                </c:pt>
                <c:pt idx="3280">
                  <c:v>-30.045000000000002</c:v>
                </c:pt>
                <c:pt idx="3281">
                  <c:v>-30.965</c:v>
                </c:pt>
                <c:pt idx="3282">
                  <c:v>-29.413</c:v>
                </c:pt>
                <c:pt idx="3283">
                  <c:v>-30.478000000000002</c:v>
                </c:pt>
                <c:pt idx="3284">
                  <c:v>-29.721</c:v>
                </c:pt>
                <c:pt idx="3285">
                  <c:v>-28.87</c:v>
                </c:pt>
                <c:pt idx="3286">
                  <c:v>-28.59</c:v>
                </c:pt>
                <c:pt idx="3287">
                  <c:v>-29.047999999999998</c:v>
                </c:pt>
                <c:pt idx="3288">
                  <c:v>-29.343</c:v>
                </c:pt>
                <c:pt idx="3289">
                  <c:v>-29.071999999999999</c:v>
                </c:pt>
                <c:pt idx="3290">
                  <c:v>-29.727</c:v>
                </c:pt>
                <c:pt idx="3291">
                  <c:v>-28.515999999999998</c:v>
                </c:pt>
                <c:pt idx="3292">
                  <c:v>-29.516999999999999</c:v>
                </c:pt>
                <c:pt idx="3293">
                  <c:v>-28.83</c:v>
                </c:pt>
                <c:pt idx="3294">
                  <c:v>-27.635000000000002</c:v>
                </c:pt>
                <c:pt idx="3295">
                  <c:v>-27.263000000000002</c:v>
                </c:pt>
                <c:pt idx="3296">
                  <c:v>-26.721</c:v>
                </c:pt>
                <c:pt idx="3297">
                  <c:v>-25.484999999999999</c:v>
                </c:pt>
                <c:pt idx="3298">
                  <c:v>-26.260999999999999</c:v>
                </c:pt>
                <c:pt idx="3299">
                  <c:v>-26.719000000000001</c:v>
                </c:pt>
                <c:pt idx="3300">
                  <c:v>-29.018999999999998</c:v>
                </c:pt>
                <c:pt idx="3301">
                  <c:v>-28.895</c:v>
                </c:pt>
                <c:pt idx="3302">
                  <c:v>-28.262</c:v>
                </c:pt>
                <c:pt idx="3303">
                  <c:v>-28.888000000000002</c:v>
                </c:pt>
                <c:pt idx="3304">
                  <c:v>-29.67</c:v>
                </c:pt>
                <c:pt idx="3305">
                  <c:v>-30.193000000000001</c:v>
                </c:pt>
                <c:pt idx="3306">
                  <c:v>-31.388999999999999</c:v>
                </c:pt>
                <c:pt idx="3307">
                  <c:v>-30.611000000000001</c:v>
                </c:pt>
                <c:pt idx="3308">
                  <c:v>-30.762</c:v>
                </c:pt>
                <c:pt idx="3309">
                  <c:v>-29.916</c:v>
                </c:pt>
                <c:pt idx="3310">
                  <c:v>-29.789000000000001</c:v>
                </c:pt>
                <c:pt idx="3311">
                  <c:v>-29.311</c:v>
                </c:pt>
                <c:pt idx="3312">
                  <c:v>-29.474</c:v>
                </c:pt>
                <c:pt idx="3313">
                  <c:v>-30.044</c:v>
                </c:pt>
                <c:pt idx="3314">
                  <c:v>-30.164000000000001</c:v>
                </c:pt>
                <c:pt idx="3315">
                  <c:v>-31.23</c:v>
                </c:pt>
                <c:pt idx="3316">
                  <c:v>-30.489000000000001</c:v>
                </c:pt>
                <c:pt idx="3317">
                  <c:v>-31.56</c:v>
                </c:pt>
                <c:pt idx="3318">
                  <c:v>-33.326999999999998</c:v>
                </c:pt>
                <c:pt idx="3319">
                  <c:v>-33.999000000000002</c:v>
                </c:pt>
                <c:pt idx="3320">
                  <c:v>-34.524000000000001</c:v>
                </c:pt>
                <c:pt idx="3321">
                  <c:v>-32.927999999999997</c:v>
                </c:pt>
                <c:pt idx="3322">
                  <c:v>-33.152000000000001</c:v>
                </c:pt>
                <c:pt idx="3323">
                  <c:v>-33.152000000000001</c:v>
                </c:pt>
                <c:pt idx="3324">
                  <c:v>-33.555</c:v>
                </c:pt>
                <c:pt idx="3325">
                  <c:v>-31.57</c:v>
                </c:pt>
                <c:pt idx="3326">
                  <c:v>-29.204000000000001</c:v>
                </c:pt>
                <c:pt idx="3327">
                  <c:v>-31.041</c:v>
                </c:pt>
                <c:pt idx="3328">
                  <c:v>-30.6</c:v>
                </c:pt>
                <c:pt idx="3329">
                  <c:v>-31.126999999999999</c:v>
                </c:pt>
                <c:pt idx="3330">
                  <c:v>-30.035</c:v>
                </c:pt>
                <c:pt idx="3331">
                  <c:v>-30.76</c:v>
                </c:pt>
                <c:pt idx="3332">
                  <c:v>-30.312000000000001</c:v>
                </c:pt>
                <c:pt idx="3333">
                  <c:v>-30.927</c:v>
                </c:pt>
                <c:pt idx="3334">
                  <c:v>-30.52</c:v>
                </c:pt>
                <c:pt idx="3335">
                  <c:v>-31.013000000000002</c:v>
                </c:pt>
                <c:pt idx="3336">
                  <c:v>-29.373000000000001</c:v>
                </c:pt>
                <c:pt idx="3337">
                  <c:v>-28.927</c:v>
                </c:pt>
                <c:pt idx="3338">
                  <c:v>-29.946999999999999</c:v>
                </c:pt>
                <c:pt idx="3339">
                  <c:v>-29.574999999999999</c:v>
                </c:pt>
                <c:pt idx="3340">
                  <c:v>-28.835999999999999</c:v>
                </c:pt>
                <c:pt idx="3341">
                  <c:v>-28.832000000000001</c:v>
                </c:pt>
                <c:pt idx="3342">
                  <c:v>-30.780999999999999</c:v>
                </c:pt>
                <c:pt idx="3343">
                  <c:v>-28.841999999999999</c:v>
                </c:pt>
                <c:pt idx="3344">
                  <c:v>-29.216000000000001</c:v>
                </c:pt>
                <c:pt idx="3345">
                  <c:v>-28.504999999999999</c:v>
                </c:pt>
                <c:pt idx="3346">
                  <c:v>-29.47</c:v>
                </c:pt>
                <c:pt idx="3347">
                  <c:v>-29.082000000000001</c:v>
                </c:pt>
                <c:pt idx="3348">
                  <c:v>-28.248999999999999</c:v>
                </c:pt>
                <c:pt idx="3349">
                  <c:v>-28.553000000000001</c:v>
                </c:pt>
                <c:pt idx="3350">
                  <c:v>-27.805</c:v>
                </c:pt>
                <c:pt idx="3351">
                  <c:v>-26.503</c:v>
                </c:pt>
                <c:pt idx="3352">
                  <c:v>-28.065999999999999</c:v>
                </c:pt>
                <c:pt idx="3353">
                  <c:v>-27.933</c:v>
                </c:pt>
                <c:pt idx="3354">
                  <c:v>-27.863</c:v>
                </c:pt>
                <c:pt idx="3355">
                  <c:v>-28.148</c:v>
                </c:pt>
                <c:pt idx="3356">
                  <c:v>-28.559000000000001</c:v>
                </c:pt>
                <c:pt idx="3357">
                  <c:v>-28.15</c:v>
                </c:pt>
                <c:pt idx="3358">
                  <c:v>-30.46</c:v>
                </c:pt>
                <c:pt idx="3359">
                  <c:v>-29.545000000000002</c:v>
                </c:pt>
                <c:pt idx="3360">
                  <c:v>-28.856000000000002</c:v>
                </c:pt>
                <c:pt idx="3361">
                  <c:v>-29.585999999999999</c:v>
                </c:pt>
                <c:pt idx="3362">
                  <c:v>-29.456</c:v>
                </c:pt>
                <c:pt idx="3363">
                  <c:v>-29.097999999999999</c:v>
                </c:pt>
                <c:pt idx="3364">
                  <c:v>-28.353999999999999</c:v>
                </c:pt>
                <c:pt idx="3365">
                  <c:v>-30.446999999999999</c:v>
                </c:pt>
                <c:pt idx="3366">
                  <c:v>-30.372</c:v>
                </c:pt>
                <c:pt idx="3367">
                  <c:v>-29.811</c:v>
                </c:pt>
                <c:pt idx="3368">
                  <c:v>-31.812000000000001</c:v>
                </c:pt>
                <c:pt idx="3369">
                  <c:v>-30.553000000000001</c:v>
                </c:pt>
                <c:pt idx="3370">
                  <c:v>-29.960999999999999</c:v>
                </c:pt>
                <c:pt idx="3371">
                  <c:v>-29.834</c:v>
                </c:pt>
                <c:pt idx="3372">
                  <c:v>-30.509</c:v>
                </c:pt>
                <c:pt idx="3373">
                  <c:v>-30</c:v>
                </c:pt>
                <c:pt idx="3374">
                  <c:v>-30.11</c:v>
                </c:pt>
                <c:pt idx="3375">
                  <c:v>-31.091000000000001</c:v>
                </c:pt>
                <c:pt idx="3376">
                  <c:v>-31.585999999999999</c:v>
                </c:pt>
                <c:pt idx="3377">
                  <c:v>-31.581</c:v>
                </c:pt>
                <c:pt idx="3378">
                  <c:v>-30.347000000000001</c:v>
                </c:pt>
                <c:pt idx="3379">
                  <c:v>-31.541</c:v>
                </c:pt>
                <c:pt idx="3380">
                  <c:v>-32.155000000000001</c:v>
                </c:pt>
                <c:pt idx="3381">
                  <c:v>-32.130000000000003</c:v>
                </c:pt>
                <c:pt idx="3382">
                  <c:v>-31.484000000000002</c:v>
                </c:pt>
                <c:pt idx="3383">
                  <c:v>-31.460999999999999</c:v>
                </c:pt>
                <c:pt idx="3384">
                  <c:v>-31.335999999999999</c:v>
                </c:pt>
                <c:pt idx="3385">
                  <c:v>-31.556000000000001</c:v>
                </c:pt>
                <c:pt idx="3386">
                  <c:v>-31.105</c:v>
                </c:pt>
                <c:pt idx="3387">
                  <c:v>-31.253</c:v>
                </c:pt>
                <c:pt idx="3388">
                  <c:v>-31.276</c:v>
                </c:pt>
                <c:pt idx="3389">
                  <c:v>-31.774999999999999</c:v>
                </c:pt>
                <c:pt idx="3390">
                  <c:v>-31.98</c:v>
                </c:pt>
                <c:pt idx="3391">
                  <c:v>-31.718</c:v>
                </c:pt>
                <c:pt idx="3392">
                  <c:v>-32.433</c:v>
                </c:pt>
                <c:pt idx="3393">
                  <c:v>-31.824000000000002</c:v>
                </c:pt>
                <c:pt idx="3394">
                  <c:v>-31.891999999999999</c:v>
                </c:pt>
                <c:pt idx="3395">
                  <c:v>-31.788</c:v>
                </c:pt>
                <c:pt idx="3396">
                  <c:v>-32.591999999999999</c:v>
                </c:pt>
                <c:pt idx="3397">
                  <c:v>-33.378999999999998</c:v>
                </c:pt>
                <c:pt idx="3398">
                  <c:v>-32.234999999999999</c:v>
                </c:pt>
                <c:pt idx="3399">
                  <c:v>-33.195999999999998</c:v>
                </c:pt>
                <c:pt idx="3400">
                  <c:v>-33.444000000000003</c:v>
                </c:pt>
                <c:pt idx="3401">
                  <c:v>-32.131</c:v>
                </c:pt>
                <c:pt idx="3402">
                  <c:v>-32.795000000000002</c:v>
                </c:pt>
                <c:pt idx="3403">
                  <c:v>-33.066000000000003</c:v>
                </c:pt>
                <c:pt idx="3404">
                  <c:v>-33.472999999999999</c:v>
                </c:pt>
                <c:pt idx="3405">
                  <c:v>-33.116999999999997</c:v>
                </c:pt>
                <c:pt idx="3406">
                  <c:v>-33.683999999999997</c:v>
                </c:pt>
                <c:pt idx="3407">
                  <c:v>-32.93</c:v>
                </c:pt>
                <c:pt idx="3408">
                  <c:v>-33.064</c:v>
                </c:pt>
                <c:pt idx="3409">
                  <c:v>-33.631999999999998</c:v>
                </c:pt>
                <c:pt idx="3410">
                  <c:v>-34.494999999999997</c:v>
                </c:pt>
                <c:pt idx="3411">
                  <c:v>-34.445</c:v>
                </c:pt>
                <c:pt idx="3412">
                  <c:v>-35.552</c:v>
                </c:pt>
                <c:pt idx="3413">
                  <c:v>-36.064999999999998</c:v>
                </c:pt>
                <c:pt idx="3414">
                  <c:v>-36.268999999999998</c:v>
                </c:pt>
                <c:pt idx="3415">
                  <c:v>-36.323</c:v>
                </c:pt>
                <c:pt idx="3416">
                  <c:v>-36.868000000000002</c:v>
                </c:pt>
                <c:pt idx="3417">
                  <c:v>-37.280999999999999</c:v>
                </c:pt>
                <c:pt idx="3418">
                  <c:v>-38.969000000000001</c:v>
                </c:pt>
                <c:pt idx="3419">
                  <c:v>-39.07</c:v>
                </c:pt>
                <c:pt idx="3420">
                  <c:v>-39.540999999999997</c:v>
                </c:pt>
                <c:pt idx="3421">
                  <c:v>-37.953000000000003</c:v>
                </c:pt>
                <c:pt idx="3422">
                  <c:v>-37.761000000000003</c:v>
                </c:pt>
                <c:pt idx="3423">
                  <c:v>-36.658000000000001</c:v>
                </c:pt>
                <c:pt idx="3424">
                  <c:v>-37.375</c:v>
                </c:pt>
                <c:pt idx="3425">
                  <c:v>-38.06</c:v>
                </c:pt>
                <c:pt idx="3426">
                  <c:v>-38.362000000000002</c:v>
                </c:pt>
                <c:pt idx="3427">
                  <c:v>-40.488</c:v>
                </c:pt>
                <c:pt idx="3428">
                  <c:v>-39.106000000000002</c:v>
                </c:pt>
                <c:pt idx="3429">
                  <c:v>-38.622999999999998</c:v>
                </c:pt>
                <c:pt idx="3430">
                  <c:v>-37.225000000000001</c:v>
                </c:pt>
                <c:pt idx="3431">
                  <c:v>-37.923999999999999</c:v>
                </c:pt>
                <c:pt idx="3432">
                  <c:v>-39.308</c:v>
                </c:pt>
                <c:pt idx="3433">
                  <c:v>-40.037999999999997</c:v>
                </c:pt>
                <c:pt idx="3434">
                  <c:v>-40.517000000000003</c:v>
                </c:pt>
                <c:pt idx="3435">
                  <c:v>-40.366999999999997</c:v>
                </c:pt>
                <c:pt idx="3436">
                  <c:v>-41.220999999999997</c:v>
                </c:pt>
                <c:pt idx="3437">
                  <c:v>-41.866999999999997</c:v>
                </c:pt>
                <c:pt idx="3438">
                  <c:v>-40.725000000000001</c:v>
                </c:pt>
                <c:pt idx="3439">
                  <c:v>-41.83</c:v>
                </c:pt>
                <c:pt idx="3440">
                  <c:v>-42.036999999999999</c:v>
                </c:pt>
                <c:pt idx="3441">
                  <c:v>-42.341000000000001</c:v>
                </c:pt>
                <c:pt idx="3442">
                  <c:v>-41.247999999999998</c:v>
                </c:pt>
                <c:pt idx="3443">
                  <c:v>-42.457999999999998</c:v>
                </c:pt>
                <c:pt idx="3444">
                  <c:v>-42.261000000000003</c:v>
                </c:pt>
                <c:pt idx="3445">
                  <c:v>-42.524000000000001</c:v>
                </c:pt>
                <c:pt idx="3446">
                  <c:v>-42.209000000000003</c:v>
                </c:pt>
                <c:pt idx="3447">
                  <c:v>-42.267000000000003</c:v>
                </c:pt>
                <c:pt idx="3448">
                  <c:v>-42.100999999999999</c:v>
                </c:pt>
                <c:pt idx="3449">
                  <c:v>-41.491999999999997</c:v>
                </c:pt>
                <c:pt idx="3450">
                  <c:v>-39.424999999999997</c:v>
                </c:pt>
                <c:pt idx="3451">
                  <c:v>-39.137999999999998</c:v>
                </c:pt>
                <c:pt idx="3452">
                  <c:v>-40.162999999999997</c:v>
                </c:pt>
                <c:pt idx="3453">
                  <c:v>-39.369</c:v>
                </c:pt>
                <c:pt idx="3454">
                  <c:v>-38.877000000000002</c:v>
                </c:pt>
                <c:pt idx="3455">
                  <c:v>-39.606000000000002</c:v>
                </c:pt>
                <c:pt idx="3456">
                  <c:v>-41.305</c:v>
                </c:pt>
                <c:pt idx="3457">
                  <c:v>-41.993000000000002</c:v>
                </c:pt>
                <c:pt idx="3458">
                  <c:v>-40.862000000000002</c:v>
                </c:pt>
                <c:pt idx="3459">
                  <c:v>-40.947000000000003</c:v>
                </c:pt>
                <c:pt idx="3460">
                  <c:v>-41.444000000000003</c:v>
                </c:pt>
                <c:pt idx="3461">
                  <c:v>-43.048000000000002</c:v>
                </c:pt>
                <c:pt idx="3462">
                  <c:v>-43.335999999999999</c:v>
                </c:pt>
                <c:pt idx="3463">
                  <c:v>-40.56</c:v>
                </c:pt>
                <c:pt idx="3464">
                  <c:v>-40.014000000000003</c:v>
                </c:pt>
                <c:pt idx="3465">
                  <c:v>-40.975999999999999</c:v>
                </c:pt>
                <c:pt idx="3466">
                  <c:v>-38.298999999999999</c:v>
                </c:pt>
                <c:pt idx="3467">
                  <c:v>-38.408999999999999</c:v>
                </c:pt>
                <c:pt idx="3468">
                  <c:v>-39.296999999999997</c:v>
                </c:pt>
                <c:pt idx="3469">
                  <c:v>-39.557000000000002</c:v>
                </c:pt>
                <c:pt idx="3470">
                  <c:v>-38.283000000000001</c:v>
                </c:pt>
                <c:pt idx="3471">
                  <c:v>-38.840000000000003</c:v>
                </c:pt>
                <c:pt idx="3472">
                  <c:v>-38.401000000000003</c:v>
                </c:pt>
                <c:pt idx="3473">
                  <c:v>-37.722999999999999</c:v>
                </c:pt>
                <c:pt idx="3474">
                  <c:v>-36.941000000000003</c:v>
                </c:pt>
                <c:pt idx="3475">
                  <c:v>-36.313000000000002</c:v>
                </c:pt>
                <c:pt idx="3476">
                  <c:v>-36.573</c:v>
                </c:pt>
                <c:pt idx="3477">
                  <c:v>-36.774000000000001</c:v>
                </c:pt>
                <c:pt idx="3478">
                  <c:v>-36.92</c:v>
                </c:pt>
                <c:pt idx="3479">
                  <c:v>-37.372</c:v>
                </c:pt>
                <c:pt idx="3480">
                  <c:v>-36.831000000000003</c:v>
                </c:pt>
                <c:pt idx="3481">
                  <c:v>-35.817</c:v>
                </c:pt>
                <c:pt idx="3482">
                  <c:v>-35.962000000000003</c:v>
                </c:pt>
                <c:pt idx="3483">
                  <c:v>-35.084000000000003</c:v>
                </c:pt>
                <c:pt idx="3484">
                  <c:v>-36.228999999999999</c:v>
                </c:pt>
                <c:pt idx="3485">
                  <c:v>-37.139000000000003</c:v>
                </c:pt>
                <c:pt idx="3486">
                  <c:v>-38.347999999999999</c:v>
                </c:pt>
                <c:pt idx="3487">
                  <c:v>-37.369</c:v>
                </c:pt>
                <c:pt idx="3488">
                  <c:v>-37.720999999999997</c:v>
                </c:pt>
                <c:pt idx="3489">
                  <c:v>-36.305</c:v>
                </c:pt>
                <c:pt idx="3490">
                  <c:v>-37.767000000000003</c:v>
                </c:pt>
                <c:pt idx="3491">
                  <c:v>-37.012999999999998</c:v>
                </c:pt>
                <c:pt idx="3492">
                  <c:v>-37.033999999999999</c:v>
                </c:pt>
                <c:pt idx="3493">
                  <c:v>-36.145000000000003</c:v>
                </c:pt>
                <c:pt idx="3494">
                  <c:v>-37.982999999999997</c:v>
                </c:pt>
                <c:pt idx="3495">
                  <c:v>-37.103000000000002</c:v>
                </c:pt>
                <c:pt idx="3496">
                  <c:v>-38.527999999999999</c:v>
                </c:pt>
                <c:pt idx="3497">
                  <c:v>-38.314</c:v>
                </c:pt>
                <c:pt idx="3498">
                  <c:v>-37.923000000000002</c:v>
                </c:pt>
                <c:pt idx="3499">
                  <c:v>-39.173999999999999</c:v>
                </c:pt>
                <c:pt idx="3500">
                  <c:v>-39.25</c:v>
                </c:pt>
                <c:pt idx="3501">
                  <c:v>-38.698999999999998</c:v>
                </c:pt>
                <c:pt idx="3502">
                  <c:v>-38.389000000000003</c:v>
                </c:pt>
                <c:pt idx="3503">
                  <c:v>-37.253</c:v>
                </c:pt>
                <c:pt idx="3504">
                  <c:v>-37.606000000000002</c:v>
                </c:pt>
                <c:pt idx="3505">
                  <c:v>-38.137</c:v>
                </c:pt>
                <c:pt idx="3506">
                  <c:v>-37.326000000000001</c:v>
                </c:pt>
                <c:pt idx="3507">
                  <c:v>-35.692</c:v>
                </c:pt>
                <c:pt idx="3508">
                  <c:v>-36.066000000000003</c:v>
                </c:pt>
                <c:pt idx="3509">
                  <c:v>-36.11</c:v>
                </c:pt>
                <c:pt idx="3510">
                  <c:v>-36.503</c:v>
                </c:pt>
                <c:pt idx="3511">
                  <c:v>-36.874000000000002</c:v>
                </c:pt>
                <c:pt idx="3512">
                  <c:v>-36.557000000000002</c:v>
                </c:pt>
                <c:pt idx="3513">
                  <c:v>-37.334000000000003</c:v>
                </c:pt>
                <c:pt idx="3514">
                  <c:v>-37.533999999999999</c:v>
                </c:pt>
                <c:pt idx="3515">
                  <c:v>-37.475000000000001</c:v>
                </c:pt>
                <c:pt idx="3516">
                  <c:v>-36.353000000000002</c:v>
                </c:pt>
                <c:pt idx="3517">
                  <c:v>-35.497</c:v>
                </c:pt>
                <c:pt idx="3518">
                  <c:v>-34.716999999999999</c:v>
                </c:pt>
                <c:pt idx="3519">
                  <c:v>-35.064</c:v>
                </c:pt>
                <c:pt idx="3520">
                  <c:v>-34.518999999999998</c:v>
                </c:pt>
                <c:pt idx="3521">
                  <c:v>-34.729999999999997</c:v>
                </c:pt>
                <c:pt idx="3522">
                  <c:v>-35.524999999999999</c:v>
                </c:pt>
                <c:pt idx="3523">
                  <c:v>-36.521000000000001</c:v>
                </c:pt>
                <c:pt idx="3524">
                  <c:v>-36.405000000000001</c:v>
                </c:pt>
                <c:pt idx="3525">
                  <c:v>-36.948</c:v>
                </c:pt>
                <c:pt idx="3526">
                  <c:v>-35.909999999999997</c:v>
                </c:pt>
                <c:pt idx="3527">
                  <c:v>-36.125999999999998</c:v>
                </c:pt>
                <c:pt idx="3528">
                  <c:v>-36.241999999999997</c:v>
                </c:pt>
                <c:pt idx="3529">
                  <c:v>-35.914999999999999</c:v>
                </c:pt>
                <c:pt idx="3530">
                  <c:v>-36.124000000000002</c:v>
                </c:pt>
                <c:pt idx="3531">
                  <c:v>-36.582000000000001</c:v>
                </c:pt>
                <c:pt idx="3532">
                  <c:v>-36.612000000000002</c:v>
                </c:pt>
                <c:pt idx="3533">
                  <c:v>-37.674999999999997</c:v>
                </c:pt>
                <c:pt idx="3534">
                  <c:v>-37.28</c:v>
                </c:pt>
                <c:pt idx="3535">
                  <c:v>-36.591000000000001</c:v>
                </c:pt>
                <c:pt idx="3536">
                  <c:v>-37.228999999999999</c:v>
                </c:pt>
                <c:pt idx="3537">
                  <c:v>-37.526000000000003</c:v>
                </c:pt>
                <c:pt idx="3538">
                  <c:v>-37.438000000000002</c:v>
                </c:pt>
                <c:pt idx="3539">
                  <c:v>-37.444000000000003</c:v>
                </c:pt>
                <c:pt idx="3540">
                  <c:v>-37.045999999999999</c:v>
                </c:pt>
                <c:pt idx="3541">
                  <c:v>-36.780999999999999</c:v>
                </c:pt>
                <c:pt idx="3542">
                  <c:v>-35.764000000000003</c:v>
                </c:pt>
                <c:pt idx="3543">
                  <c:v>-35.752000000000002</c:v>
                </c:pt>
                <c:pt idx="3544">
                  <c:v>-35.954000000000001</c:v>
                </c:pt>
                <c:pt idx="3545">
                  <c:v>-34.923000000000002</c:v>
                </c:pt>
                <c:pt idx="3546">
                  <c:v>-35.411000000000001</c:v>
                </c:pt>
                <c:pt idx="3547">
                  <c:v>-34.789000000000001</c:v>
                </c:pt>
                <c:pt idx="3548">
                  <c:v>-35.502000000000002</c:v>
                </c:pt>
                <c:pt idx="3549">
                  <c:v>-35.25</c:v>
                </c:pt>
                <c:pt idx="3550">
                  <c:v>-34.630000000000003</c:v>
                </c:pt>
                <c:pt idx="3551">
                  <c:v>-33.765000000000001</c:v>
                </c:pt>
                <c:pt idx="3552">
                  <c:v>-34.027999999999999</c:v>
                </c:pt>
                <c:pt idx="3553">
                  <c:v>-34.316000000000003</c:v>
                </c:pt>
                <c:pt idx="3554">
                  <c:v>-34.277999999999999</c:v>
                </c:pt>
                <c:pt idx="3555">
                  <c:v>-32.850999999999999</c:v>
                </c:pt>
                <c:pt idx="3556">
                  <c:v>-34.441000000000003</c:v>
                </c:pt>
                <c:pt idx="3557">
                  <c:v>-34.604999999999997</c:v>
                </c:pt>
                <c:pt idx="3558">
                  <c:v>-35.283999999999999</c:v>
                </c:pt>
                <c:pt idx="3559">
                  <c:v>-34.93</c:v>
                </c:pt>
                <c:pt idx="3560">
                  <c:v>-35.136000000000003</c:v>
                </c:pt>
                <c:pt idx="3561">
                  <c:v>-35.322000000000003</c:v>
                </c:pt>
                <c:pt idx="3562">
                  <c:v>-35.944000000000003</c:v>
                </c:pt>
                <c:pt idx="3563">
                  <c:v>-35.86</c:v>
                </c:pt>
                <c:pt idx="3564">
                  <c:v>-36.475000000000001</c:v>
                </c:pt>
                <c:pt idx="3565">
                  <c:v>-36.070999999999998</c:v>
                </c:pt>
                <c:pt idx="3566">
                  <c:v>-36.637999999999998</c:v>
                </c:pt>
                <c:pt idx="3567">
                  <c:v>-35.463999999999999</c:v>
                </c:pt>
                <c:pt idx="3568">
                  <c:v>-35.484000000000002</c:v>
                </c:pt>
                <c:pt idx="3569">
                  <c:v>-35.201999999999998</c:v>
                </c:pt>
                <c:pt idx="3570">
                  <c:v>-34.950000000000003</c:v>
                </c:pt>
                <c:pt idx="3571">
                  <c:v>-35.555</c:v>
                </c:pt>
                <c:pt idx="3572">
                  <c:v>-35.643000000000001</c:v>
                </c:pt>
                <c:pt idx="3573">
                  <c:v>-35.488</c:v>
                </c:pt>
                <c:pt idx="3574">
                  <c:v>-34.954000000000001</c:v>
                </c:pt>
                <c:pt idx="3575">
                  <c:v>-36.598999999999997</c:v>
                </c:pt>
                <c:pt idx="3576">
                  <c:v>-37.133000000000003</c:v>
                </c:pt>
                <c:pt idx="3577">
                  <c:v>-36.113999999999997</c:v>
                </c:pt>
                <c:pt idx="3578">
                  <c:v>-37.033999999999999</c:v>
                </c:pt>
                <c:pt idx="3579">
                  <c:v>-36.470999999999997</c:v>
                </c:pt>
                <c:pt idx="3580">
                  <c:v>-36.741999999999997</c:v>
                </c:pt>
                <c:pt idx="3581">
                  <c:v>-37.433</c:v>
                </c:pt>
                <c:pt idx="3582">
                  <c:v>-37.585999999999999</c:v>
                </c:pt>
                <c:pt idx="3583">
                  <c:v>-37.478999999999999</c:v>
                </c:pt>
                <c:pt idx="3584">
                  <c:v>-37.268000000000001</c:v>
                </c:pt>
                <c:pt idx="3585">
                  <c:v>-37.795999999999999</c:v>
                </c:pt>
                <c:pt idx="3586">
                  <c:v>-37.255000000000003</c:v>
                </c:pt>
                <c:pt idx="3587">
                  <c:v>-38.584000000000003</c:v>
                </c:pt>
                <c:pt idx="3588">
                  <c:v>-37.301000000000002</c:v>
                </c:pt>
                <c:pt idx="3589">
                  <c:v>-36.698</c:v>
                </c:pt>
                <c:pt idx="3590">
                  <c:v>-37.496000000000002</c:v>
                </c:pt>
                <c:pt idx="3591">
                  <c:v>-37.69</c:v>
                </c:pt>
                <c:pt idx="3592">
                  <c:v>-38.597000000000001</c:v>
                </c:pt>
                <c:pt idx="3593">
                  <c:v>-38.985999999999997</c:v>
                </c:pt>
                <c:pt idx="3594">
                  <c:v>-39.761000000000003</c:v>
                </c:pt>
                <c:pt idx="3595">
                  <c:v>-40.088000000000001</c:v>
                </c:pt>
                <c:pt idx="3596">
                  <c:v>-39.552999999999997</c:v>
                </c:pt>
                <c:pt idx="3597">
                  <c:v>-39.274999999999999</c:v>
                </c:pt>
                <c:pt idx="3598">
                  <c:v>-39.533000000000001</c:v>
                </c:pt>
                <c:pt idx="3599">
                  <c:v>-39.520000000000003</c:v>
                </c:pt>
                <c:pt idx="3600">
                  <c:v>-40.073</c:v>
                </c:pt>
                <c:pt idx="3601">
                  <c:v>-40.466999999999999</c:v>
                </c:pt>
                <c:pt idx="3602">
                  <c:v>-40.996000000000002</c:v>
                </c:pt>
                <c:pt idx="3603">
                  <c:v>-41.36</c:v>
                </c:pt>
                <c:pt idx="3604">
                  <c:v>-40.659999999999997</c:v>
                </c:pt>
                <c:pt idx="3605">
                  <c:v>-39.622999999999998</c:v>
                </c:pt>
                <c:pt idx="3606">
                  <c:v>-40.216999999999999</c:v>
                </c:pt>
                <c:pt idx="3607">
                  <c:v>-39.473999999999997</c:v>
                </c:pt>
                <c:pt idx="3608">
                  <c:v>-39.215000000000003</c:v>
                </c:pt>
                <c:pt idx="3609">
                  <c:v>-38.186999999999998</c:v>
                </c:pt>
                <c:pt idx="3610">
                  <c:v>-37.481000000000002</c:v>
                </c:pt>
                <c:pt idx="3611">
                  <c:v>-38.735999999999997</c:v>
                </c:pt>
                <c:pt idx="3612">
                  <c:v>-39.460999999999999</c:v>
                </c:pt>
                <c:pt idx="3613">
                  <c:v>-39.146999999999998</c:v>
                </c:pt>
                <c:pt idx="3614">
                  <c:v>-40.238999999999997</c:v>
                </c:pt>
                <c:pt idx="3615">
                  <c:v>-40.448999999999998</c:v>
                </c:pt>
                <c:pt idx="3616">
                  <c:v>-40.191000000000003</c:v>
                </c:pt>
                <c:pt idx="3617">
                  <c:v>-40.348999999999997</c:v>
                </c:pt>
                <c:pt idx="3618">
                  <c:v>-41.238</c:v>
                </c:pt>
                <c:pt idx="3619">
                  <c:v>-41.776000000000003</c:v>
                </c:pt>
                <c:pt idx="3620">
                  <c:v>-42.143999999999998</c:v>
                </c:pt>
                <c:pt idx="3621">
                  <c:v>-42.2</c:v>
                </c:pt>
                <c:pt idx="3622">
                  <c:v>-41.581000000000003</c:v>
                </c:pt>
                <c:pt idx="3623">
                  <c:v>-41.875999999999998</c:v>
                </c:pt>
                <c:pt idx="3624">
                  <c:v>-41.523000000000003</c:v>
                </c:pt>
                <c:pt idx="3625">
                  <c:v>-42.796999999999997</c:v>
                </c:pt>
                <c:pt idx="3626">
                  <c:v>-42.744</c:v>
                </c:pt>
                <c:pt idx="3627">
                  <c:v>-43.015999999999998</c:v>
                </c:pt>
                <c:pt idx="3628">
                  <c:v>-44.198</c:v>
                </c:pt>
                <c:pt idx="3629">
                  <c:v>-45.491</c:v>
                </c:pt>
                <c:pt idx="3630">
                  <c:v>-44.631999999999998</c:v>
                </c:pt>
                <c:pt idx="3631">
                  <c:v>-44.243000000000002</c:v>
                </c:pt>
                <c:pt idx="3632">
                  <c:v>-44.127000000000002</c:v>
                </c:pt>
                <c:pt idx="3633">
                  <c:v>-44.837000000000003</c:v>
                </c:pt>
                <c:pt idx="3634">
                  <c:v>-45.88</c:v>
                </c:pt>
                <c:pt idx="3635">
                  <c:v>-45.08</c:v>
                </c:pt>
                <c:pt idx="3636">
                  <c:v>-46.448</c:v>
                </c:pt>
                <c:pt idx="3637">
                  <c:v>-45.915999999999997</c:v>
                </c:pt>
                <c:pt idx="3638">
                  <c:v>-44.052</c:v>
                </c:pt>
                <c:pt idx="3639">
                  <c:v>-44.634999999999998</c:v>
                </c:pt>
                <c:pt idx="3640">
                  <c:v>-43.631</c:v>
                </c:pt>
                <c:pt idx="3641">
                  <c:v>-45.595999999999997</c:v>
                </c:pt>
                <c:pt idx="3642">
                  <c:v>-44.725000000000001</c:v>
                </c:pt>
                <c:pt idx="3643">
                  <c:v>-44.116999999999997</c:v>
                </c:pt>
                <c:pt idx="3644">
                  <c:v>-45.139000000000003</c:v>
                </c:pt>
                <c:pt idx="3645">
                  <c:v>-44.915999999999997</c:v>
                </c:pt>
                <c:pt idx="3646">
                  <c:v>-44.604999999999997</c:v>
                </c:pt>
                <c:pt idx="3647">
                  <c:v>-46.125</c:v>
                </c:pt>
                <c:pt idx="3648">
                  <c:v>-46.095999999999997</c:v>
                </c:pt>
                <c:pt idx="3649">
                  <c:v>-46.542999999999999</c:v>
                </c:pt>
                <c:pt idx="3650">
                  <c:v>-46.744999999999997</c:v>
                </c:pt>
                <c:pt idx="3651">
                  <c:v>-47.29</c:v>
                </c:pt>
                <c:pt idx="3652">
                  <c:v>-48.4</c:v>
                </c:pt>
                <c:pt idx="3653">
                  <c:v>-47.179000000000002</c:v>
                </c:pt>
                <c:pt idx="3654">
                  <c:v>-46.96</c:v>
                </c:pt>
                <c:pt idx="3655">
                  <c:v>-47.411999999999999</c:v>
                </c:pt>
                <c:pt idx="3656">
                  <c:v>-46.564</c:v>
                </c:pt>
                <c:pt idx="3657">
                  <c:v>-45.683</c:v>
                </c:pt>
                <c:pt idx="3658">
                  <c:v>-46.491</c:v>
                </c:pt>
                <c:pt idx="3659">
                  <c:v>-47.267000000000003</c:v>
                </c:pt>
                <c:pt idx="3660">
                  <c:v>-47.808999999999997</c:v>
                </c:pt>
                <c:pt idx="3661">
                  <c:v>-49.156999999999996</c:v>
                </c:pt>
                <c:pt idx="3662">
                  <c:v>-50.500999999999998</c:v>
                </c:pt>
                <c:pt idx="3663">
                  <c:v>-50.491</c:v>
                </c:pt>
                <c:pt idx="3664">
                  <c:v>-51.942999999999998</c:v>
                </c:pt>
                <c:pt idx="3665">
                  <c:v>-52.667000000000002</c:v>
                </c:pt>
                <c:pt idx="3666">
                  <c:v>-54.225999999999999</c:v>
                </c:pt>
                <c:pt idx="3667">
                  <c:v>-52.96</c:v>
                </c:pt>
                <c:pt idx="3668">
                  <c:v>-51.972000000000001</c:v>
                </c:pt>
                <c:pt idx="3669">
                  <c:v>-51.22</c:v>
                </c:pt>
                <c:pt idx="3670">
                  <c:v>-49.348999999999997</c:v>
                </c:pt>
                <c:pt idx="3671">
                  <c:v>-48.576999999999998</c:v>
                </c:pt>
                <c:pt idx="3672">
                  <c:v>-51.167000000000002</c:v>
                </c:pt>
                <c:pt idx="3673">
                  <c:v>-52.356999999999999</c:v>
                </c:pt>
                <c:pt idx="3674">
                  <c:v>-52.570999999999998</c:v>
                </c:pt>
                <c:pt idx="3675">
                  <c:v>-52.146999999999998</c:v>
                </c:pt>
                <c:pt idx="3676">
                  <c:v>-53.874000000000002</c:v>
                </c:pt>
                <c:pt idx="3677">
                  <c:v>-52.914999999999999</c:v>
                </c:pt>
                <c:pt idx="3678">
                  <c:v>-53.332000000000001</c:v>
                </c:pt>
                <c:pt idx="3679">
                  <c:v>-52.814999999999998</c:v>
                </c:pt>
                <c:pt idx="3680">
                  <c:v>-52.765999999999998</c:v>
                </c:pt>
                <c:pt idx="3681">
                  <c:v>-50.783000000000001</c:v>
                </c:pt>
                <c:pt idx="3682">
                  <c:v>-48.87</c:v>
                </c:pt>
                <c:pt idx="3683">
                  <c:v>-49.844999999999999</c:v>
                </c:pt>
                <c:pt idx="3684">
                  <c:v>-49.279000000000003</c:v>
                </c:pt>
                <c:pt idx="3685">
                  <c:v>-49.84</c:v>
                </c:pt>
                <c:pt idx="3686">
                  <c:v>-51.564</c:v>
                </c:pt>
                <c:pt idx="3687">
                  <c:v>-51.683999999999997</c:v>
                </c:pt>
                <c:pt idx="3688">
                  <c:v>-51.237000000000002</c:v>
                </c:pt>
                <c:pt idx="3689">
                  <c:v>-52.148000000000003</c:v>
                </c:pt>
                <c:pt idx="3690">
                  <c:v>-53.572000000000003</c:v>
                </c:pt>
                <c:pt idx="3691">
                  <c:v>-53.594999999999999</c:v>
                </c:pt>
                <c:pt idx="3692">
                  <c:v>-53.485999999999997</c:v>
                </c:pt>
                <c:pt idx="3693">
                  <c:v>-53.625</c:v>
                </c:pt>
                <c:pt idx="3694">
                  <c:v>-54.308</c:v>
                </c:pt>
                <c:pt idx="3695">
                  <c:v>-53.65</c:v>
                </c:pt>
                <c:pt idx="3696">
                  <c:v>-53.359000000000002</c:v>
                </c:pt>
                <c:pt idx="3697">
                  <c:v>-54.167000000000002</c:v>
                </c:pt>
                <c:pt idx="3698">
                  <c:v>-54.691000000000003</c:v>
                </c:pt>
                <c:pt idx="3699">
                  <c:v>-54.066000000000003</c:v>
                </c:pt>
                <c:pt idx="3700">
                  <c:v>-54.475999999999999</c:v>
                </c:pt>
                <c:pt idx="3701">
                  <c:v>-58.683</c:v>
                </c:pt>
                <c:pt idx="3702">
                  <c:v>-55.945999999999998</c:v>
                </c:pt>
                <c:pt idx="3703">
                  <c:v>-56.088999999999999</c:v>
                </c:pt>
                <c:pt idx="3704">
                  <c:v>-56.462000000000003</c:v>
                </c:pt>
                <c:pt idx="3705">
                  <c:v>-57.689</c:v>
                </c:pt>
                <c:pt idx="3706">
                  <c:v>-56.054000000000002</c:v>
                </c:pt>
                <c:pt idx="3707">
                  <c:v>-55.115000000000002</c:v>
                </c:pt>
                <c:pt idx="3708">
                  <c:v>-51.756</c:v>
                </c:pt>
                <c:pt idx="3709">
                  <c:v>-51.572000000000003</c:v>
                </c:pt>
                <c:pt idx="3710">
                  <c:v>-51.591000000000001</c:v>
                </c:pt>
                <c:pt idx="3711">
                  <c:v>-51.204999999999998</c:v>
                </c:pt>
                <c:pt idx="3712">
                  <c:v>-51.494999999999997</c:v>
                </c:pt>
                <c:pt idx="3713">
                  <c:v>-52.49</c:v>
                </c:pt>
                <c:pt idx="3714">
                  <c:v>-50.555</c:v>
                </c:pt>
                <c:pt idx="3715">
                  <c:v>-49.859000000000002</c:v>
                </c:pt>
                <c:pt idx="3716">
                  <c:v>-48.927</c:v>
                </c:pt>
                <c:pt idx="3717">
                  <c:v>-48.802999999999997</c:v>
                </c:pt>
                <c:pt idx="3718">
                  <c:v>-48.393000000000001</c:v>
                </c:pt>
                <c:pt idx="3719">
                  <c:v>-49.35</c:v>
                </c:pt>
                <c:pt idx="3720">
                  <c:v>-49.348999999999997</c:v>
                </c:pt>
                <c:pt idx="3721">
                  <c:v>-48.945</c:v>
                </c:pt>
                <c:pt idx="3722">
                  <c:v>-48.384999999999998</c:v>
                </c:pt>
                <c:pt idx="3723">
                  <c:v>-48.328000000000003</c:v>
                </c:pt>
                <c:pt idx="3724">
                  <c:v>-47.534999999999997</c:v>
                </c:pt>
                <c:pt idx="3725">
                  <c:v>-48.027000000000001</c:v>
                </c:pt>
                <c:pt idx="3726">
                  <c:v>-47.100999999999999</c:v>
                </c:pt>
                <c:pt idx="3727">
                  <c:v>-47.078000000000003</c:v>
                </c:pt>
                <c:pt idx="3728">
                  <c:v>-47.341999999999999</c:v>
                </c:pt>
                <c:pt idx="3729">
                  <c:v>-45.63</c:v>
                </c:pt>
                <c:pt idx="3730">
                  <c:v>-44.664999999999999</c:v>
                </c:pt>
                <c:pt idx="3731">
                  <c:v>-43.476999999999997</c:v>
                </c:pt>
                <c:pt idx="3732">
                  <c:v>-42.847999999999999</c:v>
                </c:pt>
                <c:pt idx="3733">
                  <c:v>-42.713999999999999</c:v>
                </c:pt>
                <c:pt idx="3734">
                  <c:v>-41.094000000000001</c:v>
                </c:pt>
                <c:pt idx="3735">
                  <c:v>-40.575000000000003</c:v>
                </c:pt>
                <c:pt idx="3736">
                  <c:v>-42.051000000000002</c:v>
                </c:pt>
                <c:pt idx="3737">
                  <c:v>-43.008000000000003</c:v>
                </c:pt>
                <c:pt idx="3738">
                  <c:v>-41.619</c:v>
                </c:pt>
                <c:pt idx="3739">
                  <c:v>-42.116999999999997</c:v>
                </c:pt>
                <c:pt idx="3740">
                  <c:v>-42.41</c:v>
                </c:pt>
                <c:pt idx="3741">
                  <c:v>-42.061999999999998</c:v>
                </c:pt>
                <c:pt idx="3742">
                  <c:v>-43.027000000000001</c:v>
                </c:pt>
                <c:pt idx="3743">
                  <c:v>-42.841999999999999</c:v>
                </c:pt>
                <c:pt idx="3744">
                  <c:v>-43.250999999999998</c:v>
                </c:pt>
                <c:pt idx="3745">
                  <c:v>-42.813000000000002</c:v>
                </c:pt>
                <c:pt idx="3746">
                  <c:v>-42.307000000000002</c:v>
                </c:pt>
                <c:pt idx="3747">
                  <c:v>-42.713999999999999</c:v>
                </c:pt>
                <c:pt idx="3748">
                  <c:v>-43.219000000000001</c:v>
                </c:pt>
                <c:pt idx="3749">
                  <c:v>-43.08</c:v>
                </c:pt>
                <c:pt idx="3750">
                  <c:v>-43.716000000000001</c:v>
                </c:pt>
                <c:pt idx="3751">
                  <c:v>-45.412999999999997</c:v>
                </c:pt>
                <c:pt idx="3752">
                  <c:v>-44.533000000000001</c:v>
                </c:pt>
                <c:pt idx="3753">
                  <c:v>-44.17</c:v>
                </c:pt>
                <c:pt idx="3754">
                  <c:v>-42.618000000000002</c:v>
                </c:pt>
                <c:pt idx="3755">
                  <c:v>-42.487000000000002</c:v>
                </c:pt>
                <c:pt idx="3756">
                  <c:v>-42.174999999999997</c:v>
                </c:pt>
                <c:pt idx="3757">
                  <c:v>-42.481999999999999</c:v>
                </c:pt>
                <c:pt idx="3758">
                  <c:v>-42.418999999999997</c:v>
                </c:pt>
                <c:pt idx="3759">
                  <c:v>-42.914000000000001</c:v>
                </c:pt>
                <c:pt idx="3760">
                  <c:v>-43.365000000000002</c:v>
                </c:pt>
                <c:pt idx="3761">
                  <c:v>-43.901000000000003</c:v>
                </c:pt>
                <c:pt idx="3762">
                  <c:v>-43.405999999999999</c:v>
                </c:pt>
                <c:pt idx="3763">
                  <c:v>-45.19</c:v>
                </c:pt>
                <c:pt idx="3764">
                  <c:v>-43.972000000000001</c:v>
                </c:pt>
                <c:pt idx="3765">
                  <c:v>-44.122</c:v>
                </c:pt>
                <c:pt idx="3766">
                  <c:v>-44.012</c:v>
                </c:pt>
                <c:pt idx="3767">
                  <c:v>-43.201000000000001</c:v>
                </c:pt>
                <c:pt idx="3768">
                  <c:v>-43.622999999999998</c:v>
                </c:pt>
                <c:pt idx="3769">
                  <c:v>-43.432000000000002</c:v>
                </c:pt>
                <c:pt idx="3770">
                  <c:v>-47.384</c:v>
                </c:pt>
                <c:pt idx="3771">
                  <c:v>-52.344999999999999</c:v>
                </c:pt>
                <c:pt idx="3772">
                  <c:v>-58.826000000000001</c:v>
                </c:pt>
                <c:pt idx="3773">
                  <c:v>-51.564999999999998</c:v>
                </c:pt>
                <c:pt idx="3774">
                  <c:v>-55.216999999999999</c:v>
                </c:pt>
                <c:pt idx="3775">
                  <c:v>-55.28</c:v>
                </c:pt>
                <c:pt idx="3776">
                  <c:v>-50.843000000000004</c:v>
                </c:pt>
                <c:pt idx="3777">
                  <c:v>-51.472999999999999</c:v>
                </c:pt>
                <c:pt idx="3778">
                  <c:v>-50.978000000000002</c:v>
                </c:pt>
                <c:pt idx="3779">
                  <c:v>-51.481000000000002</c:v>
                </c:pt>
                <c:pt idx="3780">
                  <c:v>-55.183</c:v>
                </c:pt>
                <c:pt idx="3781">
                  <c:v>-53.844999999999999</c:v>
                </c:pt>
                <c:pt idx="3782">
                  <c:v>-50.689</c:v>
                </c:pt>
                <c:pt idx="3783">
                  <c:v>-50.701999999999998</c:v>
                </c:pt>
                <c:pt idx="3784">
                  <c:v>-50.003</c:v>
                </c:pt>
                <c:pt idx="3785">
                  <c:v>-50.448</c:v>
                </c:pt>
                <c:pt idx="3786">
                  <c:v>-50.481999999999999</c:v>
                </c:pt>
                <c:pt idx="3787">
                  <c:v>-51.069000000000003</c:v>
                </c:pt>
                <c:pt idx="3788">
                  <c:v>-50.359000000000002</c:v>
                </c:pt>
                <c:pt idx="3789">
                  <c:v>-51.423000000000002</c:v>
                </c:pt>
                <c:pt idx="3790">
                  <c:v>-51.576999999999998</c:v>
                </c:pt>
                <c:pt idx="3791">
                  <c:v>-51.865000000000002</c:v>
                </c:pt>
                <c:pt idx="3792">
                  <c:v>-50.552999999999997</c:v>
                </c:pt>
                <c:pt idx="3793">
                  <c:v>-49.445</c:v>
                </c:pt>
                <c:pt idx="3794">
                  <c:v>-50.34</c:v>
                </c:pt>
                <c:pt idx="3795">
                  <c:v>-49.125999999999998</c:v>
                </c:pt>
                <c:pt idx="3796">
                  <c:v>-49.619</c:v>
                </c:pt>
                <c:pt idx="3797">
                  <c:v>-49.822000000000003</c:v>
                </c:pt>
                <c:pt idx="3798">
                  <c:v>-49.03</c:v>
                </c:pt>
                <c:pt idx="3799">
                  <c:v>-52.170999999999999</c:v>
                </c:pt>
                <c:pt idx="3800">
                  <c:v>-53.106000000000002</c:v>
                </c:pt>
                <c:pt idx="3801">
                  <c:v>-53.366999999999997</c:v>
                </c:pt>
                <c:pt idx="3802">
                  <c:v>-56.101999999999997</c:v>
                </c:pt>
                <c:pt idx="3803">
                  <c:v>-53.444000000000003</c:v>
                </c:pt>
                <c:pt idx="3804">
                  <c:v>-55.703000000000003</c:v>
                </c:pt>
                <c:pt idx="3805">
                  <c:v>-54.362000000000002</c:v>
                </c:pt>
                <c:pt idx="3806">
                  <c:v>-53.786000000000001</c:v>
                </c:pt>
                <c:pt idx="3807">
                  <c:v>-52.372</c:v>
                </c:pt>
                <c:pt idx="3808">
                  <c:v>-52.732999999999997</c:v>
                </c:pt>
                <c:pt idx="3809">
                  <c:v>-52.421999999999997</c:v>
                </c:pt>
                <c:pt idx="3810">
                  <c:v>-50.84</c:v>
                </c:pt>
                <c:pt idx="3811">
                  <c:v>-50.091999999999999</c:v>
                </c:pt>
                <c:pt idx="3812">
                  <c:v>-50.472999999999999</c:v>
                </c:pt>
                <c:pt idx="3813">
                  <c:v>-52.314</c:v>
                </c:pt>
                <c:pt idx="3814">
                  <c:v>-51.38</c:v>
                </c:pt>
                <c:pt idx="3815">
                  <c:v>-51.055999999999997</c:v>
                </c:pt>
                <c:pt idx="3816">
                  <c:v>-50.646999999999998</c:v>
                </c:pt>
                <c:pt idx="3817">
                  <c:v>-50.616999999999997</c:v>
                </c:pt>
                <c:pt idx="3818">
                  <c:v>-51.98</c:v>
                </c:pt>
                <c:pt idx="3819">
                  <c:v>-51.38</c:v>
                </c:pt>
                <c:pt idx="3820">
                  <c:v>-52.024999999999999</c:v>
                </c:pt>
                <c:pt idx="3821">
                  <c:v>-51.835999999999999</c:v>
                </c:pt>
                <c:pt idx="3822">
                  <c:v>-51.798999999999999</c:v>
                </c:pt>
                <c:pt idx="3823">
                  <c:v>-51.564</c:v>
                </c:pt>
              </c:numCache>
            </c:numRef>
          </c:val>
          <c:smooth val="0"/>
          <c:extLst>
            <c:ext xmlns:c16="http://schemas.microsoft.com/office/drawing/2014/chart" uri="{C3380CC4-5D6E-409C-BE32-E72D297353CC}">
              <c16:uniqueId val="{00000000-2DD9-465D-BEEE-AE1BD6F3E307}"/>
            </c:ext>
          </c:extLst>
        </c:ser>
        <c:ser>
          <c:idx val="1"/>
          <c:order val="1"/>
          <c:tx>
            <c:strRef>
              <c:f>'JMB_Coups(FEBGEN)_Charts'!$BZ$21</c:f>
              <c:strCache>
                <c:ptCount val="1"/>
                <c:pt idx="0">
                  <c:v>~3.75y</c:v>
                </c:pt>
              </c:strCache>
            </c:strRef>
          </c:tx>
          <c:spPr>
            <a:ln w="28575" cap="rnd">
              <a:solidFill>
                <a:srgbClr val="002060"/>
              </a:solidFill>
              <a:round/>
            </a:ln>
            <a:effectLst/>
          </c:spPr>
          <c:marker>
            <c:symbol val="none"/>
          </c:marker>
          <c:dLbls>
            <c:dLbl>
              <c:idx val="3818"/>
              <c:layout>
                <c:manualLayout>
                  <c:x val="-2.0760670984886231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D9-465D-BEEE-AE1BD6F3E307}"/>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Garamond" panose="02020404030301010803" pitchFamily="18"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'JMB_Coups(FEBGEN)_Charts'!$BX$22:$BX$3845</c:f>
              <c:numCache>
                <c:formatCode>m/d/yyyy</c:formatCode>
                <c:ptCount val="3824"/>
                <c:pt idx="0">
                  <c:v>40182</c:v>
                </c:pt>
                <c:pt idx="1">
                  <c:v>40183</c:v>
                </c:pt>
                <c:pt idx="2">
                  <c:v>40184</c:v>
                </c:pt>
                <c:pt idx="3">
                  <c:v>40185</c:v>
                </c:pt>
                <c:pt idx="4">
                  <c:v>40186</c:v>
                </c:pt>
                <c:pt idx="5">
                  <c:v>40189</c:v>
                </c:pt>
                <c:pt idx="6">
                  <c:v>40190</c:v>
                </c:pt>
                <c:pt idx="7">
                  <c:v>40191</c:v>
                </c:pt>
                <c:pt idx="8">
                  <c:v>40192</c:v>
                </c:pt>
                <c:pt idx="9">
                  <c:v>40193</c:v>
                </c:pt>
                <c:pt idx="10">
                  <c:v>40197</c:v>
                </c:pt>
                <c:pt idx="11">
                  <c:v>40198</c:v>
                </c:pt>
                <c:pt idx="12">
                  <c:v>40199</c:v>
                </c:pt>
                <c:pt idx="13">
                  <c:v>40200</c:v>
                </c:pt>
                <c:pt idx="14">
                  <c:v>40203</c:v>
                </c:pt>
                <c:pt idx="15">
                  <c:v>40204</c:v>
                </c:pt>
                <c:pt idx="16">
                  <c:v>40205</c:v>
                </c:pt>
                <c:pt idx="17">
                  <c:v>40206</c:v>
                </c:pt>
                <c:pt idx="18">
                  <c:v>40207</c:v>
                </c:pt>
                <c:pt idx="19">
                  <c:v>40210</c:v>
                </c:pt>
                <c:pt idx="20">
                  <c:v>40211</c:v>
                </c:pt>
                <c:pt idx="21">
                  <c:v>40212</c:v>
                </c:pt>
                <c:pt idx="22">
                  <c:v>40213</c:v>
                </c:pt>
                <c:pt idx="23">
                  <c:v>40214</c:v>
                </c:pt>
                <c:pt idx="24">
                  <c:v>40217</c:v>
                </c:pt>
                <c:pt idx="25">
                  <c:v>40218</c:v>
                </c:pt>
                <c:pt idx="26">
                  <c:v>40219</c:v>
                </c:pt>
                <c:pt idx="27">
                  <c:v>40220</c:v>
                </c:pt>
                <c:pt idx="28">
                  <c:v>40221</c:v>
                </c:pt>
                <c:pt idx="29">
                  <c:v>40225</c:v>
                </c:pt>
                <c:pt idx="30">
                  <c:v>40226</c:v>
                </c:pt>
                <c:pt idx="31">
                  <c:v>40227</c:v>
                </c:pt>
                <c:pt idx="32">
                  <c:v>40228</c:v>
                </c:pt>
                <c:pt idx="33">
                  <c:v>40231</c:v>
                </c:pt>
                <c:pt idx="34">
                  <c:v>40232</c:v>
                </c:pt>
                <c:pt idx="35">
                  <c:v>40233</c:v>
                </c:pt>
                <c:pt idx="36">
                  <c:v>40234</c:v>
                </c:pt>
                <c:pt idx="37">
                  <c:v>40235</c:v>
                </c:pt>
                <c:pt idx="38">
                  <c:v>40238</c:v>
                </c:pt>
                <c:pt idx="39">
                  <c:v>40239</c:v>
                </c:pt>
                <c:pt idx="40">
                  <c:v>40240</c:v>
                </c:pt>
                <c:pt idx="41">
                  <c:v>40241</c:v>
                </c:pt>
                <c:pt idx="42">
                  <c:v>40242</c:v>
                </c:pt>
                <c:pt idx="43">
                  <c:v>40245</c:v>
                </c:pt>
                <c:pt idx="44">
                  <c:v>40246</c:v>
                </c:pt>
                <c:pt idx="45">
                  <c:v>40247</c:v>
                </c:pt>
                <c:pt idx="46">
                  <c:v>40248</c:v>
                </c:pt>
                <c:pt idx="47">
                  <c:v>40249</c:v>
                </c:pt>
                <c:pt idx="48">
                  <c:v>40252</c:v>
                </c:pt>
                <c:pt idx="49">
                  <c:v>40253</c:v>
                </c:pt>
                <c:pt idx="50">
                  <c:v>40254</c:v>
                </c:pt>
                <c:pt idx="51">
                  <c:v>40255</c:v>
                </c:pt>
                <c:pt idx="52">
                  <c:v>40256</c:v>
                </c:pt>
                <c:pt idx="53">
                  <c:v>40259</c:v>
                </c:pt>
                <c:pt idx="54">
                  <c:v>40260</c:v>
                </c:pt>
                <c:pt idx="55">
                  <c:v>40261</c:v>
                </c:pt>
                <c:pt idx="56">
                  <c:v>40262</c:v>
                </c:pt>
                <c:pt idx="57">
                  <c:v>40263</c:v>
                </c:pt>
                <c:pt idx="58">
                  <c:v>40266</c:v>
                </c:pt>
                <c:pt idx="59">
                  <c:v>40267</c:v>
                </c:pt>
                <c:pt idx="60">
                  <c:v>40273</c:v>
                </c:pt>
                <c:pt idx="61">
                  <c:v>40274</c:v>
                </c:pt>
                <c:pt idx="62">
                  <c:v>40275</c:v>
                </c:pt>
                <c:pt idx="63">
                  <c:v>40276</c:v>
                </c:pt>
                <c:pt idx="64">
                  <c:v>40277</c:v>
                </c:pt>
                <c:pt idx="65">
                  <c:v>40280</c:v>
                </c:pt>
                <c:pt idx="66">
                  <c:v>40281</c:v>
                </c:pt>
                <c:pt idx="67">
                  <c:v>40282</c:v>
                </c:pt>
                <c:pt idx="68">
                  <c:v>40283</c:v>
                </c:pt>
                <c:pt idx="69">
                  <c:v>40284</c:v>
                </c:pt>
                <c:pt idx="70">
                  <c:v>40287</c:v>
                </c:pt>
                <c:pt idx="71">
                  <c:v>40288</c:v>
                </c:pt>
                <c:pt idx="72">
                  <c:v>40289</c:v>
                </c:pt>
                <c:pt idx="73">
                  <c:v>40290</c:v>
                </c:pt>
                <c:pt idx="74">
                  <c:v>40291</c:v>
                </c:pt>
                <c:pt idx="75">
                  <c:v>40294</c:v>
                </c:pt>
                <c:pt idx="76">
                  <c:v>40295</c:v>
                </c:pt>
                <c:pt idx="77">
                  <c:v>40296</c:v>
                </c:pt>
                <c:pt idx="78">
                  <c:v>40297</c:v>
                </c:pt>
                <c:pt idx="79">
                  <c:v>40298</c:v>
                </c:pt>
                <c:pt idx="80">
                  <c:v>40301</c:v>
                </c:pt>
                <c:pt idx="81">
                  <c:v>40302</c:v>
                </c:pt>
                <c:pt idx="82">
                  <c:v>40303</c:v>
                </c:pt>
                <c:pt idx="83">
                  <c:v>40304</c:v>
                </c:pt>
                <c:pt idx="84">
                  <c:v>40305</c:v>
                </c:pt>
                <c:pt idx="85">
                  <c:v>40308</c:v>
                </c:pt>
                <c:pt idx="86">
                  <c:v>40309</c:v>
                </c:pt>
                <c:pt idx="87">
                  <c:v>40310</c:v>
                </c:pt>
                <c:pt idx="88">
                  <c:v>40311</c:v>
                </c:pt>
                <c:pt idx="89">
                  <c:v>40312</c:v>
                </c:pt>
                <c:pt idx="90">
                  <c:v>40315</c:v>
                </c:pt>
                <c:pt idx="91">
                  <c:v>40316</c:v>
                </c:pt>
                <c:pt idx="92">
                  <c:v>40317</c:v>
                </c:pt>
                <c:pt idx="93">
                  <c:v>40318</c:v>
                </c:pt>
                <c:pt idx="94">
                  <c:v>40319</c:v>
                </c:pt>
                <c:pt idx="95">
                  <c:v>40322</c:v>
                </c:pt>
                <c:pt idx="96">
                  <c:v>40323</c:v>
                </c:pt>
                <c:pt idx="97">
                  <c:v>40324</c:v>
                </c:pt>
                <c:pt idx="98">
                  <c:v>40325</c:v>
                </c:pt>
                <c:pt idx="99">
                  <c:v>40326</c:v>
                </c:pt>
                <c:pt idx="100">
                  <c:v>40330</c:v>
                </c:pt>
                <c:pt idx="101">
                  <c:v>40331</c:v>
                </c:pt>
                <c:pt idx="102">
                  <c:v>40332</c:v>
                </c:pt>
                <c:pt idx="103">
                  <c:v>40333</c:v>
                </c:pt>
                <c:pt idx="104">
                  <c:v>40336</c:v>
                </c:pt>
                <c:pt idx="105">
                  <c:v>40337</c:v>
                </c:pt>
                <c:pt idx="106">
                  <c:v>40338</c:v>
                </c:pt>
                <c:pt idx="107">
                  <c:v>40339</c:v>
                </c:pt>
                <c:pt idx="108">
                  <c:v>40340</c:v>
                </c:pt>
                <c:pt idx="109">
                  <c:v>40343</c:v>
                </c:pt>
                <c:pt idx="110">
                  <c:v>40344</c:v>
                </c:pt>
                <c:pt idx="111">
                  <c:v>40345</c:v>
                </c:pt>
                <c:pt idx="112">
                  <c:v>40346</c:v>
                </c:pt>
                <c:pt idx="113">
                  <c:v>40347</c:v>
                </c:pt>
                <c:pt idx="114">
                  <c:v>40350</c:v>
                </c:pt>
                <c:pt idx="115">
                  <c:v>40351</c:v>
                </c:pt>
                <c:pt idx="116">
                  <c:v>40352</c:v>
                </c:pt>
                <c:pt idx="117">
                  <c:v>40353</c:v>
                </c:pt>
                <c:pt idx="118">
                  <c:v>40354</c:v>
                </c:pt>
                <c:pt idx="119">
                  <c:v>40357</c:v>
                </c:pt>
                <c:pt idx="120">
                  <c:v>40358</c:v>
                </c:pt>
                <c:pt idx="121">
                  <c:v>40359</c:v>
                </c:pt>
                <c:pt idx="122">
                  <c:v>40360</c:v>
                </c:pt>
                <c:pt idx="123">
                  <c:v>40361</c:v>
                </c:pt>
                <c:pt idx="124">
                  <c:v>40365</c:v>
                </c:pt>
                <c:pt idx="125">
                  <c:v>40366</c:v>
                </c:pt>
                <c:pt idx="126">
                  <c:v>40367</c:v>
                </c:pt>
                <c:pt idx="127">
                  <c:v>40368</c:v>
                </c:pt>
                <c:pt idx="128">
                  <c:v>40371</c:v>
                </c:pt>
                <c:pt idx="129">
                  <c:v>40372</c:v>
                </c:pt>
                <c:pt idx="130">
                  <c:v>40373</c:v>
                </c:pt>
                <c:pt idx="131">
                  <c:v>40374</c:v>
                </c:pt>
                <c:pt idx="132">
                  <c:v>40375</c:v>
                </c:pt>
                <c:pt idx="133">
                  <c:v>40378</c:v>
                </c:pt>
                <c:pt idx="134">
                  <c:v>40379</c:v>
                </c:pt>
                <c:pt idx="135">
                  <c:v>40380</c:v>
                </c:pt>
                <c:pt idx="136">
                  <c:v>40381</c:v>
                </c:pt>
                <c:pt idx="137">
                  <c:v>40382</c:v>
                </c:pt>
                <c:pt idx="138">
                  <c:v>40385</c:v>
                </c:pt>
                <c:pt idx="139">
                  <c:v>40386</c:v>
                </c:pt>
                <c:pt idx="140">
                  <c:v>40387</c:v>
                </c:pt>
                <c:pt idx="141">
                  <c:v>40388</c:v>
                </c:pt>
                <c:pt idx="142">
                  <c:v>40389</c:v>
                </c:pt>
                <c:pt idx="143">
                  <c:v>40392</c:v>
                </c:pt>
                <c:pt idx="144">
                  <c:v>40393</c:v>
                </c:pt>
                <c:pt idx="145">
                  <c:v>40394</c:v>
                </c:pt>
                <c:pt idx="146">
                  <c:v>40395</c:v>
                </c:pt>
                <c:pt idx="147">
                  <c:v>40396</c:v>
                </c:pt>
                <c:pt idx="148">
                  <c:v>40399</c:v>
                </c:pt>
                <c:pt idx="149">
                  <c:v>40400</c:v>
                </c:pt>
                <c:pt idx="150">
                  <c:v>40401</c:v>
                </c:pt>
                <c:pt idx="151">
                  <c:v>40402</c:v>
                </c:pt>
                <c:pt idx="152">
                  <c:v>40403</c:v>
                </c:pt>
                <c:pt idx="153">
                  <c:v>40406</c:v>
                </c:pt>
                <c:pt idx="154">
                  <c:v>40407</c:v>
                </c:pt>
                <c:pt idx="155">
                  <c:v>40408</c:v>
                </c:pt>
                <c:pt idx="156">
                  <c:v>40409</c:v>
                </c:pt>
                <c:pt idx="157">
                  <c:v>40410</c:v>
                </c:pt>
                <c:pt idx="158">
                  <c:v>40413</c:v>
                </c:pt>
                <c:pt idx="159">
                  <c:v>40414</c:v>
                </c:pt>
                <c:pt idx="160">
                  <c:v>40415</c:v>
                </c:pt>
                <c:pt idx="161">
                  <c:v>40416</c:v>
                </c:pt>
                <c:pt idx="162">
                  <c:v>40417</c:v>
                </c:pt>
                <c:pt idx="163">
                  <c:v>40420</c:v>
                </c:pt>
                <c:pt idx="164">
                  <c:v>40421</c:v>
                </c:pt>
                <c:pt idx="165">
                  <c:v>40422</c:v>
                </c:pt>
                <c:pt idx="166">
                  <c:v>40423</c:v>
                </c:pt>
                <c:pt idx="167">
                  <c:v>40424</c:v>
                </c:pt>
                <c:pt idx="168">
                  <c:v>40428</c:v>
                </c:pt>
                <c:pt idx="169">
                  <c:v>40429</c:v>
                </c:pt>
                <c:pt idx="170">
                  <c:v>40430</c:v>
                </c:pt>
                <c:pt idx="171">
                  <c:v>40431</c:v>
                </c:pt>
                <c:pt idx="172">
                  <c:v>40434</c:v>
                </c:pt>
                <c:pt idx="173">
                  <c:v>40435</c:v>
                </c:pt>
                <c:pt idx="174">
                  <c:v>40436</c:v>
                </c:pt>
                <c:pt idx="175">
                  <c:v>40437</c:v>
                </c:pt>
                <c:pt idx="176">
                  <c:v>40438</c:v>
                </c:pt>
                <c:pt idx="177">
                  <c:v>40441</c:v>
                </c:pt>
                <c:pt idx="178">
                  <c:v>40442</c:v>
                </c:pt>
                <c:pt idx="179">
                  <c:v>40443</c:v>
                </c:pt>
                <c:pt idx="180">
                  <c:v>40444</c:v>
                </c:pt>
                <c:pt idx="181">
                  <c:v>40445</c:v>
                </c:pt>
                <c:pt idx="182">
                  <c:v>40448</c:v>
                </c:pt>
                <c:pt idx="183">
                  <c:v>40449</c:v>
                </c:pt>
                <c:pt idx="184">
                  <c:v>40450</c:v>
                </c:pt>
                <c:pt idx="185">
                  <c:v>40451</c:v>
                </c:pt>
                <c:pt idx="186">
                  <c:v>40452</c:v>
                </c:pt>
                <c:pt idx="187">
                  <c:v>40455</c:v>
                </c:pt>
                <c:pt idx="188">
                  <c:v>40456</c:v>
                </c:pt>
                <c:pt idx="189">
                  <c:v>40457</c:v>
                </c:pt>
                <c:pt idx="190">
                  <c:v>40458</c:v>
                </c:pt>
                <c:pt idx="191">
                  <c:v>40459</c:v>
                </c:pt>
                <c:pt idx="192">
                  <c:v>40463</c:v>
                </c:pt>
                <c:pt idx="193">
                  <c:v>40464</c:v>
                </c:pt>
                <c:pt idx="194">
                  <c:v>40465</c:v>
                </c:pt>
                <c:pt idx="195">
                  <c:v>40466</c:v>
                </c:pt>
                <c:pt idx="196">
                  <c:v>40469</c:v>
                </c:pt>
                <c:pt idx="197">
                  <c:v>40470</c:v>
                </c:pt>
                <c:pt idx="198">
                  <c:v>40471</c:v>
                </c:pt>
                <c:pt idx="199">
                  <c:v>40472</c:v>
                </c:pt>
                <c:pt idx="200">
                  <c:v>40473</c:v>
                </c:pt>
                <c:pt idx="201">
                  <c:v>40476</c:v>
                </c:pt>
                <c:pt idx="202">
                  <c:v>40477</c:v>
                </c:pt>
                <c:pt idx="203">
                  <c:v>40478</c:v>
                </c:pt>
                <c:pt idx="204">
                  <c:v>40479</c:v>
                </c:pt>
                <c:pt idx="205">
                  <c:v>40480</c:v>
                </c:pt>
                <c:pt idx="206">
                  <c:v>40483</c:v>
                </c:pt>
                <c:pt idx="207">
                  <c:v>40484</c:v>
                </c:pt>
                <c:pt idx="208">
                  <c:v>40485</c:v>
                </c:pt>
                <c:pt idx="209">
                  <c:v>40486</c:v>
                </c:pt>
                <c:pt idx="210">
                  <c:v>40487</c:v>
                </c:pt>
                <c:pt idx="211">
                  <c:v>40490</c:v>
                </c:pt>
                <c:pt idx="212">
                  <c:v>40491</c:v>
                </c:pt>
                <c:pt idx="213">
                  <c:v>40492</c:v>
                </c:pt>
                <c:pt idx="214">
                  <c:v>40494</c:v>
                </c:pt>
                <c:pt idx="215">
                  <c:v>40497</c:v>
                </c:pt>
                <c:pt idx="216">
                  <c:v>40498</c:v>
                </c:pt>
                <c:pt idx="217">
                  <c:v>40499</c:v>
                </c:pt>
                <c:pt idx="218">
                  <c:v>40500</c:v>
                </c:pt>
                <c:pt idx="219">
                  <c:v>40501</c:v>
                </c:pt>
                <c:pt idx="220">
                  <c:v>40504</c:v>
                </c:pt>
                <c:pt idx="221">
                  <c:v>40505</c:v>
                </c:pt>
                <c:pt idx="222">
                  <c:v>40506</c:v>
                </c:pt>
                <c:pt idx="223">
                  <c:v>40508</c:v>
                </c:pt>
                <c:pt idx="224">
                  <c:v>40511</c:v>
                </c:pt>
                <c:pt idx="225">
                  <c:v>40512</c:v>
                </c:pt>
                <c:pt idx="226">
                  <c:v>40513</c:v>
                </c:pt>
                <c:pt idx="227">
                  <c:v>40514</c:v>
                </c:pt>
                <c:pt idx="228">
                  <c:v>40515</c:v>
                </c:pt>
                <c:pt idx="229">
                  <c:v>40518</c:v>
                </c:pt>
                <c:pt idx="230">
                  <c:v>40519</c:v>
                </c:pt>
                <c:pt idx="231">
                  <c:v>40520</c:v>
                </c:pt>
                <c:pt idx="232">
                  <c:v>40521</c:v>
                </c:pt>
                <c:pt idx="233">
                  <c:v>40522</c:v>
                </c:pt>
                <c:pt idx="234">
                  <c:v>40525</c:v>
                </c:pt>
                <c:pt idx="235">
                  <c:v>40526</c:v>
                </c:pt>
                <c:pt idx="236">
                  <c:v>40527</c:v>
                </c:pt>
                <c:pt idx="237">
                  <c:v>40528</c:v>
                </c:pt>
                <c:pt idx="238">
                  <c:v>40529</c:v>
                </c:pt>
                <c:pt idx="239">
                  <c:v>40532</c:v>
                </c:pt>
                <c:pt idx="240">
                  <c:v>40533</c:v>
                </c:pt>
                <c:pt idx="241">
                  <c:v>40539</c:v>
                </c:pt>
                <c:pt idx="242">
                  <c:v>40540</c:v>
                </c:pt>
                <c:pt idx="243">
                  <c:v>40541</c:v>
                </c:pt>
                <c:pt idx="244">
                  <c:v>40542</c:v>
                </c:pt>
                <c:pt idx="245">
                  <c:v>40543</c:v>
                </c:pt>
                <c:pt idx="246">
                  <c:v>40546</c:v>
                </c:pt>
                <c:pt idx="247">
                  <c:v>40547</c:v>
                </c:pt>
                <c:pt idx="248">
                  <c:v>40548</c:v>
                </c:pt>
                <c:pt idx="249">
                  <c:v>40549</c:v>
                </c:pt>
                <c:pt idx="250">
                  <c:v>40550</c:v>
                </c:pt>
                <c:pt idx="251">
                  <c:v>40553</c:v>
                </c:pt>
                <c:pt idx="252">
                  <c:v>40554</c:v>
                </c:pt>
                <c:pt idx="253">
                  <c:v>40555</c:v>
                </c:pt>
                <c:pt idx="254">
                  <c:v>40556</c:v>
                </c:pt>
                <c:pt idx="255">
                  <c:v>40557</c:v>
                </c:pt>
                <c:pt idx="256">
                  <c:v>40561</c:v>
                </c:pt>
                <c:pt idx="257">
                  <c:v>40562</c:v>
                </c:pt>
                <c:pt idx="258">
                  <c:v>40563</c:v>
                </c:pt>
                <c:pt idx="259">
                  <c:v>40564</c:v>
                </c:pt>
                <c:pt idx="260">
                  <c:v>40567</c:v>
                </c:pt>
                <c:pt idx="261">
                  <c:v>40568</c:v>
                </c:pt>
                <c:pt idx="262">
                  <c:v>40569</c:v>
                </c:pt>
                <c:pt idx="263">
                  <c:v>40570</c:v>
                </c:pt>
                <c:pt idx="264">
                  <c:v>40571</c:v>
                </c:pt>
                <c:pt idx="265">
                  <c:v>40574</c:v>
                </c:pt>
                <c:pt idx="266">
                  <c:v>40575</c:v>
                </c:pt>
                <c:pt idx="267">
                  <c:v>40576</c:v>
                </c:pt>
                <c:pt idx="268">
                  <c:v>40577</c:v>
                </c:pt>
                <c:pt idx="269">
                  <c:v>40578</c:v>
                </c:pt>
                <c:pt idx="270">
                  <c:v>40581</c:v>
                </c:pt>
                <c:pt idx="271">
                  <c:v>40582</c:v>
                </c:pt>
                <c:pt idx="272">
                  <c:v>40583</c:v>
                </c:pt>
                <c:pt idx="273">
                  <c:v>40584</c:v>
                </c:pt>
                <c:pt idx="274">
                  <c:v>40585</c:v>
                </c:pt>
                <c:pt idx="275">
                  <c:v>40588</c:v>
                </c:pt>
                <c:pt idx="276">
                  <c:v>40589</c:v>
                </c:pt>
                <c:pt idx="277">
                  <c:v>40590</c:v>
                </c:pt>
                <c:pt idx="278">
                  <c:v>40591</c:v>
                </c:pt>
                <c:pt idx="279">
                  <c:v>40592</c:v>
                </c:pt>
                <c:pt idx="280">
                  <c:v>40596</c:v>
                </c:pt>
                <c:pt idx="281">
                  <c:v>40597</c:v>
                </c:pt>
                <c:pt idx="282">
                  <c:v>40598</c:v>
                </c:pt>
                <c:pt idx="283">
                  <c:v>40599</c:v>
                </c:pt>
                <c:pt idx="284">
                  <c:v>40602</c:v>
                </c:pt>
                <c:pt idx="285">
                  <c:v>40603</c:v>
                </c:pt>
                <c:pt idx="286">
                  <c:v>40604</c:v>
                </c:pt>
                <c:pt idx="287">
                  <c:v>40605</c:v>
                </c:pt>
                <c:pt idx="288">
                  <c:v>40606</c:v>
                </c:pt>
                <c:pt idx="289">
                  <c:v>40609</c:v>
                </c:pt>
                <c:pt idx="290">
                  <c:v>40610</c:v>
                </c:pt>
                <c:pt idx="291">
                  <c:v>40611</c:v>
                </c:pt>
                <c:pt idx="292">
                  <c:v>40612</c:v>
                </c:pt>
                <c:pt idx="293">
                  <c:v>40613</c:v>
                </c:pt>
                <c:pt idx="294">
                  <c:v>40616</c:v>
                </c:pt>
                <c:pt idx="295">
                  <c:v>40617</c:v>
                </c:pt>
                <c:pt idx="296">
                  <c:v>40618</c:v>
                </c:pt>
                <c:pt idx="297">
                  <c:v>40619</c:v>
                </c:pt>
                <c:pt idx="298">
                  <c:v>40620</c:v>
                </c:pt>
                <c:pt idx="299">
                  <c:v>40623</c:v>
                </c:pt>
                <c:pt idx="300">
                  <c:v>40624</c:v>
                </c:pt>
                <c:pt idx="301">
                  <c:v>40625</c:v>
                </c:pt>
                <c:pt idx="302">
                  <c:v>40626</c:v>
                </c:pt>
                <c:pt idx="303">
                  <c:v>40627</c:v>
                </c:pt>
                <c:pt idx="304">
                  <c:v>40630</c:v>
                </c:pt>
                <c:pt idx="305">
                  <c:v>40631</c:v>
                </c:pt>
                <c:pt idx="306">
                  <c:v>40632</c:v>
                </c:pt>
                <c:pt idx="307">
                  <c:v>40633</c:v>
                </c:pt>
                <c:pt idx="308">
                  <c:v>40634</c:v>
                </c:pt>
                <c:pt idx="309">
                  <c:v>40637</c:v>
                </c:pt>
                <c:pt idx="310">
                  <c:v>40638</c:v>
                </c:pt>
                <c:pt idx="311">
                  <c:v>40639</c:v>
                </c:pt>
                <c:pt idx="312">
                  <c:v>40640</c:v>
                </c:pt>
                <c:pt idx="313">
                  <c:v>40641</c:v>
                </c:pt>
                <c:pt idx="314">
                  <c:v>40644</c:v>
                </c:pt>
                <c:pt idx="315">
                  <c:v>40645</c:v>
                </c:pt>
                <c:pt idx="316">
                  <c:v>40646</c:v>
                </c:pt>
                <c:pt idx="317">
                  <c:v>40647</c:v>
                </c:pt>
                <c:pt idx="318">
                  <c:v>40648</c:v>
                </c:pt>
                <c:pt idx="319">
                  <c:v>40651</c:v>
                </c:pt>
                <c:pt idx="320">
                  <c:v>40652</c:v>
                </c:pt>
                <c:pt idx="321">
                  <c:v>40658</c:v>
                </c:pt>
                <c:pt idx="322">
                  <c:v>40659</c:v>
                </c:pt>
                <c:pt idx="323">
                  <c:v>40660</c:v>
                </c:pt>
                <c:pt idx="324">
                  <c:v>40661</c:v>
                </c:pt>
                <c:pt idx="325">
                  <c:v>40662</c:v>
                </c:pt>
                <c:pt idx="326">
                  <c:v>40665</c:v>
                </c:pt>
                <c:pt idx="327">
                  <c:v>40666</c:v>
                </c:pt>
                <c:pt idx="328">
                  <c:v>40667</c:v>
                </c:pt>
                <c:pt idx="329">
                  <c:v>40668</c:v>
                </c:pt>
                <c:pt idx="330">
                  <c:v>40669</c:v>
                </c:pt>
                <c:pt idx="331">
                  <c:v>40672</c:v>
                </c:pt>
                <c:pt idx="332">
                  <c:v>40673</c:v>
                </c:pt>
                <c:pt idx="333">
                  <c:v>40674</c:v>
                </c:pt>
                <c:pt idx="334">
                  <c:v>40675</c:v>
                </c:pt>
                <c:pt idx="335">
                  <c:v>40676</c:v>
                </c:pt>
                <c:pt idx="336">
                  <c:v>40679</c:v>
                </c:pt>
                <c:pt idx="337">
                  <c:v>40680</c:v>
                </c:pt>
                <c:pt idx="338">
                  <c:v>40681</c:v>
                </c:pt>
                <c:pt idx="339">
                  <c:v>40682</c:v>
                </c:pt>
                <c:pt idx="340">
                  <c:v>40683</c:v>
                </c:pt>
                <c:pt idx="341">
                  <c:v>40686</c:v>
                </c:pt>
                <c:pt idx="342">
                  <c:v>40687</c:v>
                </c:pt>
                <c:pt idx="343">
                  <c:v>40688</c:v>
                </c:pt>
                <c:pt idx="344">
                  <c:v>40689</c:v>
                </c:pt>
                <c:pt idx="345">
                  <c:v>40690</c:v>
                </c:pt>
                <c:pt idx="346">
                  <c:v>40694</c:v>
                </c:pt>
                <c:pt idx="347">
                  <c:v>40695</c:v>
                </c:pt>
                <c:pt idx="348">
                  <c:v>40696</c:v>
                </c:pt>
                <c:pt idx="349">
                  <c:v>40697</c:v>
                </c:pt>
                <c:pt idx="350">
                  <c:v>40700</c:v>
                </c:pt>
                <c:pt idx="351">
                  <c:v>40701</c:v>
                </c:pt>
                <c:pt idx="352">
                  <c:v>40702</c:v>
                </c:pt>
                <c:pt idx="353">
                  <c:v>40703</c:v>
                </c:pt>
                <c:pt idx="354">
                  <c:v>40704</c:v>
                </c:pt>
                <c:pt idx="355">
                  <c:v>40707</c:v>
                </c:pt>
                <c:pt idx="356">
                  <c:v>40708</c:v>
                </c:pt>
                <c:pt idx="357">
                  <c:v>40709</c:v>
                </c:pt>
                <c:pt idx="358">
                  <c:v>40710</c:v>
                </c:pt>
                <c:pt idx="359">
                  <c:v>40711</c:v>
                </c:pt>
                <c:pt idx="360">
                  <c:v>40714</c:v>
                </c:pt>
                <c:pt idx="361">
                  <c:v>40715</c:v>
                </c:pt>
                <c:pt idx="362">
                  <c:v>40716</c:v>
                </c:pt>
                <c:pt idx="363">
                  <c:v>40717</c:v>
                </c:pt>
                <c:pt idx="364">
                  <c:v>40718</c:v>
                </c:pt>
                <c:pt idx="365">
                  <c:v>40721</c:v>
                </c:pt>
                <c:pt idx="366">
                  <c:v>40722</c:v>
                </c:pt>
                <c:pt idx="367">
                  <c:v>40723</c:v>
                </c:pt>
                <c:pt idx="368">
                  <c:v>40724</c:v>
                </c:pt>
                <c:pt idx="369">
                  <c:v>40725</c:v>
                </c:pt>
                <c:pt idx="370">
                  <c:v>40729</c:v>
                </c:pt>
                <c:pt idx="371">
                  <c:v>40730</c:v>
                </c:pt>
                <c:pt idx="372">
                  <c:v>40731</c:v>
                </c:pt>
                <c:pt idx="373">
                  <c:v>40732</c:v>
                </c:pt>
                <c:pt idx="374">
                  <c:v>40735</c:v>
                </c:pt>
                <c:pt idx="375">
                  <c:v>40736</c:v>
                </c:pt>
                <c:pt idx="376">
                  <c:v>40737</c:v>
                </c:pt>
                <c:pt idx="377">
                  <c:v>40738</c:v>
                </c:pt>
                <c:pt idx="378">
                  <c:v>40739</c:v>
                </c:pt>
                <c:pt idx="379">
                  <c:v>40742</c:v>
                </c:pt>
                <c:pt idx="380">
                  <c:v>40743</c:v>
                </c:pt>
                <c:pt idx="381">
                  <c:v>40744</c:v>
                </c:pt>
                <c:pt idx="382">
                  <c:v>40745</c:v>
                </c:pt>
                <c:pt idx="383">
                  <c:v>40746</c:v>
                </c:pt>
                <c:pt idx="384">
                  <c:v>40749</c:v>
                </c:pt>
                <c:pt idx="385">
                  <c:v>40750</c:v>
                </c:pt>
                <c:pt idx="386">
                  <c:v>40751</c:v>
                </c:pt>
                <c:pt idx="387">
                  <c:v>40752</c:v>
                </c:pt>
                <c:pt idx="388">
                  <c:v>40753</c:v>
                </c:pt>
                <c:pt idx="389">
                  <c:v>40756</c:v>
                </c:pt>
                <c:pt idx="390">
                  <c:v>40757</c:v>
                </c:pt>
                <c:pt idx="391">
                  <c:v>40758</c:v>
                </c:pt>
                <c:pt idx="392">
                  <c:v>40759</c:v>
                </c:pt>
                <c:pt idx="393">
                  <c:v>40760</c:v>
                </c:pt>
                <c:pt idx="394">
                  <c:v>40763</c:v>
                </c:pt>
                <c:pt idx="395">
                  <c:v>40764</c:v>
                </c:pt>
                <c:pt idx="396">
                  <c:v>40765</c:v>
                </c:pt>
                <c:pt idx="397">
                  <c:v>40766</c:v>
                </c:pt>
                <c:pt idx="398">
                  <c:v>40767</c:v>
                </c:pt>
                <c:pt idx="399">
                  <c:v>40770</c:v>
                </c:pt>
                <c:pt idx="400">
                  <c:v>40771</c:v>
                </c:pt>
                <c:pt idx="401">
                  <c:v>40772</c:v>
                </c:pt>
                <c:pt idx="402">
                  <c:v>40773</c:v>
                </c:pt>
                <c:pt idx="403">
                  <c:v>40774</c:v>
                </c:pt>
                <c:pt idx="404">
                  <c:v>40777</c:v>
                </c:pt>
                <c:pt idx="405">
                  <c:v>40778</c:v>
                </c:pt>
                <c:pt idx="406">
                  <c:v>40779</c:v>
                </c:pt>
                <c:pt idx="407">
                  <c:v>40780</c:v>
                </c:pt>
                <c:pt idx="408">
                  <c:v>40781</c:v>
                </c:pt>
                <c:pt idx="409">
                  <c:v>40784</c:v>
                </c:pt>
                <c:pt idx="410">
                  <c:v>40785</c:v>
                </c:pt>
                <c:pt idx="411">
                  <c:v>40786</c:v>
                </c:pt>
                <c:pt idx="412">
                  <c:v>40787</c:v>
                </c:pt>
                <c:pt idx="413">
                  <c:v>40788</c:v>
                </c:pt>
                <c:pt idx="414">
                  <c:v>40792</c:v>
                </c:pt>
                <c:pt idx="415">
                  <c:v>40793</c:v>
                </c:pt>
                <c:pt idx="416">
                  <c:v>40794</c:v>
                </c:pt>
                <c:pt idx="417">
                  <c:v>40795</c:v>
                </c:pt>
                <c:pt idx="418">
                  <c:v>40798</c:v>
                </c:pt>
                <c:pt idx="419">
                  <c:v>40799</c:v>
                </c:pt>
                <c:pt idx="420">
                  <c:v>40800</c:v>
                </c:pt>
                <c:pt idx="421">
                  <c:v>40801</c:v>
                </c:pt>
                <c:pt idx="422">
                  <c:v>40802</c:v>
                </c:pt>
                <c:pt idx="423">
                  <c:v>40805</c:v>
                </c:pt>
                <c:pt idx="424">
                  <c:v>40806</c:v>
                </c:pt>
                <c:pt idx="425">
                  <c:v>40807</c:v>
                </c:pt>
                <c:pt idx="426">
                  <c:v>40808</c:v>
                </c:pt>
                <c:pt idx="427">
                  <c:v>40809</c:v>
                </c:pt>
                <c:pt idx="428">
                  <c:v>40812</c:v>
                </c:pt>
                <c:pt idx="429">
                  <c:v>40813</c:v>
                </c:pt>
                <c:pt idx="430">
                  <c:v>40814</c:v>
                </c:pt>
                <c:pt idx="431">
                  <c:v>40815</c:v>
                </c:pt>
                <c:pt idx="432">
                  <c:v>40816</c:v>
                </c:pt>
                <c:pt idx="433">
                  <c:v>40819</c:v>
                </c:pt>
                <c:pt idx="434">
                  <c:v>40820</c:v>
                </c:pt>
                <c:pt idx="435">
                  <c:v>40821</c:v>
                </c:pt>
                <c:pt idx="436">
                  <c:v>40822</c:v>
                </c:pt>
                <c:pt idx="437">
                  <c:v>40823</c:v>
                </c:pt>
                <c:pt idx="438">
                  <c:v>40827</c:v>
                </c:pt>
                <c:pt idx="439">
                  <c:v>40828</c:v>
                </c:pt>
                <c:pt idx="440">
                  <c:v>40829</c:v>
                </c:pt>
                <c:pt idx="441">
                  <c:v>40830</c:v>
                </c:pt>
                <c:pt idx="442">
                  <c:v>40833</c:v>
                </c:pt>
                <c:pt idx="443">
                  <c:v>40834</c:v>
                </c:pt>
                <c:pt idx="444">
                  <c:v>40835</c:v>
                </c:pt>
                <c:pt idx="445">
                  <c:v>40836</c:v>
                </c:pt>
                <c:pt idx="446">
                  <c:v>40837</c:v>
                </c:pt>
                <c:pt idx="447">
                  <c:v>40840</c:v>
                </c:pt>
                <c:pt idx="448">
                  <c:v>40841</c:v>
                </c:pt>
                <c:pt idx="449">
                  <c:v>40842</c:v>
                </c:pt>
                <c:pt idx="450">
                  <c:v>40843</c:v>
                </c:pt>
                <c:pt idx="451">
                  <c:v>40844</c:v>
                </c:pt>
                <c:pt idx="452">
                  <c:v>40847</c:v>
                </c:pt>
                <c:pt idx="453">
                  <c:v>40848</c:v>
                </c:pt>
                <c:pt idx="454">
                  <c:v>40849</c:v>
                </c:pt>
                <c:pt idx="455">
                  <c:v>40850</c:v>
                </c:pt>
                <c:pt idx="456">
                  <c:v>40851</c:v>
                </c:pt>
                <c:pt idx="457">
                  <c:v>40854</c:v>
                </c:pt>
                <c:pt idx="458">
                  <c:v>40855</c:v>
                </c:pt>
                <c:pt idx="459">
                  <c:v>40856</c:v>
                </c:pt>
                <c:pt idx="460">
                  <c:v>40857</c:v>
                </c:pt>
                <c:pt idx="461">
                  <c:v>40861</c:v>
                </c:pt>
                <c:pt idx="462">
                  <c:v>40862</c:v>
                </c:pt>
                <c:pt idx="463">
                  <c:v>40863</c:v>
                </c:pt>
                <c:pt idx="464">
                  <c:v>40864</c:v>
                </c:pt>
                <c:pt idx="465">
                  <c:v>40865</c:v>
                </c:pt>
                <c:pt idx="466">
                  <c:v>40868</c:v>
                </c:pt>
                <c:pt idx="467">
                  <c:v>40869</c:v>
                </c:pt>
                <c:pt idx="468">
                  <c:v>40870</c:v>
                </c:pt>
                <c:pt idx="469">
                  <c:v>40872</c:v>
                </c:pt>
                <c:pt idx="470">
                  <c:v>40876</c:v>
                </c:pt>
                <c:pt idx="471">
                  <c:v>40877</c:v>
                </c:pt>
                <c:pt idx="472">
                  <c:v>40879</c:v>
                </c:pt>
                <c:pt idx="473">
                  <c:v>40883</c:v>
                </c:pt>
                <c:pt idx="474">
                  <c:v>40884</c:v>
                </c:pt>
                <c:pt idx="475">
                  <c:v>40885</c:v>
                </c:pt>
                <c:pt idx="476">
                  <c:v>40889</c:v>
                </c:pt>
                <c:pt idx="477">
                  <c:v>40890</c:v>
                </c:pt>
                <c:pt idx="478">
                  <c:v>40891</c:v>
                </c:pt>
                <c:pt idx="479">
                  <c:v>40892</c:v>
                </c:pt>
                <c:pt idx="480">
                  <c:v>40893</c:v>
                </c:pt>
                <c:pt idx="481">
                  <c:v>40896</c:v>
                </c:pt>
                <c:pt idx="482">
                  <c:v>40897</c:v>
                </c:pt>
                <c:pt idx="483">
                  <c:v>40898</c:v>
                </c:pt>
                <c:pt idx="484">
                  <c:v>40899</c:v>
                </c:pt>
                <c:pt idx="485">
                  <c:v>40900</c:v>
                </c:pt>
                <c:pt idx="486">
                  <c:v>40904</c:v>
                </c:pt>
                <c:pt idx="487">
                  <c:v>40905</c:v>
                </c:pt>
                <c:pt idx="488">
                  <c:v>40906</c:v>
                </c:pt>
                <c:pt idx="489">
                  <c:v>40907</c:v>
                </c:pt>
                <c:pt idx="490">
                  <c:v>40911</c:v>
                </c:pt>
                <c:pt idx="491">
                  <c:v>40912</c:v>
                </c:pt>
                <c:pt idx="492">
                  <c:v>40913</c:v>
                </c:pt>
                <c:pt idx="493">
                  <c:v>40914</c:v>
                </c:pt>
                <c:pt idx="494">
                  <c:v>40917</c:v>
                </c:pt>
                <c:pt idx="495">
                  <c:v>40918</c:v>
                </c:pt>
                <c:pt idx="496">
                  <c:v>40919</c:v>
                </c:pt>
                <c:pt idx="497">
                  <c:v>40920</c:v>
                </c:pt>
                <c:pt idx="498">
                  <c:v>40921</c:v>
                </c:pt>
                <c:pt idx="499">
                  <c:v>40925</c:v>
                </c:pt>
                <c:pt idx="500">
                  <c:v>40926</c:v>
                </c:pt>
                <c:pt idx="501">
                  <c:v>40927</c:v>
                </c:pt>
                <c:pt idx="502">
                  <c:v>40928</c:v>
                </c:pt>
                <c:pt idx="503">
                  <c:v>40931</c:v>
                </c:pt>
                <c:pt idx="504">
                  <c:v>40932</c:v>
                </c:pt>
                <c:pt idx="505">
                  <c:v>40933</c:v>
                </c:pt>
                <c:pt idx="506">
                  <c:v>40934</c:v>
                </c:pt>
                <c:pt idx="507">
                  <c:v>40935</c:v>
                </c:pt>
                <c:pt idx="508">
                  <c:v>40938</c:v>
                </c:pt>
                <c:pt idx="509">
                  <c:v>40939</c:v>
                </c:pt>
                <c:pt idx="510">
                  <c:v>40940</c:v>
                </c:pt>
                <c:pt idx="511">
                  <c:v>40941</c:v>
                </c:pt>
                <c:pt idx="512">
                  <c:v>40942</c:v>
                </c:pt>
                <c:pt idx="513">
                  <c:v>40945</c:v>
                </c:pt>
                <c:pt idx="514">
                  <c:v>40946</c:v>
                </c:pt>
                <c:pt idx="515">
                  <c:v>40947</c:v>
                </c:pt>
                <c:pt idx="516">
                  <c:v>40948</c:v>
                </c:pt>
                <c:pt idx="517">
                  <c:v>40949</c:v>
                </c:pt>
                <c:pt idx="518">
                  <c:v>40952</c:v>
                </c:pt>
                <c:pt idx="519">
                  <c:v>40953</c:v>
                </c:pt>
                <c:pt idx="520">
                  <c:v>40954</c:v>
                </c:pt>
                <c:pt idx="521">
                  <c:v>40955</c:v>
                </c:pt>
                <c:pt idx="522">
                  <c:v>40956</c:v>
                </c:pt>
                <c:pt idx="523">
                  <c:v>40960</c:v>
                </c:pt>
                <c:pt idx="524">
                  <c:v>40961</c:v>
                </c:pt>
                <c:pt idx="525">
                  <c:v>40962</c:v>
                </c:pt>
                <c:pt idx="526">
                  <c:v>40963</c:v>
                </c:pt>
                <c:pt idx="527">
                  <c:v>40966</c:v>
                </c:pt>
                <c:pt idx="528">
                  <c:v>40967</c:v>
                </c:pt>
                <c:pt idx="529">
                  <c:v>40968</c:v>
                </c:pt>
                <c:pt idx="530">
                  <c:v>40969</c:v>
                </c:pt>
                <c:pt idx="531">
                  <c:v>40970</c:v>
                </c:pt>
                <c:pt idx="532">
                  <c:v>40973</c:v>
                </c:pt>
                <c:pt idx="533">
                  <c:v>40974</c:v>
                </c:pt>
                <c:pt idx="534">
                  <c:v>40975</c:v>
                </c:pt>
                <c:pt idx="535">
                  <c:v>40976</c:v>
                </c:pt>
                <c:pt idx="536">
                  <c:v>40977</c:v>
                </c:pt>
                <c:pt idx="537">
                  <c:v>40980</c:v>
                </c:pt>
                <c:pt idx="538">
                  <c:v>40981</c:v>
                </c:pt>
                <c:pt idx="539">
                  <c:v>40982</c:v>
                </c:pt>
                <c:pt idx="540">
                  <c:v>40983</c:v>
                </c:pt>
                <c:pt idx="541">
                  <c:v>40984</c:v>
                </c:pt>
                <c:pt idx="542">
                  <c:v>40987</c:v>
                </c:pt>
                <c:pt idx="543">
                  <c:v>40988</c:v>
                </c:pt>
                <c:pt idx="544">
                  <c:v>40989</c:v>
                </c:pt>
                <c:pt idx="545">
                  <c:v>40990</c:v>
                </c:pt>
                <c:pt idx="546">
                  <c:v>40991</c:v>
                </c:pt>
                <c:pt idx="547">
                  <c:v>40994</c:v>
                </c:pt>
                <c:pt idx="548">
                  <c:v>40995</c:v>
                </c:pt>
                <c:pt idx="549">
                  <c:v>40996</c:v>
                </c:pt>
                <c:pt idx="550">
                  <c:v>40997</c:v>
                </c:pt>
                <c:pt idx="551">
                  <c:v>40998</c:v>
                </c:pt>
                <c:pt idx="552">
                  <c:v>41001</c:v>
                </c:pt>
                <c:pt idx="553">
                  <c:v>41002</c:v>
                </c:pt>
                <c:pt idx="554">
                  <c:v>41008</c:v>
                </c:pt>
                <c:pt idx="555">
                  <c:v>41009</c:v>
                </c:pt>
                <c:pt idx="556">
                  <c:v>41010</c:v>
                </c:pt>
                <c:pt idx="557">
                  <c:v>41011</c:v>
                </c:pt>
                <c:pt idx="558">
                  <c:v>41012</c:v>
                </c:pt>
                <c:pt idx="559">
                  <c:v>41015</c:v>
                </c:pt>
                <c:pt idx="560">
                  <c:v>41016</c:v>
                </c:pt>
                <c:pt idx="561">
                  <c:v>41017</c:v>
                </c:pt>
                <c:pt idx="562">
                  <c:v>41018</c:v>
                </c:pt>
                <c:pt idx="563">
                  <c:v>41019</c:v>
                </c:pt>
                <c:pt idx="564">
                  <c:v>41022</c:v>
                </c:pt>
                <c:pt idx="565">
                  <c:v>41023</c:v>
                </c:pt>
                <c:pt idx="566">
                  <c:v>41024</c:v>
                </c:pt>
                <c:pt idx="567">
                  <c:v>41025</c:v>
                </c:pt>
                <c:pt idx="568">
                  <c:v>41026</c:v>
                </c:pt>
                <c:pt idx="569">
                  <c:v>41029</c:v>
                </c:pt>
                <c:pt idx="570">
                  <c:v>41030</c:v>
                </c:pt>
                <c:pt idx="571">
                  <c:v>41031</c:v>
                </c:pt>
                <c:pt idx="572">
                  <c:v>41032</c:v>
                </c:pt>
                <c:pt idx="573">
                  <c:v>41033</c:v>
                </c:pt>
                <c:pt idx="574">
                  <c:v>41036</c:v>
                </c:pt>
                <c:pt idx="575">
                  <c:v>41037</c:v>
                </c:pt>
                <c:pt idx="576">
                  <c:v>41038</c:v>
                </c:pt>
                <c:pt idx="577">
                  <c:v>41039</c:v>
                </c:pt>
                <c:pt idx="578">
                  <c:v>41040</c:v>
                </c:pt>
                <c:pt idx="579">
                  <c:v>41043</c:v>
                </c:pt>
                <c:pt idx="580">
                  <c:v>41044</c:v>
                </c:pt>
                <c:pt idx="581">
                  <c:v>41045</c:v>
                </c:pt>
                <c:pt idx="582">
                  <c:v>41046</c:v>
                </c:pt>
                <c:pt idx="583">
                  <c:v>41047</c:v>
                </c:pt>
                <c:pt idx="584">
                  <c:v>41050</c:v>
                </c:pt>
                <c:pt idx="585">
                  <c:v>41051</c:v>
                </c:pt>
                <c:pt idx="586">
                  <c:v>41052</c:v>
                </c:pt>
                <c:pt idx="587">
                  <c:v>41053</c:v>
                </c:pt>
                <c:pt idx="588">
                  <c:v>41054</c:v>
                </c:pt>
                <c:pt idx="589">
                  <c:v>41058</c:v>
                </c:pt>
                <c:pt idx="590">
                  <c:v>41059</c:v>
                </c:pt>
                <c:pt idx="591">
                  <c:v>41060</c:v>
                </c:pt>
                <c:pt idx="592">
                  <c:v>41061</c:v>
                </c:pt>
                <c:pt idx="593">
                  <c:v>41064</c:v>
                </c:pt>
                <c:pt idx="594">
                  <c:v>41065</c:v>
                </c:pt>
                <c:pt idx="595">
                  <c:v>41066</c:v>
                </c:pt>
                <c:pt idx="596">
                  <c:v>41067</c:v>
                </c:pt>
                <c:pt idx="597">
                  <c:v>41068</c:v>
                </c:pt>
                <c:pt idx="598">
                  <c:v>41071</c:v>
                </c:pt>
                <c:pt idx="599">
                  <c:v>41072</c:v>
                </c:pt>
                <c:pt idx="600">
                  <c:v>41073</c:v>
                </c:pt>
                <c:pt idx="601">
                  <c:v>41074</c:v>
                </c:pt>
                <c:pt idx="602">
                  <c:v>41075</c:v>
                </c:pt>
                <c:pt idx="603">
                  <c:v>41078</c:v>
                </c:pt>
                <c:pt idx="604">
                  <c:v>41079</c:v>
                </c:pt>
                <c:pt idx="605">
                  <c:v>41080</c:v>
                </c:pt>
                <c:pt idx="606">
                  <c:v>41081</c:v>
                </c:pt>
                <c:pt idx="607">
                  <c:v>41082</c:v>
                </c:pt>
                <c:pt idx="608">
                  <c:v>41085</c:v>
                </c:pt>
                <c:pt idx="609">
                  <c:v>41086</c:v>
                </c:pt>
                <c:pt idx="610">
                  <c:v>41087</c:v>
                </c:pt>
                <c:pt idx="611">
                  <c:v>41088</c:v>
                </c:pt>
                <c:pt idx="612">
                  <c:v>41089</c:v>
                </c:pt>
                <c:pt idx="613">
                  <c:v>41092</c:v>
                </c:pt>
                <c:pt idx="614">
                  <c:v>41093</c:v>
                </c:pt>
                <c:pt idx="615">
                  <c:v>41095</c:v>
                </c:pt>
                <c:pt idx="616">
                  <c:v>41096</c:v>
                </c:pt>
                <c:pt idx="617">
                  <c:v>41099</c:v>
                </c:pt>
                <c:pt idx="618">
                  <c:v>41100</c:v>
                </c:pt>
                <c:pt idx="619">
                  <c:v>41101</c:v>
                </c:pt>
                <c:pt idx="620">
                  <c:v>41102</c:v>
                </c:pt>
                <c:pt idx="621">
                  <c:v>41103</c:v>
                </c:pt>
                <c:pt idx="622">
                  <c:v>41106</c:v>
                </c:pt>
                <c:pt idx="623">
                  <c:v>41107</c:v>
                </c:pt>
                <c:pt idx="624">
                  <c:v>41108</c:v>
                </c:pt>
                <c:pt idx="625">
                  <c:v>41109</c:v>
                </c:pt>
                <c:pt idx="626">
                  <c:v>41110</c:v>
                </c:pt>
                <c:pt idx="627">
                  <c:v>41113</c:v>
                </c:pt>
                <c:pt idx="628">
                  <c:v>41114</c:v>
                </c:pt>
                <c:pt idx="629">
                  <c:v>41115</c:v>
                </c:pt>
                <c:pt idx="630">
                  <c:v>41116</c:v>
                </c:pt>
                <c:pt idx="631">
                  <c:v>41117</c:v>
                </c:pt>
                <c:pt idx="632">
                  <c:v>41120</c:v>
                </c:pt>
                <c:pt idx="633">
                  <c:v>41121</c:v>
                </c:pt>
                <c:pt idx="634">
                  <c:v>41122</c:v>
                </c:pt>
                <c:pt idx="635">
                  <c:v>41123</c:v>
                </c:pt>
                <c:pt idx="636">
                  <c:v>41124</c:v>
                </c:pt>
                <c:pt idx="637">
                  <c:v>41127</c:v>
                </c:pt>
                <c:pt idx="638">
                  <c:v>41128</c:v>
                </c:pt>
                <c:pt idx="639">
                  <c:v>41129</c:v>
                </c:pt>
                <c:pt idx="640">
                  <c:v>41130</c:v>
                </c:pt>
                <c:pt idx="641">
                  <c:v>41131</c:v>
                </c:pt>
                <c:pt idx="642">
                  <c:v>41134</c:v>
                </c:pt>
                <c:pt idx="643">
                  <c:v>41135</c:v>
                </c:pt>
                <c:pt idx="644">
                  <c:v>41136</c:v>
                </c:pt>
                <c:pt idx="645">
                  <c:v>41137</c:v>
                </c:pt>
                <c:pt idx="646">
                  <c:v>41138</c:v>
                </c:pt>
                <c:pt idx="647">
                  <c:v>41141</c:v>
                </c:pt>
                <c:pt idx="648">
                  <c:v>41142</c:v>
                </c:pt>
                <c:pt idx="649">
                  <c:v>41143</c:v>
                </c:pt>
                <c:pt idx="650">
                  <c:v>41144</c:v>
                </c:pt>
                <c:pt idx="651">
                  <c:v>41145</c:v>
                </c:pt>
                <c:pt idx="652">
                  <c:v>41148</c:v>
                </c:pt>
                <c:pt idx="653">
                  <c:v>41149</c:v>
                </c:pt>
                <c:pt idx="654">
                  <c:v>41150</c:v>
                </c:pt>
                <c:pt idx="655">
                  <c:v>41151</c:v>
                </c:pt>
                <c:pt idx="656">
                  <c:v>41152</c:v>
                </c:pt>
                <c:pt idx="657">
                  <c:v>41156</c:v>
                </c:pt>
                <c:pt idx="658">
                  <c:v>41157</c:v>
                </c:pt>
                <c:pt idx="659">
                  <c:v>41158</c:v>
                </c:pt>
                <c:pt idx="660">
                  <c:v>41159</c:v>
                </c:pt>
                <c:pt idx="661">
                  <c:v>41162</c:v>
                </c:pt>
                <c:pt idx="662">
                  <c:v>41163</c:v>
                </c:pt>
                <c:pt idx="663">
                  <c:v>41164</c:v>
                </c:pt>
                <c:pt idx="664">
                  <c:v>41165</c:v>
                </c:pt>
                <c:pt idx="665">
                  <c:v>41166</c:v>
                </c:pt>
                <c:pt idx="666">
                  <c:v>41169</c:v>
                </c:pt>
                <c:pt idx="667">
                  <c:v>41170</c:v>
                </c:pt>
                <c:pt idx="668">
                  <c:v>41171</c:v>
                </c:pt>
                <c:pt idx="669">
                  <c:v>41172</c:v>
                </c:pt>
                <c:pt idx="670">
                  <c:v>41173</c:v>
                </c:pt>
                <c:pt idx="671">
                  <c:v>41176</c:v>
                </c:pt>
                <c:pt idx="672">
                  <c:v>41177</c:v>
                </c:pt>
                <c:pt idx="673">
                  <c:v>41178</c:v>
                </c:pt>
                <c:pt idx="674">
                  <c:v>41179</c:v>
                </c:pt>
                <c:pt idx="675">
                  <c:v>41180</c:v>
                </c:pt>
                <c:pt idx="676">
                  <c:v>41183</c:v>
                </c:pt>
                <c:pt idx="677">
                  <c:v>41184</c:v>
                </c:pt>
                <c:pt idx="678">
                  <c:v>41185</c:v>
                </c:pt>
                <c:pt idx="679">
                  <c:v>41186</c:v>
                </c:pt>
                <c:pt idx="680">
                  <c:v>41187</c:v>
                </c:pt>
                <c:pt idx="681">
                  <c:v>41191</c:v>
                </c:pt>
                <c:pt idx="682">
                  <c:v>41192</c:v>
                </c:pt>
                <c:pt idx="683">
                  <c:v>41193</c:v>
                </c:pt>
                <c:pt idx="684">
                  <c:v>41194</c:v>
                </c:pt>
                <c:pt idx="685">
                  <c:v>41197</c:v>
                </c:pt>
                <c:pt idx="686">
                  <c:v>41198</c:v>
                </c:pt>
                <c:pt idx="687">
                  <c:v>41199</c:v>
                </c:pt>
                <c:pt idx="688">
                  <c:v>41200</c:v>
                </c:pt>
                <c:pt idx="689">
                  <c:v>41201</c:v>
                </c:pt>
                <c:pt idx="690">
                  <c:v>41204</c:v>
                </c:pt>
                <c:pt idx="691">
                  <c:v>41205</c:v>
                </c:pt>
                <c:pt idx="692">
                  <c:v>41206</c:v>
                </c:pt>
                <c:pt idx="693">
                  <c:v>41207</c:v>
                </c:pt>
                <c:pt idx="694">
                  <c:v>41213</c:v>
                </c:pt>
                <c:pt idx="695">
                  <c:v>41214</c:v>
                </c:pt>
                <c:pt idx="696">
                  <c:v>41215</c:v>
                </c:pt>
                <c:pt idx="697">
                  <c:v>41218</c:v>
                </c:pt>
                <c:pt idx="698">
                  <c:v>41219</c:v>
                </c:pt>
                <c:pt idx="699">
                  <c:v>41220</c:v>
                </c:pt>
                <c:pt idx="700">
                  <c:v>41221</c:v>
                </c:pt>
                <c:pt idx="701">
                  <c:v>41222</c:v>
                </c:pt>
                <c:pt idx="702">
                  <c:v>41226</c:v>
                </c:pt>
                <c:pt idx="703">
                  <c:v>41227</c:v>
                </c:pt>
                <c:pt idx="704">
                  <c:v>41228</c:v>
                </c:pt>
                <c:pt idx="705">
                  <c:v>41229</c:v>
                </c:pt>
                <c:pt idx="706">
                  <c:v>41232</c:v>
                </c:pt>
                <c:pt idx="707">
                  <c:v>41233</c:v>
                </c:pt>
                <c:pt idx="708">
                  <c:v>41234</c:v>
                </c:pt>
                <c:pt idx="709">
                  <c:v>41236</c:v>
                </c:pt>
                <c:pt idx="710">
                  <c:v>41239</c:v>
                </c:pt>
                <c:pt idx="711">
                  <c:v>41240</c:v>
                </c:pt>
                <c:pt idx="712">
                  <c:v>41241</c:v>
                </c:pt>
                <c:pt idx="713">
                  <c:v>41242</c:v>
                </c:pt>
                <c:pt idx="714">
                  <c:v>41243</c:v>
                </c:pt>
                <c:pt idx="715">
                  <c:v>41246</c:v>
                </c:pt>
                <c:pt idx="716">
                  <c:v>41247</c:v>
                </c:pt>
                <c:pt idx="717">
                  <c:v>41248</c:v>
                </c:pt>
                <c:pt idx="718">
                  <c:v>41249</c:v>
                </c:pt>
                <c:pt idx="719">
                  <c:v>41250</c:v>
                </c:pt>
                <c:pt idx="720">
                  <c:v>41253</c:v>
                </c:pt>
                <c:pt idx="721">
                  <c:v>41254</c:v>
                </c:pt>
                <c:pt idx="722">
                  <c:v>41255</c:v>
                </c:pt>
                <c:pt idx="723">
                  <c:v>41256</c:v>
                </c:pt>
                <c:pt idx="724">
                  <c:v>41257</c:v>
                </c:pt>
                <c:pt idx="725">
                  <c:v>41260</c:v>
                </c:pt>
                <c:pt idx="726">
                  <c:v>41261</c:v>
                </c:pt>
                <c:pt idx="727">
                  <c:v>41262</c:v>
                </c:pt>
                <c:pt idx="728">
                  <c:v>41263</c:v>
                </c:pt>
                <c:pt idx="729">
                  <c:v>41264</c:v>
                </c:pt>
                <c:pt idx="730">
                  <c:v>41267</c:v>
                </c:pt>
                <c:pt idx="731">
                  <c:v>41269</c:v>
                </c:pt>
                <c:pt idx="732">
                  <c:v>41270</c:v>
                </c:pt>
                <c:pt idx="733">
                  <c:v>41271</c:v>
                </c:pt>
                <c:pt idx="734">
                  <c:v>41274</c:v>
                </c:pt>
                <c:pt idx="735">
                  <c:v>41276</c:v>
                </c:pt>
                <c:pt idx="736">
                  <c:v>41277</c:v>
                </c:pt>
                <c:pt idx="737">
                  <c:v>41278</c:v>
                </c:pt>
                <c:pt idx="738">
                  <c:v>41281</c:v>
                </c:pt>
                <c:pt idx="739">
                  <c:v>41282</c:v>
                </c:pt>
                <c:pt idx="740">
                  <c:v>41283</c:v>
                </c:pt>
                <c:pt idx="741">
                  <c:v>41284</c:v>
                </c:pt>
                <c:pt idx="742">
                  <c:v>41285</c:v>
                </c:pt>
                <c:pt idx="743">
                  <c:v>41288</c:v>
                </c:pt>
                <c:pt idx="744">
                  <c:v>41289</c:v>
                </c:pt>
                <c:pt idx="745">
                  <c:v>41290</c:v>
                </c:pt>
                <c:pt idx="746">
                  <c:v>41291</c:v>
                </c:pt>
                <c:pt idx="747">
                  <c:v>41292</c:v>
                </c:pt>
                <c:pt idx="748">
                  <c:v>41296</c:v>
                </c:pt>
                <c:pt idx="749">
                  <c:v>41297</c:v>
                </c:pt>
                <c:pt idx="750">
                  <c:v>41298</c:v>
                </c:pt>
                <c:pt idx="751">
                  <c:v>41299</c:v>
                </c:pt>
                <c:pt idx="752">
                  <c:v>41302</c:v>
                </c:pt>
                <c:pt idx="753">
                  <c:v>41303</c:v>
                </c:pt>
                <c:pt idx="754">
                  <c:v>41304</c:v>
                </c:pt>
                <c:pt idx="755">
                  <c:v>41305</c:v>
                </c:pt>
                <c:pt idx="756">
                  <c:v>41306</c:v>
                </c:pt>
                <c:pt idx="757">
                  <c:v>41309</c:v>
                </c:pt>
                <c:pt idx="758">
                  <c:v>41310</c:v>
                </c:pt>
                <c:pt idx="759">
                  <c:v>41311</c:v>
                </c:pt>
                <c:pt idx="760">
                  <c:v>41312</c:v>
                </c:pt>
                <c:pt idx="761">
                  <c:v>41313</c:v>
                </c:pt>
                <c:pt idx="762">
                  <c:v>41316</c:v>
                </c:pt>
                <c:pt idx="763">
                  <c:v>41317</c:v>
                </c:pt>
                <c:pt idx="764">
                  <c:v>41318</c:v>
                </c:pt>
                <c:pt idx="765">
                  <c:v>41319</c:v>
                </c:pt>
                <c:pt idx="766">
                  <c:v>41320</c:v>
                </c:pt>
                <c:pt idx="767">
                  <c:v>41324</c:v>
                </c:pt>
                <c:pt idx="768">
                  <c:v>41325</c:v>
                </c:pt>
                <c:pt idx="769">
                  <c:v>41326</c:v>
                </c:pt>
                <c:pt idx="770">
                  <c:v>41327</c:v>
                </c:pt>
                <c:pt idx="771">
                  <c:v>41330</c:v>
                </c:pt>
                <c:pt idx="772">
                  <c:v>41331</c:v>
                </c:pt>
                <c:pt idx="773">
                  <c:v>41332</c:v>
                </c:pt>
                <c:pt idx="774">
                  <c:v>41333</c:v>
                </c:pt>
                <c:pt idx="775">
                  <c:v>41334</c:v>
                </c:pt>
                <c:pt idx="776">
                  <c:v>41337</c:v>
                </c:pt>
                <c:pt idx="777">
                  <c:v>41338</c:v>
                </c:pt>
                <c:pt idx="778">
                  <c:v>41339</c:v>
                </c:pt>
                <c:pt idx="779">
                  <c:v>41340</c:v>
                </c:pt>
                <c:pt idx="780">
                  <c:v>41341</c:v>
                </c:pt>
                <c:pt idx="781">
                  <c:v>41344</c:v>
                </c:pt>
                <c:pt idx="782">
                  <c:v>41345</c:v>
                </c:pt>
                <c:pt idx="783">
                  <c:v>41346</c:v>
                </c:pt>
                <c:pt idx="784">
                  <c:v>41347</c:v>
                </c:pt>
                <c:pt idx="785">
                  <c:v>41348</c:v>
                </c:pt>
                <c:pt idx="786">
                  <c:v>41351</c:v>
                </c:pt>
                <c:pt idx="787">
                  <c:v>41352</c:v>
                </c:pt>
                <c:pt idx="788">
                  <c:v>41353</c:v>
                </c:pt>
                <c:pt idx="789">
                  <c:v>41354</c:v>
                </c:pt>
                <c:pt idx="790">
                  <c:v>41355</c:v>
                </c:pt>
                <c:pt idx="791">
                  <c:v>41358</c:v>
                </c:pt>
                <c:pt idx="792">
                  <c:v>41359</c:v>
                </c:pt>
                <c:pt idx="793">
                  <c:v>41365</c:v>
                </c:pt>
                <c:pt idx="794">
                  <c:v>41366</c:v>
                </c:pt>
                <c:pt idx="795">
                  <c:v>41367</c:v>
                </c:pt>
                <c:pt idx="796">
                  <c:v>41368</c:v>
                </c:pt>
                <c:pt idx="797">
                  <c:v>41369</c:v>
                </c:pt>
                <c:pt idx="798">
                  <c:v>41372</c:v>
                </c:pt>
                <c:pt idx="799">
                  <c:v>41373</c:v>
                </c:pt>
                <c:pt idx="800">
                  <c:v>41374</c:v>
                </c:pt>
                <c:pt idx="801">
                  <c:v>41375</c:v>
                </c:pt>
                <c:pt idx="802">
                  <c:v>41376</c:v>
                </c:pt>
                <c:pt idx="803">
                  <c:v>41379</c:v>
                </c:pt>
                <c:pt idx="804">
                  <c:v>41380</c:v>
                </c:pt>
                <c:pt idx="805">
                  <c:v>41381</c:v>
                </c:pt>
                <c:pt idx="806">
                  <c:v>41382</c:v>
                </c:pt>
                <c:pt idx="807">
                  <c:v>41383</c:v>
                </c:pt>
                <c:pt idx="808">
                  <c:v>41386</c:v>
                </c:pt>
                <c:pt idx="809">
                  <c:v>41387</c:v>
                </c:pt>
                <c:pt idx="810">
                  <c:v>41388</c:v>
                </c:pt>
                <c:pt idx="811">
                  <c:v>41389</c:v>
                </c:pt>
                <c:pt idx="812">
                  <c:v>41390</c:v>
                </c:pt>
                <c:pt idx="813">
                  <c:v>41393</c:v>
                </c:pt>
                <c:pt idx="814">
                  <c:v>41394</c:v>
                </c:pt>
                <c:pt idx="815">
                  <c:v>41395</c:v>
                </c:pt>
                <c:pt idx="816">
                  <c:v>41396</c:v>
                </c:pt>
                <c:pt idx="817">
                  <c:v>41397</c:v>
                </c:pt>
                <c:pt idx="818">
                  <c:v>41400</c:v>
                </c:pt>
                <c:pt idx="819">
                  <c:v>41401</c:v>
                </c:pt>
                <c:pt idx="820">
                  <c:v>41402</c:v>
                </c:pt>
                <c:pt idx="821">
                  <c:v>41403</c:v>
                </c:pt>
                <c:pt idx="822">
                  <c:v>41404</c:v>
                </c:pt>
                <c:pt idx="823">
                  <c:v>41407</c:v>
                </c:pt>
                <c:pt idx="824">
                  <c:v>41408</c:v>
                </c:pt>
                <c:pt idx="825">
                  <c:v>41409</c:v>
                </c:pt>
                <c:pt idx="826">
                  <c:v>41410</c:v>
                </c:pt>
                <c:pt idx="827">
                  <c:v>41411</c:v>
                </c:pt>
                <c:pt idx="828">
                  <c:v>41414</c:v>
                </c:pt>
                <c:pt idx="829">
                  <c:v>41415</c:v>
                </c:pt>
                <c:pt idx="830">
                  <c:v>41416</c:v>
                </c:pt>
                <c:pt idx="831">
                  <c:v>41417</c:v>
                </c:pt>
                <c:pt idx="832">
                  <c:v>41418</c:v>
                </c:pt>
                <c:pt idx="833">
                  <c:v>41422</c:v>
                </c:pt>
                <c:pt idx="834">
                  <c:v>41423</c:v>
                </c:pt>
                <c:pt idx="835">
                  <c:v>41424</c:v>
                </c:pt>
                <c:pt idx="836">
                  <c:v>41425</c:v>
                </c:pt>
                <c:pt idx="837">
                  <c:v>41428</c:v>
                </c:pt>
                <c:pt idx="838">
                  <c:v>41429</c:v>
                </c:pt>
                <c:pt idx="839">
                  <c:v>41430</c:v>
                </c:pt>
                <c:pt idx="840">
                  <c:v>41431</c:v>
                </c:pt>
                <c:pt idx="841">
                  <c:v>41432</c:v>
                </c:pt>
                <c:pt idx="842">
                  <c:v>41435</c:v>
                </c:pt>
                <c:pt idx="843">
                  <c:v>41436</c:v>
                </c:pt>
                <c:pt idx="844">
                  <c:v>41437</c:v>
                </c:pt>
                <c:pt idx="845">
                  <c:v>41438</c:v>
                </c:pt>
                <c:pt idx="846">
                  <c:v>41439</c:v>
                </c:pt>
                <c:pt idx="847">
                  <c:v>41442</c:v>
                </c:pt>
                <c:pt idx="848">
                  <c:v>41443</c:v>
                </c:pt>
                <c:pt idx="849">
                  <c:v>41444</c:v>
                </c:pt>
                <c:pt idx="850">
                  <c:v>41445</c:v>
                </c:pt>
                <c:pt idx="851">
                  <c:v>41446</c:v>
                </c:pt>
                <c:pt idx="852">
                  <c:v>41449</c:v>
                </c:pt>
                <c:pt idx="853">
                  <c:v>41450</c:v>
                </c:pt>
                <c:pt idx="854">
                  <c:v>41451</c:v>
                </c:pt>
                <c:pt idx="855">
                  <c:v>41452</c:v>
                </c:pt>
                <c:pt idx="856">
                  <c:v>41453</c:v>
                </c:pt>
                <c:pt idx="857">
                  <c:v>41456</c:v>
                </c:pt>
                <c:pt idx="858">
                  <c:v>41457</c:v>
                </c:pt>
                <c:pt idx="859">
                  <c:v>41458</c:v>
                </c:pt>
                <c:pt idx="860">
                  <c:v>41460</c:v>
                </c:pt>
                <c:pt idx="861">
                  <c:v>41463</c:v>
                </c:pt>
                <c:pt idx="862">
                  <c:v>41464</c:v>
                </c:pt>
                <c:pt idx="863">
                  <c:v>41465</c:v>
                </c:pt>
                <c:pt idx="864">
                  <c:v>41466</c:v>
                </c:pt>
                <c:pt idx="865">
                  <c:v>41467</c:v>
                </c:pt>
                <c:pt idx="866">
                  <c:v>41470</c:v>
                </c:pt>
                <c:pt idx="867">
                  <c:v>41471</c:v>
                </c:pt>
                <c:pt idx="868">
                  <c:v>41472</c:v>
                </c:pt>
                <c:pt idx="869">
                  <c:v>41473</c:v>
                </c:pt>
                <c:pt idx="870">
                  <c:v>41474</c:v>
                </c:pt>
                <c:pt idx="871">
                  <c:v>41477</c:v>
                </c:pt>
                <c:pt idx="872">
                  <c:v>41478</c:v>
                </c:pt>
                <c:pt idx="873">
                  <c:v>41479</c:v>
                </c:pt>
                <c:pt idx="874">
                  <c:v>41480</c:v>
                </c:pt>
                <c:pt idx="875">
                  <c:v>41481</c:v>
                </c:pt>
                <c:pt idx="876">
                  <c:v>41484</c:v>
                </c:pt>
                <c:pt idx="877">
                  <c:v>41485</c:v>
                </c:pt>
                <c:pt idx="878">
                  <c:v>41486</c:v>
                </c:pt>
                <c:pt idx="879">
                  <c:v>41487</c:v>
                </c:pt>
                <c:pt idx="880">
                  <c:v>41488</c:v>
                </c:pt>
                <c:pt idx="881">
                  <c:v>41491</c:v>
                </c:pt>
                <c:pt idx="882">
                  <c:v>41492</c:v>
                </c:pt>
                <c:pt idx="883">
                  <c:v>41493</c:v>
                </c:pt>
                <c:pt idx="884">
                  <c:v>41494</c:v>
                </c:pt>
                <c:pt idx="885">
                  <c:v>41495</c:v>
                </c:pt>
                <c:pt idx="886">
                  <c:v>41498</c:v>
                </c:pt>
                <c:pt idx="887">
                  <c:v>41499</c:v>
                </c:pt>
                <c:pt idx="888">
                  <c:v>41500</c:v>
                </c:pt>
                <c:pt idx="889">
                  <c:v>41501</c:v>
                </c:pt>
                <c:pt idx="890">
                  <c:v>41502</c:v>
                </c:pt>
                <c:pt idx="891">
                  <c:v>41505</c:v>
                </c:pt>
                <c:pt idx="892">
                  <c:v>41506</c:v>
                </c:pt>
                <c:pt idx="893">
                  <c:v>41507</c:v>
                </c:pt>
                <c:pt idx="894">
                  <c:v>41508</c:v>
                </c:pt>
                <c:pt idx="895">
                  <c:v>41509</c:v>
                </c:pt>
                <c:pt idx="896">
                  <c:v>41512</c:v>
                </c:pt>
                <c:pt idx="897">
                  <c:v>41513</c:v>
                </c:pt>
                <c:pt idx="898">
                  <c:v>41514</c:v>
                </c:pt>
                <c:pt idx="899">
                  <c:v>41515</c:v>
                </c:pt>
                <c:pt idx="900">
                  <c:v>41516</c:v>
                </c:pt>
                <c:pt idx="901">
                  <c:v>41520</c:v>
                </c:pt>
                <c:pt idx="902">
                  <c:v>41521</c:v>
                </c:pt>
                <c:pt idx="903">
                  <c:v>41522</c:v>
                </c:pt>
                <c:pt idx="904">
                  <c:v>41523</c:v>
                </c:pt>
                <c:pt idx="905">
                  <c:v>41526</c:v>
                </c:pt>
                <c:pt idx="906">
                  <c:v>41527</c:v>
                </c:pt>
                <c:pt idx="907">
                  <c:v>41528</c:v>
                </c:pt>
                <c:pt idx="908">
                  <c:v>41529</c:v>
                </c:pt>
                <c:pt idx="909">
                  <c:v>41530</c:v>
                </c:pt>
                <c:pt idx="910">
                  <c:v>41533</c:v>
                </c:pt>
                <c:pt idx="911">
                  <c:v>41534</c:v>
                </c:pt>
                <c:pt idx="912">
                  <c:v>41535</c:v>
                </c:pt>
                <c:pt idx="913">
                  <c:v>41536</c:v>
                </c:pt>
                <c:pt idx="914">
                  <c:v>41537</c:v>
                </c:pt>
                <c:pt idx="915">
                  <c:v>41540</c:v>
                </c:pt>
                <c:pt idx="916">
                  <c:v>41541</c:v>
                </c:pt>
                <c:pt idx="917">
                  <c:v>41542</c:v>
                </c:pt>
                <c:pt idx="918">
                  <c:v>41543</c:v>
                </c:pt>
                <c:pt idx="919">
                  <c:v>41544</c:v>
                </c:pt>
                <c:pt idx="920">
                  <c:v>41547</c:v>
                </c:pt>
                <c:pt idx="921">
                  <c:v>41548</c:v>
                </c:pt>
                <c:pt idx="922">
                  <c:v>41549</c:v>
                </c:pt>
                <c:pt idx="923">
                  <c:v>41550</c:v>
                </c:pt>
                <c:pt idx="924">
                  <c:v>41551</c:v>
                </c:pt>
                <c:pt idx="925">
                  <c:v>41554</c:v>
                </c:pt>
                <c:pt idx="926">
                  <c:v>41555</c:v>
                </c:pt>
                <c:pt idx="927">
                  <c:v>41556</c:v>
                </c:pt>
                <c:pt idx="928">
                  <c:v>41557</c:v>
                </c:pt>
                <c:pt idx="929">
                  <c:v>41558</c:v>
                </c:pt>
                <c:pt idx="930">
                  <c:v>41562</c:v>
                </c:pt>
                <c:pt idx="931">
                  <c:v>41563</c:v>
                </c:pt>
                <c:pt idx="932">
                  <c:v>41564</c:v>
                </c:pt>
                <c:pt idx="933">
                  <c:v>41565</c:v>
                </c:pt>
                <c:pt idx="934">
                  <c:v>41568</c:v>
                </c:pt>
                <c:pt idx="935">
                  <c:v>41569</c:v>
                </c:pt>
                <c:pt idx="936">
                  <c:v>41570</c:v>
                </c:pt>
                <c:pt idx="937">
                  <c:v>41571</c:v>
                </c:pt>
                <c:pt idx="938">
                  <c:v>41572</c:v>
                </c:pt>
                <c:pt idx="939">
                  <c:v>41575</c:v>
                </c:pt>
                <c:pt idx="940">
                  <c:v>41576</c:v>
                </c:pt>
                <c:pt idx="941">
                  <c:v>41577</c:v>
                </c:pt>
                <c:pt idx="942">
                  <c:v>41578</c:v>
                </c:pt>
                <c:pt idx="943">
                  <c:v>41579</c:v>
                </c:pt>
                <c:pt idx="944">
                  <c:v>41582</c:v>
                </c:pt>
                <c:pt idx="945">
                  <c:v>41583</c:v>
                </c:pt>
                <c:pt idx="946">
                  <c:v>41584</c:v>
                </c:pt>
                <c:pt idx="947">
                  <c:v>41585</c:v>
                </c:pt>
                <c:pt idx="948">
                  <c:v>41586</c:v>
                </c:pt>
                <c:pt idx="949">
                  <c:v>41590</c:v>
                </c:pt>
                <c:pt idx="950">
                  <c:v>41591</c:v>
                </c:pt>
                <c:pt idx="951">
                  <c:v>41592</c:v>
                </c:pt>
                <c:pt idx="952">
                  <c:v>41593</c:v>
                </c:pt>
                <c:pt idx="953">
                  <c:v>41596</c:v>
                </c:pt>
                <c:pt idx="954">
                  <c:v>41597</c:v>
                </c:pt>
                <c:pt idx="955">
                  <c:v>41598</c:v>
                </c:pt>
                <c:pt idx="956">
                  <c:v>41599</c:v>
                </c:pt>
                <c:pt idx="957">
                  <c:v>41600</c:v>
                </c:pt>
                <c:pt idx="958">
                  <c:v>41603</c:v>
                </c:pt>
                <c:pt idx="959">
                  <c:v>41604</c:v>
                </c:pt>
                <c:pt idx="960">
                  <c:v>41605</c:v>
                </c:pt>
                <c:pt idx="961">
                  <c:v>41607</c:v>
                </c:pt>
                <c:pt idx="962">
                  <c:v>41610</c:v>
                </c:pt>
                <c:pt idx="963">
                  <c:v>41611</c:v>
                </c:pt>
                <c:pt idx="964">
                  <c:v>41612</c:v>
                </c:pt>
                <c:pt idx="965">
                  <c:v>41613</c:v>
                </c:pt>
                <c:pt idx="966">
                  <c:v>41614</c:v>
                </c:pt>
                <c:pt idx="967">
                  <c:v>41617</c:v>
                </c:pt>
                <c:pt idx="968">
                  <c:v>41618</c:v>
                </c:pt>
                <c:pt idx="969">
                  <c:v>41619</c:v>
                </c:pt>
                <c:pt idx="970">
                  <c:v>41620</c:v>
                </c:pt>
                <c:pt idx="971">
                  <c:v>41621</c:v>
                </c:pt>
                <c:pt idx="972">
                  <c:v>41624</c:v>
                </c:pt>
                <c:pt idx="973">
                  <c:v>41625</c:v>
                </c:pt>
                <c:pt idx="974">
                  <c:v>41626</c:v>
                </c:pt>
                <c:pt idx="975">
                  <c:v>41627</c:v>
                </c:pt>
                <c:pt idx="976">
                  <c:v>41628</c:v>
                </c:pt>
                <c:pt idx="977">
                  <c:v>41631</c:v>
                </c:pt>
                <c:pt idx="978">
                  <c:v>41632</c:v>
                </c:pt>
                <c:pt idx="979">
                  <c:v>41634</c:v>
                </c:pt>
                <c:pt idx="980">
                  <c:v>41635</c:v>
                </c:pt>
                <c:pt idx="981">
                  <c:v>41638</c:v>
                </c:pt>
                <c:pt idx="982">
                  <c:v>41639</c:v>
                </c:pt>
                <c:pt idx="983">
                  <c:v>41641</c:v>
                </c:pt>
                <c:pt idx="984">
                  <c:v>41642</c:v>
                </c:pt>
                <c:pt idx="985">
                  <c:v>41645</c:v>
                </c:pt>
                <c:pt idx="986">
                  <c:v>41646</c:v>
                </c:pt>
                <c:pt idx="987">
                  <c:v>41647</c:v>
                </c:pt>
                <c:pt idx="988">
                  <c:v>41648</c:v>
                </c:pt>
                <c:pt idx="989">
                  <c:v>41649</c:v>
                </c:pt>
                <c:pt idx="990">
                  <c:v>41652</c:v>
                </c:pt>
                <c:pt idx="991">
                  <c:v>41653</c:v>
                </c:pt>
                <c:pt idx="992">
                  <c:v>41654</c:v>
                </c:pt>
                <c:pt idx="993">
                  <c:v>41655</c:v>
                </c:pt>
                <c:pt idx="994">
                  <c:v>41656</c:v>
                </c:pt>
                <c:pt idx="995">
                  <c:v>41660</c:v>
                </c:pt>
                <c:pt idx="996">
                  <c:v>41661</c:v>
                </c:pt>
                <c:pt idx="997">
                  <c:v>41662</c:v>
                </c:pt>
                <c:pt idx="998">
                  <c:v>41663</c:v>
                </c:pt>
                <c:pt idx="999">
                  <c:v>41666</c:v>
                </c:pt>
                <c:pt idx="1000">
                  <c:v>41667</c:v>
                </c:pt>
                <c:pt idx="1001">
                  <c:v>41668</c:v>
                </c:pt>
                <c:pt idx="1002">
                  <c:v>41669</c:v>
                </c:pt>
                <c:pt idx="1003">
                  <c:v>41670</c:v>
                </c:pt>
                <c:pt idx="1004">
                  <c:v>41673</c:v>
                </c:pt>
                <c:pt idx="1005">
                  <c:v>41674</c:v>
                </c:pt>
                <c:pt idx="1006">
                  <c:v>41675</c:v>
                </c:pt>
                <c:pt idx="1007">
                  <c:v>41676</c:v>
                </c:pt>
                <c:pt idx="1008">
                  <c:v>41677</c:v>
                </c:pt>
                <c:pt idx="1009">
                  <c:v>41680</c:v>
                </c:pt>
                <c:pt idx="1010">
                  <c:v>41681</c:v>
                </c:pt>
                <c:pt idx="1011">
                  <c:v>41682</c:v>
                </c:pt>
                <c:pt idx="1012">
                  <c:v>41683</c:v>
                </c:pt>
                <c:pt idx="1013">
                  <c:v>41684</c:v>
                </c:pt>
                <c:pt idx="1014">
                  <c:v>41688</c:v>
                </c:pt>
                <c:pt idx="1015">
                  <c:v>41689</c:v>
                </c:pt>
                <c:pt idx="1016">
                  <c:v>41690</c:v>
                </c:pt>
                <c:pt idx="1017">
                  <c:v>41691</c:v>
                </c:pt>
                <c:pt idx="1018">
                  <c:v>41694</c:v>
                </c:pt>
                <c:pt idx="1019">
                  <c:v>41695</c:v>
                </c:pt>
                <c:pt idx="1020">
                  <c:v>41696</c:v>
                </c:pt>
                <c:pt idx="1021">
                  <c:v>41697</c:v>
                </c:pt>
                <c:pt idx="1022">
                  <c:v>41698</c:v>
                </c:pt>
                <c:pt idx="1023">
                  <c:v>41701</c:v>
                </c:pt>
                <c:pt idx="1024">
                  <c:v>41702</c:v>
                </c:pt>
                <c:pt idx="1025">
                  <c:v>41703</c:v>
                </c:pt>
                <c:pt idx="1026">
                  <c:v>41704</c:v>
                </c:pt>
                <c:pt idx="1027">
                  <c:v>41705</c:v>
                </c:pt>
                <c:pt idx="1028">
                  <c:v>41708</c:v>
                </c:pt>
                <c:pt idx="1029">
                  <c:v>41709</c:v>
                </c:pt>
                <c:pt idx="1030">
                  <c:v>41710</c:v>
                </c:pt>
                <c:pt idx="1031">
                  <c:v>41711</c:v>
                </c:pt>
                <c:pt idx="1032">
                  <c:v>41712</c:v>
                </c:pt>
                <c:pt idx="1033">
                  <c:v>41715</c:v>
                </c:pt>
                <c:pt idx="1034">
                  <c:v>41716</c:v>
                </c:pt>
                <c:pt idx="1035">
                  <c:v>41717</c:v>
                </c:pt>
                <c:pt idx="1036">
                  <c:v>41718</c:v>
                </c:pt>
                <c:pt idx="1037">
                  <c:v>41719</c:v>
                </c:pt>
                <c:pt idx="1038">
                  <c:v>41722</c:v>
                </c:pt>
                <c:pt idx="1039">
                  <c:v>41723</c:v>
                </c:pt>
                <c:pt idx="1040">
                  <c:v>41724</c:v>
                </c:pt>
                <c:pt idx="1041">
                  <c:v>41725</c:v>
                </c:pt>
                <c:pt idx="1042">
                  <c:v>41726</c:v>
                </c:pt>
                <c:pt idx="1043">
                  <c:v>41729</c:v>
                </c:pt>
                <c:pt idx="1044">
                  <c:v>41730</c:v>
                </c:pt>
                <c:pt idx="1045">
                  <c:v>41731</c:v>
                </c:pt>
                <c:pt idx="1046">
                  <c:v>41732</c:v>
                </c:pt>
                <c:pt idx="1047">
                  <c:v>41733</c:v>
                </c:pt>
                <c:pt idx="1048">
                  <c:v>41736</c:v>
                </c:pt>
                <c:pt idx="1049">
                  <c:v>41737</c:v>
                </c:pt>
                <c:pt idx="1050">
                  <c:v>41738</c:v>
                </c:pt>
                <c:pt idx="1051">
                  <c:v>41739</c:v>
                </c:pt>
                <c:pt idx="1052">
                  <c:v>41740</c:v>
                </c:pt>
                <c:pt idx="1053">
                  <c:v>41743</c:v>
                </c:pt>
                <c:pt idx="1054">
                  <c:v>41744</c:v>
                </c:pt>
                <c:pt idx="1055">
                  <c:v>41750</c:v>
                </c:pt>
                <c:pt idx="1056">
                  <c:v>41751</c:v>
                </c:pt>
                <c:pt idx="1057">
                  <c:v>41752</c:v>
                </c:pt>
                <c:pt idx="1058">
                  <c:v>41753</c:v>
                </c:pt>
                <c:pt idx="1059">
                  <c:v>41754</c:v>
                </c:pt>
                <c:pt idx="1060">
                  <c:v>41757</c:v>
                </c:pt>
                <c:pt idx="1061">
                  <c:v>41758</c:v>
                </c:pt>
                <c:pt idx="1062">
                  <c:v>41759</c:v>
                </c:pt>
                <c:pt idx="1063">
                  <c:v>41760</c:v>
                </c:pt>
                <c:pt idx="1064">
                  <c:v>41761</c:v>
                </c:pt>
                <c:pt idx="1065">
                  <c:v>41764</c:v>
                </c:pt>
                <c:pt idx="1066">
                  <c:v>41765</c:v>
                </c:pt>
                <c:pt idx="1067">
                  <c:v>41766</c:v>
                </c:pt>
                <c:pt idx="1068">
                  <c:v>41767</c:v>
                </c:pt>
                <c:pt idx="1069">
                  <c:v>41768</c:v>
                </c:pt>
                <c:pt idx="1070">
                  <c:v>41771</c:v>
                </c:pt>
                <c:pt idx="1071">
                  <c:v>41772</c:v>
                </c:pt>
                <c:pt idx="1072">
                  <c:v>41773</c:v>
                </c:pt>
                <c:pt idx="1073">
                  <c:v>41774</c:v>
                </c:pt>
                <c:pt idx="1074">
                  <c:v>41775</c:v>
                </c:pt>
                <c:pt idx="1075">
                  <c:v>41778</c:v>
                </c:pt>
                <c:pt idx="1076">
                  <c:v>41779</c:v>
                </c:pt>
                <c:pt idx="1077">
                  <c:v>41780</c:v>
                </c:pt>
                <c:pt idx="1078">
                  <c:v>41781</c:v>
                </c:pt>
                <c:pt idx="1079">
                  <c:v>41782</c:v>
                </c:pt>
                <c:pt idx="1080">
                  <c:v>41786</c:v>
                </c:pt>
                <c:pt idx="1081">
                  <c:v>41787</c:v>
                </c:pt>
                <c:pt idx="1082">
                  <c:v>41788</c:v>
                </c:pt>
                <c:pt idx="1083">
                  <c:v>41789</c:v>
                </c:pt>
                <c:pt idx="1084">
                  <c:v>41792</c:v>
                </c:pt>
                <c:pt idx="1085">
                  <c:v>41793</c:v>
                </c:pt>
                <c:pt idx="1086">
                  <c:v>41794</c:v>
                </c:pt>
                <c:pt idx="1087">
                  <c:v>41795</c:v>
                </c:pt>
                <c:pt idx="1088">
                  <c:v>41796</c:v>
                </c:pt>
                <c:pt idx="1089">
                  <c:v>41799</c:v>
                </c:pt>
                <c:pt idx="1090">
                  <c:v>41800</c:v>
                </c:pt>
                <c:pt idx="1091">
                  <c:v>41801</c:v>
                </c:pt>
                <c:pt idx="1092">
                  <c:v>41802</c:v>
                </c:pt>
                <c:pt idx="1093">
                  <c:v>41803</c:v>
                </c:pt>
                <c:pt idx="1094">
                  <c:v>41806</c:v>
                </c:pt>
                <c:pt idx="1095">
                  <c:v>41807</c:v>
                </c:pt>
                <c:pt idx="1096">
                  <c:v>41808</c:v>
                </c:pt>
                <c:pt idx="1097">
                  <c:v>41809</c:v>
                </c:pt>
                <c:pt idx="1098">
                  <c:v>41810</c:v>
                </c:pt>
                <c:pt idx="1099">
                  <c:v>41813</c:v>
                </c:pt>
                <c:pt idx="1100">
                  <c:v>41814</c:v>
                </c:pt>
                <c:pt idx="1101">
                  <c:v>41815</c:v>
                </c:pt>
                <c:pt idx="1102">
                  <c:v>41816</c:v>
                </c:pt>
                <c:pt idx="1103">
                  <c:v>41817</c:v>
                </c:pt>
                <c:pt idx="1104">
                  <c:v>41820</c:v>
                </c:pt>
                <c:pt idx="1105">
                  <c:v>41821</c:v>
                </c:pt>
                <c:pt idx="1106">
                  <c:v>41822</c:v>
                </c:pt>
                <c:pt idx="1107">
                  <c:v>41823</c:v>
                </c:pt>
                <c:pt idx="1108">
                  <c:v>41827</c:v>
                </c:pt>
                <c:pt idx="1109">
                  <c:v>41828</c:v>
                </c:pt>
                <c:pt idx="1110">
                  <c:v>41829</c:v>
                </c:pt>
                <c:pt idx="1111">
                  <c:v>41830</c:v>
                </c:pt>
                <c:pt idx="1112">
                  <c:v>41831</c:v>
                </c:pt>
                <c:pt idx="1113">
                  <c:v>41834</c:v>
                </c:pt>
                <c:pt idx="1114">
                  <c:v>41835</c:v>
                </c:pt>
                <c:pt idx="1115">
                  <c:v>41836</c:v>
                </c:pt>
                <c:pt idx="1116">
                  <c:v>41837</c:v>
                </c:pt>
                <c:pt idx="1117">
                  <c:v>41838</c:v>
                </c:pt>
                <c:pt idx="1118">
                  <c:v>41841</c:v>
                </c:pt>
                <c:pt idx="1119">
                  <c:v>41842</c:v>
                </c:pt>
                <c:pt idx="1120">
                  <c:v>41843</c:v>
                </c:pt>
                <c:pt idx="1121">
                  <c:v>41844</c:v>
                </c:pt>
                <c:pt idx="1122">
                  <c:v>41845</c:v>
                </c:pt>
                <c:pt idx="1123">
                  <c:v>41848</c:v>
                </c:pt>
                <c:pt idx="1124">
                  <c:v>41849</c:v>
                </c:pt>
                <c:pt idx="1125">
                  <c:v>41850</c:v>
                </c:pt>
                <c:pt idx="1126">
                  <c:v>41851</c:v>
                </c:pt>
                <c:pt idx="1127">
                  <c:v>41852</c:v>
                </c:pt>
                <c:pt idx="1128">
                  <c:v>41855</c:v>
                </c:pt>
                <c:pt idx="1129">
                  <c:v>41856</c:v>
                </c:pt>
                <c:pt idx="1130">
                  <c:v>41857</c:v>
                </c:pt>
                <c:pt idx="1131">
                  <c:v>41858</c:v>
                </c:pt>
                <c:pt idx="1132">
                  <c:v>41859</c:v>
                </c:pt>
                <c:pt idx="1133">
                  <c:v>41862</c:v>
                </c:pt>
                <c:pt idx="1134">
                  <c:v>41863</c:v>
                </c:pt>
                <c:pt idx="1135">
                  <c:v>41864</c:v>
                </c:pt>
                <c:pt idx="1136">
                  <c:v>41865</c:v>
                </c:pt>
                <c:pt idx="1137">
                  <c:v>41866</c:v>
                </c:pt>
                <c:pt idx="1138">
                  <c:v>41869</c:v>
                </c:pt>
                <c:pt idx="1139">
                  <c:v>41870</c:v>
                </c:pt>
                <c:pt idx="1140">
                  <c:v>41871</c:v>
                </c:pt>
                <c:pt idx="1141">
                  <c:v>41872</c:v>
                </c:pt>
                <c:pt idx="1142">
                  <c:v>41873</c:v>
                </c:pt>
                <c:pt idx="1143">
                  <c:v>41876</c:v>
                </c:pt>
                <c:pt idx="1144">
                  <c:v>41877</c:v>
                </c:pt>
                <c:pt idx="1145">
                  <c:v>41878</c:v>
                </c:pt>
                <c:pt idx="1146">
                  <c:v>41879</c:v>
                </c:pt>
                <c:pt idx="1147">
                  <c:v>41880</c:v>
                </c:pt>
                <c:pt idx="1148">
                  <c:v>41884</c:v>
                </c:pt>
                <c:pt idx="1149">
                  <c:v>41885</c:v>
                </c:pt>
                <c:pt idx="1150">
                  <c:v>41886</c:v>
                </c:pt>
                <c:pt idx="1151">
                  <c:v>41887</c:v>
                </c:pt>
                <c:pt idx="1152">
                  <c:v>41890</c:v>
                </c:pt>
                <c:pt idx="1153">
                  <c:v>41891</c:v>
                </c:pt>
                <c:pt idx="1154">
                  <c:v>41892</c:v>
                </c:pt>
                <c:pt idx="1155">
                  <c:v>41893</c:v>
                </c:pt>
                <c:pt idx="1156">
                  <c:v>41894</c:v>
                </c:pt>
                <c:pt idx="1157">
                  <c:v>41897</c:v>
                </c:pt>
                <c:pt idx="1158">
                  <c:v>41898</c:v>
                </c:pt>
                <c:pt idx="1159">
                  <c:v>41899</c:v>
                </c:pt>
                <c:pt idx="1160">
                  <c:v>41900</c:v>
                </c:pt>
                <c:pt idx="1161">
                  <c:v>41901</c:v>
                </c:pt>
                <c:pt idx="1162">
                  <c:v>41904</c:v>
                </c:pt>
                <c:pt idx="1163">
                  <c:v>41905</c:v>
                </c:pt>
                <c:pt idx="1164">
                  <c:v>41906</c:v>
                </c:pt>
                <c:pt idx="1165">
                  <c:v>41907</c:v>
                </c:pt>
                <c:pt idx="1166">
                  <c:v>41908</c:v>
                </c:pt>
                <c:pt idx="1167">
                  <c:v>41911</c:v>
                </c:pt>
                <c:pt idx="1168">
                  <c:v>41912</c:v>
                </c:pt>
                <c:pt idx="1169">
                  <c:v>41913</c:v>
                </c:pt>
                <c:pt idx="1170">
                  <c:v>41914</c:v>
                </c:pt>
                <c:pt idx="1171">
                  <c:v>41915</c:v>
                </c:pt>
                <c:pt idx="1172">
                  <c:v>41918</c:v>
                </c:pt>
                <c:pt idx="1173">
                  <c:v>41919</c:v>
                </c:pt>
                <c:pt idx="1174">
                  <c:v>41920</c:v>
                </c:pt>
                <c:pt idx="1175">
                  <c:v>41921</c:v>
                </c:pt>
                <c:pt idx="1176">
                  <c:v>41922</c:v>
                </c:pt>
                <c:pt idx="1177">
                  <c:v>41926</c:v>
                </c:pt>
                <c:pt idx="1178">
                  <c:v>41927</c:v>
                </c:pt>
                <c:pt idx="1179">
                  <c:v>41928</c:v>
                </c:pt>
                <c:pt idx="1180">
                  <c:v>41929</c:v>
                </c:pt>
                <c:pt idx="1181">
                  <c:v>41932</c:v>
                </c:pt>
                <c:pt idx="1182">
                  <c:v>41933</c:v>
                </c:pt>
                <c:pt idx="1183">
                  <c:v>41934</c:v>
                </c:pt>
                <c:pt idx="1184">
                  <c:v>41935</c:v>
                </c:pt>
                <c:pt idx="1185">
                  <c:v>41936</c:v>
                </c:pt>
                <c:pt idx="1186">
                  <c:v>41939</c:v>
                </c:pt>
                <c:pt idx="1187">
                  <c:v>41940</c:v>
                </c:pt>
                <c:pt idx="1188">
                  <c:v>41941</c:v>
                </c:pt>
                <c:pt idx="1189">
                  <c:v>41942</c:v>
                </c:pt>
                <c:pt idx="1190">
                  <c:v>41943</c:v>
                </c:pt>
                <c:pt idx="1191">
                  <c:v>41946</c:v>
                </c:pt>
                <c:pt idx="1192">
                  <c:v>41947</c:v>
                </c:pt>
                <c:pt idx="1193">
                  <c:v>41948</c:v>
                </c:pt>
                <c:pt idx="1194">
                  <c:v>41949</c:v>
                </c:pt>
                <c:pt idx="1195">
                  <c:v>41950</c:v>
                </c:pt>
                <c:pt idx="1196">
                  <c:v>41953</c:v>
                </c:pt>
                <c:pt idx="1197">
                  <c:v>41955</c:v>
                </c:pt>
                <c:pt idx="1198">
                  <c:v>41956</c:v>
                </c:pt>
                <c:pt idx="1199">
                  <c:v>41957</c:v>
                </c:pt>
                <c:pt idx="1200">
                  <c:v>41960</c:v>
                </c:pt>
                <c:pt idx="1201">
                  <c:v>41961</c:v>
                </c:pt>
                <c:pt idx="1202">
                  <c:v>41962</c:v>
                </c:pt>
                <c:pt idx="1203">
                  <c:v>41963</c:v>
                </c:pt>
                <c:pt idx="1204">
                  <c:v>41964</c:v>
                </c:pt>
                <c:pt idx="1205">
                  <c:v>41967</c:v>
                </c:pt>
                <c:pt idx="1206">
                  <c:v>41968</c:v>
                </c:pt>
                <c:pt idx="1207">
                  <c:v>41969</c:v>
                </c:pt>
                <c:pt idx="1208">
                  <c:v>41971</c:v>
                </c:pt>
                <c:pt idx="1209">
                  <c:v>41974</c:v>
                </c:pt>
                <c:pt idx="1210">
                  <c:v>41975</c:v>
                </c:pt>
                <c:pt idx="1211">
                  <c:v>41976</c:v>
                </c:pt>
                <c:pt idx="1212">
                  <c:v>41977</c:v>
                </c:pt>
                <c:pt idx="1213">
                  <c:v>41978</c:v>
                </c:pt>
                <c:pt idx="1214">
                  <c:v>41981</c:v>
                </c:pt>
                <c:pt idx="1215">
                  <c:v>41982</c:v>
                </c:pt>
                <c:pt idx="1216">
                  <c:v>41983</c:v>
                </c:pt>
                <c:pt idx="1217">
                  <c:v>41984</c:v>
                </c:pt>
                <c:pt idx="1218">
                  <c:v>41985</c:v>
                </c:pt>
                <c:pt idx="1219">
                  <c:v>41988</c:v>
                </c:pt>
                <c:pt idx="1220">
                  <c:v>41989</c:v>
                </c:pt>
                <c:pt idx="1221">
                  <c:v>41990</c:v>
                </c:pt>
                <c:pt idx="1222">
                  <c:v>41991</c:v>
                </c:pt>
                <c:pt idx="1223">
                  <c:v>41992</c:v>
                </c:pt>
                <c:pt idx="1224">
                  <c:v>41995</c:v>
                </c:pt>
                <c:pt idx="1225">
                  <c:v>41996</c:v>
                </c:pt>
                <c:pt idx="1226">
                  <c:v>41997</c:v>
                </c:pt>
                <c:pt idx="1227">
                  <c:v>41999</c:v>
                </c:pt>
                <c:pt idx="1228">
                  <c:v>42002</c:v>
                </c:pt>
                <c:pt idx="1229">
                  <c:v>42003</c:v>
                </c:pt>
                <c:pt idx="1230">
                  <c:v>42004</c:v>
                </c:pt>
                <c:pt idx="1231">
                  <c:v>42006</c:v>
                </c:pt>
                <c:pt idx="1232">
                  <c:v>42009</c:v>
                </c:pt>
                <c:pt idx="1233">
                  <c:v>42010</c:v>
                </c:pt>
                <c:pt idx="1234">
                  <c:v>42011</c:v>
                </c:pt>
                <c:pt idx="1235">
                  <c:v>42012</c:v>
                </c:pt>
                <c:pt idx="1236">
                  <c:v>42013</c:v>
                </c:pt>
                <c:pt idx="1237">
                  <c:v>42017</c:v>
                </c:pt>
                <c:pt idx="1238">
                  <c:v>42018</c:v>
                </c:pt>
                <c:pt idx="1239">
                  <c:v>42019</c:v>
                </c:pt>
                <c:pt idx="1240">
                  <c:v>42020</c:v>
                </c:pt>
                <c:pt idx="1241">
                  <c:v>42024</c:v>
                </c:pt>
                <c:pt idx="1242">
                  <c:v>42025</c:v>
                </c:pt>
                <c:pt idx="1243">
                  <c:v>42026</c:v>
                </c:pt>
                <c:pt idx="1244">
                  <c:v>42027</c:v>
                </c:pt>
                <c:pt idx="1245">
                  <c:v>42030</c:v>
                </c:pt>
                <c:pt idx="1246">
                  <c:v>42031</c:v>
                </c:pt>
                <c:pt idx="1247">
                  <c:v>42032</c:v>
                </c:pt>
                <c:pt idx="1248">
                  <c:v>42033</c:v>
                </c:pt>
                <c:pt idx="1249">
                  <c:v>42034</c:v>
                </c:pt>
                <c:pt idx="1250">
                  <c:v>42037</c:v>
                </c:pt>
                <c:pt idx="1251">
                  <c:v>42038</c:v>
                </c:pt>
                <c:pt idx="1252">
                  <c:v>42039</c:v>
                </c:pt>
                <c:pt idx="1253">
                  <c:v>42040</c:v>
                </c:pt>
                <c:pt idx="1254">
                  <c:v>42041</c:v>
                </c:pt>
                <c:pt idx="1255">
                  <c:v>42044</c:v>
                </c:pt>
                <c:pt idx="1256">
                  <c:v>42045</c:v>
                </c:pt>
                <c:pt idx="1257">
                  <c:v>42046</c:v>
                </c:pt>
                <c:pt idx="1258">
                  <c:v>42047</c:v>
                </c:pt>
                <c:pt idx="1259">
                  <c:v>42048</c:v>
                </c:pt>
                <c:pt idx="1260">
                  <c:v>42052</c:v>
                </c:pt>
                <c:pt idx="1261">
                  <c:v>42053</c:v>
                </c:pt>
                <c:pt idx="1262">
                  <c:v>42054</c:v>
                </c:pt>
                <c:pt idx="1263">
                  <c:v>42055</c:v>
                </c:pt>
                <c:pt idx="1264">
                  <c:v>42058</c:v>
                </c:pt>
                <c:pt idx="1265">
                  <c:v>42059</c:v>
                </c:pt>
                <c:pt idx="1266">
                  <c:v>42060</c:v>
                </c:pt>
                <c:pt idx="1267">
                  <c:v>42061</c:v>
                </c:pt>
                <c:pt idx="1268">
                  <c:v>42062</c:v>
                </c:pt>
                <c:pt idx="1269">
                  <c:v>42065</c:v>
                </c:pt>
                <c:pt idx="1270">
                  <c:v>42066</c:v>
                </c:pt>
                <c:pt idx="1271">
                  <c:v>42067</c:v>
                </c:pt>
                <c:pt idx="1272">
                  <c:v>42068</c:v>
                </c:pt>
                <c:pt idx="1273">
                  <c:v>42069</c:v>
                </c:pt>
                <c:pt idx="1274">
                  <c:v>42072</c:v>
                </c:pt>
                <c:pt idx="1275">
                  <c:v>42073</c:v>
                </c:pt>
                <c:pt idx="1276">
                  <c:v>42074</c:v>
                </c:pt>
                <c:pt idx="1277">
                  <c:v>42075</c:v>
                </c:pt>
                <c:pt idx="1278">
                  <c:v>42076</c:v>
                </c:pt>
                <c:pt idx="1279">
                  <c:v>42079</c:v>
                </c:pt>
                <c:pt idx="1280">
                  <c:v>42080</c:v>
                </c:pt>
                <c:pt idx="1281">
                  <c:v>42081</c:v>
                </c:pt>
                <c:pt idx="1282">
                  <c:v>42082</c:v>
                </c:pt>
                <c:pt idx="1283">
                  <c:v>42083</c:v>
                </c:pt>
                <c:pt idx="1284">
                  <c:v>42086</c:v>
                </c:pt>
                <c:pt idx="1285">
                  <c:v>42087</c:v>
                </c:pt>
                <c:pt idx="1286">
                  <c:v>42088</c:v>
                </c:pt>
                <c:pt idx="1287">
                  <c:v>42089</c:v>
                </c:pt>
                <c:pt idx="1288">
                  <c:v>42090</c:v>
                </c:pt>
                <c:pt idx="1289">
                  <c:v>42093</c:v>
                </c:pt>
                <c:pt idx="1290">
                  <c:v>42094</c:v>
                </c:pt>
                <c:pt idx="1291">
                  <c:v>42095</c:v>
                </c:pt>
                <c:pt idx="1292">
                  <c:v>42096</c:v>
                </c:pt>
                <c:pt idx="1293">
                  <c:v>42100</c:v>
                </c:pt>
                <c:pt idx="1294">
                  <c:v>42101</c:v>
                </c:pt>
                <c:pt idx="1295">
                  <c:v>42102</c:v>
                </c:pt>
                <c:pt idx="1296">
                  <c:v>42103</c:v>
                </c:pt>
                <c:pt idx="1297">
                  <c:v>42104</c:v>
                </c:pt>
                <c:pt idx="1298">
                  <c:v>42107</c:v>
                </c:pt>
                <c:pt idx="1299">
                  <c:v>42108</c:v>
                </c:pt>
                <c:pt idx="1300">
                  <c:v>42109</c:v>
                </c:pt>
                <c:pt idx="1301">
                  <c:v>42110</c:v>
                </c:pt>
                <c:pt idx="1302">
                  <c:v>42111</c:v>
                </c:pt>
                <c:pt idx="1303">
                  <c:v>42114</c:v>
                </c:pt>
                <c:pt idx="1304">
                  <c:v>42115</c:v>
                </c:pt>
                <c:pt idx="1305">
                  <c:v>42116</c:v>
                </c:pt>
                <c:pt idx="1306">
                  <c:v>42117</c:v>
                </c:pt>
                <c:pt idx="1307">
                  <c:v>42118</c:v>
                </c:pt>
                <c:pt idx="1308">
                  <c:v>42121</c:v>
                </c:pt>
                <c:pt idx="1309">
                  <c:v>42122</c:v>
                </c:pt>
                <c:pt idx="1310">
                  <c:v>42123</c:v>
                </c:pt>
                <c:pt idx="1311">
                  <c:v>42124</c:v>
                </c:pt>
                <c:pt idx="1312">
                  <c:v>42125</c:v>
                </c:pt>
                <c:pt idx="1313">
                  <c:v>42128</c:v>
                </c:pt>
                <c:pt idx="1314">
                  <c:v>42129</c:v>
                </c:pt>
                <c:pt idx="1315">
                  <c:v>42130</c:v>
                </c:pt>
                <c:pt idx="1316">
                  <c:v>42131</c:v>
                </c:pt>
                <c:pt idx="1317">
                  <c:v>42132</c:v>
                </c:pt>
                <c:pt idx="1318">
                  <c:v>42135</c:v>
                </c:pt>
                <c:pt idx="1319">
                  <c:v>42136</c:v>
                </c:pt>
                <c:pt idx="1320">
                  <c:v>42137</c:v>
                </c:pt>
                <c:pt idx="1321">
                  <c:v>42138</c:v>
                </c:pt>
                <c:pt idx="1322">
                  <c:v>42139</c:v>
                </c:pt>
                <c:pt idx="1323">
                  <c:v>42142</c:v>
                </c:pt>
                <c:pt idx="1324">
                  <c:v>42143</c:v>
                </c:pt>
                <c:pt idx="1325">
                  <c:v>42144</c:v>
                </c:pt>
                <c:pt idx="1326">
                  <c:v>42145</c:v>
                </c:pt>
                <c:pt idx="1327">
                  <c:v>42146</c:v>
                </c:pt>
                <c:pt idx="1328">
                  <c:v>42150</c:v>
                </c:pt>
                <c:pt idx="1329">
                  <c:v>42151</c:v>
                </c:pt>
                <c:pt idx="1330">
                  <c:v>42152</c:v>
                </c:pt>
                <c:pt idx="1331">
                  <c:v>42153</c:v>
                </c:pt>
                <c:pt idx="1332">
                  <c:v>42156</c:v>
                </c:pt>
                <c:pt idx="1333">
                  <c:v>42157</c:v>
                </c:pt>
                <c:pt idx="1334">
                  <c:v>42158</c:v>
                </c:pt>
                <c:pt idx="1335">
                  <c:v>42159</c:v>
                </c:pt>
                <c:pt idx="1336">
                  <c:v>42160</c:v>
                </c:pt>
                <c:pt idx="1337">
                  <c:v>42163</c:v>
                </c:pt>
                <c:pt idx="1338">
                  <c:v>42164</c:v>
                </c:pt>
                <c:pt idx="1339">
                  <c:v>42165</c:v>
                </c:pt>
                <c:pt idx="1340">
                  <c:v>42166</c:v>
                </c:pt>
                <c:pt idx="1341">
                  <c:v>42167</c:v>
                </c:pt>
                <c:pt idx="1342">
                  <c:v>42170</c:v>
                </c:pt>
                <c:pt idx="1343">
                  <c:v>42171</c:v>
                </c:pt>
                <c:pt idx="1344">
                  <c:v>42172</c:v>
                </c:pt>
                <c:pt idx="1345">
                  <c:v>42173</c:v>
                </c:pt>
                <c:pt idx="1346">
                  <c:v>42174</c:v>
                </c:pt>
                <c:pt idx="1347">
                  <c:v>42177</c:v>
                </c:pt>
                <c:pt idx="1348">
                  <c:v>42178</c:v>
                </c:pt>
                <c:pt idx="1349">
                  <c:v>42179</c:v>
                </c:pt>
                <c:pt idx="1350">
                  <c:v>42180</c:v>
                </c:pt>
                <c:pt idx="1351">
                  <c:v>42181</c:v>
                </c:pt>
                <c:pt idx="1352">
                  <c:v>42184</c:v>
                </c:pt>
                <c:pt idx="1353">
                  <c:v>42185</c:v>
                </c:pt>
                <c:pt idx="1354">
                  <c:v>42191</c:v>
                </c:pt>
                <c:pt idx="1355">
                  <c:v>42192</c:v>
                </c:pt>
                <c:pt idx="1356">
                  <c:v>42193</c:v>
                </c:pt>
                <c:pt idx="1357">
                  <c:v>42194</c:v>
                </c:pt>
                <c:pt idx="1358">
                  <c:v>42195</c:v>
                </c:pt>
                <c:pt idx="1359">
                  <c:v>42198</c:v>
                </c:pt>
                <c:pt idx="1360">
                  <c:v>42199</c:v>
                </c:pt>
                <c:pt idx="1361">
                  <c:v>42200</c:v>
                </c:pt>
                <c:pt idx="1362">
                  <c:v>42201</c:v>
                </c:pt>
                <c:pt idx="1363">
                  <c:v>42202</c:v>
                </c:pt>
                <c:pt idx="1364">
                  <c:v>42205</c:v>
                </c:pt>
                <c:pt idx="1365">
                  <c:v>42206</c:v>
                </c:pt>
                <c:pt idx="1366">
                  <c:v>42207</c:v>
                </c:pt>
                <c:pt idx="1367">
                  <c:v>42208</c:v>
                </c:pt>
                <c:pt idx="1368">
                  <c:v>42209</c:v>
                </c:pt>
                <c:pt idx="1369">
                  <c:v>42212</c:v>
                </c:pt>
                <c:pt idx="1370">
                  <c:v>42213</c:v>
                </c:pt>
                <c:pt idx="1371">
                  <c:v>42214</c:v>
                </c:pt>
                <c:pt idx="1372">
                  <c:v>42215</c:v>
                </c:pt>
                <c:pt idx="1373">
                  <c:v>42216</c:v>
                </c:pt>
                <c:pt idx="1374">
                  <c:v>42219</c:v>
                </c:pt>
                <c:pt idx="1375">
                  <c:v>42220</c:v>
                </c:pt>
                <c:pt idx="1376">
                  <c:v>42221</c:v>
                </c:pt>
                <c:pt idx="1377">
                  <c:v>42222</c:v>
                </c:pt>
                <c:pt idx="1378">
                  <c:v>42223</c:v>
                </c:pt>
                <c:pt idx="1379">
                  <c:v>42226</c:v>
                </c:pt>
                <c:pt idx="1380">
                  <c:v>42227</c:v>
                </c:pt>
                <c:pt idx="1381">
                  <c:v>42228</c:v>
                </c:pt>
                <c:pt idx="1382">
                  <c:v>42229</c:v>
                </c:pt>
                <c:pt idx="1383">
                  <c:v>42230</c:v>
                </c:pt>
                <c:pt idx="1384">
                  <c:v>42233</c:v>
                </c:pt>
                <c:pt idx="1385">
                  <c:v>42234</c:v>
                </c:pt>
                <c:pt idx="1386">
                  <c:v>42235</c:v>
                </c:pt>
                <c:pt idx="1387">
                  <c:v>42236</c:v>
                </c:pt>
                <c:pt idx="1388">
                  <c:v>42237</c:v>
                </c:pt>
                <c:pt idx="1389">
                  <c:v>42240</c:v>
                </c:pt>
                <c:pt idx="1390">
                  <c:v>42241</c:v>
                </c:pt>
                <c:pt idx="1391">
                  <c:v>42242</c:v>
                </c:pt>
                <c:pt idx="1392">
                  <c:v>42243</c:v>
                </c:pt>
                <c:pt idx="1393">
                  <c:v>42244</c:v>
                </c:pt>
                <c:pt idx="1394">
                  <c:v>42247</c:v>
                </c:pt>
                <c:pt idx="1395">
                  <c:v>42248</c:v>
                </c:pt>
                <c:pt idx="1396">
                  <c:v>42249</c:v>
                </c:pt>
                <c:pt idx="1397">
                  <c:v>42250</c:v>
                </c:pt>
                <c:pt idx="1398">
                  <c:v>42251</c:v>
                </c:pt>
                <c:pt idx="1399">
                  <c:v>42255</c:v>
                </c:pt>
                <c:pt idx="1400">
                  <c:v>42256</c:v>
                </c:pt>
                <c:pt idx="1401">
                  <c:v>42257</c:v>
                </c:pt>
                <c:pt idx="1402">
                  <c:v>42258</c:v>
                </c:pt>
                <c:pt idx="1403">
                  <c:v>42261</c:v>
                </c:pt>
                <c:pt idx="1404">
                  <c:v>42262</c:v>
                </c:pt>
                <c:pt idx="1405">
                  <c:v>42263</c:v>
                </c:pt>
                <c:pt idx="1406">
                  <c:v>42264</c:v>
                </c:pt>
                <c:pt idx="1407">
                  <c:v>42265</c:v>
                </c:pt>
                <c:pt idx="1408">
                  <c:v>42268</c:v>
                </c:pt>
                <c:pt idx="1409">
                  <c:v>42269</c:v>
                </c:pt>
                <c:pt idx="1410">
                  <c:v>42270</c:v>
                </c:pt>
                <c:pt idx="1411">
                  <c:v>42271</c:v>
                </c:pt>
                <c:pt idx="1412">
                  <c:v>42272</c:v>
                </c:pt>
                <c:pt idx="1413">
                  <c:v>42275</c:v>
                </c:pt>
                <c:pt idx="1414">
                  <c:v>42276</c:v>
                </c:pt>
                <c:pt idx="1415">
                  <c:v>42277</c:v>
                </c:pt>
                <c:pt idx="1416">
                  <c:v>42278</c:v>
                </c:pt>
                <c:pt idx="1417">
                  <c:v>42279</c:v>
                </c:pt>
                <c:pt idx="1418">
                  <c:v>42282</c:v>
                </c:pt>
                <c:pt idx="1419">
                  <c:v>42283</c:v>
                </c:pt>
                <c:pt idx="1420">
                  <c:v>42284</c:v>
                </c:pt>
                <c:pt idx="1421">
                  <c:v>42285</c:v>
                </c:pt>
                <c:pt idx="1422">
                  <c:v>42286</c:v>
                </c:pt>
                <c:pt idx="1423">
                  <c:v>42290</c:v>
                </c:pt>
                <c:pt idx="1424">
                  <c:v>42291</c:v>
                </c:pt>
                <c:pt idx="1425">
                  <c:v>42292</c:v>
                </c:pt>
                <c:pt idx="1426">
                  <c:v>42293</c:v>
                </c:pt>
                <c:pt idx="1427">
                  <c:v>42296</c:v>
                </c:pt>
                <c:pt idx="1428">
                  <c:v>42297</c:v>
                </c:pt>
                <c:pt idx="1429">
                  <c:v>42298</c:v>
                </c:pt>
                <c:pt idx="1430">
                  <c:v>42299</c:v>
                </c:pt>
                <c:pt idx="1431">
                  <c:v>42300</c:v>
                </c:pt>
                <c:pt idx="1432">
                  <c:v>42303</c:v>
                </c:pt>
                <c:pt idx="1433">
                  <c:v>42304</c:v>
                </c:pt>
                <c:pt idx="1434">
                  <c:v>42305</c:v>
                </c:pt>
                <c:pt idx="1435">
                  <c:v>42306</c:v>
                </c:pt>
                <c:pt idx="1436">
                  <c:v>42307</c:v>
                </c:pt>
                <c:pt idx="1437">
                  <c:v>42310</c:v>
                </c:pt>
                <c:pt idx="1438">
                  <c:v>42311</c:v>
                </c:pt>
                <c:pt idx="1439">
                  <c:v>42312</c:v>
                </c:pt>
                <c:pt idx="1440">
                  <c:v>42313</c:v>
                </c:pt>
                <c:pt idx="1441">
                  <c:v>42314</c:v>
                </c:pt>
                <c:pt idx="1442">
                  <c:v>42317</c:v>
                </c:pt>
                <c:pt idx="1443">
                  <c:v>42318</c:v>
                </c:pt>
                <c:pt idx="1444">
                  <c:v>42320</c:v>
                </c:pt>
                <c:pt idx="1445">
                  <c:v>42321</c:v>
                </c:pt>
                <c:pt idx="1446">
                  <c:v>42324</c:v>
                </c:pt>
                <c:pt idx="1447">
                  <c:v>42325</c:v>
                </c:pt>
                <c:pt idx="1448">
                  <c:v>42326</c:v>
                </c:pt>
                <c:pt idx="1449">
                  <c:v>42327</c:v>
                </c:pt>
                <c:pt idx="1450">
                  <c:v>42328</c:v>
                </c:pt>
                <c:pt idx="1451">
                  <c:v>42331</c:v>
                </c:pt>
                <c:pt idx="1452">
                  <c:v>42332</c:v>
                </c:pt>
                <c:pt idx="1453">
                  <c:v>42333</c:v>
                </c:pt>
                <c:pt idx="1454">
                  <c:v>42335</c:v>
                </c:pt>
                <c:pt idx="1455">
                  <c:v>42338</c:v>
                </c:pt>
                <c:pt idx="1456">
                  <c:v>42339</c:v>
                </c:pt>
                <c:pt idx="1457">
                  <c:v>42340</c:v>
                </c:pt>
                <c:pt idx="1458">
                  <c:v>42341</c:v>
                </c:pt>
                <c:pt idx="1459">
                  <c:v>42342</c:v>
                </c:pt>
                <c:pt idx="1460">
                  <c:v>42345</c:v>
                </c:pt>
                <c:pt idx="1461">
                  <c:v>42346</c:v>
                </c:pt>
                <c:pt idx="1462">
                  <c:v>42347</c:v>
                </c:pt>
                <c:pt idx="1463">
                  <c:v>42348</c:v>
                </c:pt>
                <c:pt idx="1464">
                  <c:v>42349</c:v>
                </c:pt>
                <c:pt idx="1465">
                  <c:v>42352</c:v>
                </c:pt>
                <c:pt idx="1466">
                  <c:v>42353</c:v>
                </c:pt>
                <c:pt idx="1467">
                  <c:v>42354</c:v>
                </c:pt>
                <c:pt idx="1468">
                  <c:v>42355</c:v>
                </c:pt>
                <c:pt idx="1469">
                  <c:v>42356</c:v>
                </c:pt>
                <c:pt idx="1470">
                  <c:v>42359</c:v>
                </c:pt>
                <c:pt idx="1471">
                  <c:v>42360</c:v>
                </c:pt>
                <c:pt idx="1472">
                  <c:v>42361</c:v>
                </c:pt>
                <c:pt idx="1473">
                  <c:v>42362</c:v>
                </c:pt>
                <c:pt idx="1474">
                  <c:v>42366</c:v>
                </c:pt>
                <c:pt idx="1475">
                  <c:v>42367</c:v>
                </c:pt>
                <c:pt idx="1476">
                  <c:v>42368</c:v>
                </c:pt>
                <c:pt idx="1477">
                  <c:v>42369</c:v>
                </c:pt>
                <c:pt idx="1478">
                  <c:v>42373</c:v>
                </c:pt>
                <c:pt idx="1479">
                  <c:v>42374</c:v>
                </c:pt>
                <c:pt idx="1480">
                  <c:v>42375</c:v>
                </c:pt>
                <c:pt idx="1481">
                  <c:v>42376</c:v>
                </c:pt>
                <c:pt idx="1482">
                  <c:v>42377</c:v>
                </c:pt>
                <c:pt idx="1483">
                  <c:v>42380</c:v>
                </c:pt>
                <c:pt idx="1484">
                  <c:v>42381</c:v>
                </c:pt>
                <c:pt idx="1485">
                  <c:v>42382</c:v>
                </c:pt>
                <c:pt idx="1486">
                  <c:v>42383</c:v>
                </c:pt>
                <c:pt idx="1487">
                  <c:v>42384</c:v>
                </c:pt>
                <c:pt idx="1488">
                  <c:v>42388</c:v>
                </c:pt>
                <c:pt idx="1489">
                  <c:v>42389</c:v>
                </c:pt>
                <c:pt idx="1490">
                  <c:v>42390</c:v>
                </c:pt>
                <c:pt idx="1491">
                  <c:v>42391</c:v>
                </c:pt>
                <c:pt idx="1492">
                  <c:v>42394</c:v>
                </c:pt>
                <c:pt idx="1493">
                  <c:v>42395</c:v>
                </c:pt>
                <c:pt idx="1494">
                  <c:v>42396</c:v>
                </c:pt>
                <c:pt idx="1495">
                  <c:v>42397</c:v>
                </c:pt>
                <c:pt idx="1496">
                  <c:v>42398</c:v>
                </c:pt>
                <c:pt idx="1497">
                  <c:v>42401</c:v>
                </c:pt>
                <c:pt idx="1498">
                  <c:v>42402</c:v>
                </c:pt>
                <c:pt idx="1499">
                  <c:v>42403</c:v>
                </c:pt>
                <c:pt idx="1500">
                  <c:v>42404</c:v>
                </c:pt>
                <c:pt idx="1501">
                  <c:v>42405</c:v>
                </c:pt>
                <c:pt idx="1502">
                  <c:v>42408</c:v>
                </c:pt>
                <c:pt idx="1503">
                  <c:v>42409</c:v>
                </c:pt>
                <c:pt idx="1504">
                  <c:v>42410</c:v>
                </c:pt>
                <c:pt idx="1505">
                  <c:v>42411</c:v>
                </c:pt>
                <c:pt idx="1506">
                  <c:v>42412</c:v>
                </c:pt>
                <c:pt idx="1507">
                  <c:v>42416</c:v>
                </c:pt>
                <c:pt idx="1508">
                  <c:v>42417</c:v>
                </c:pt>
                <c:pt idx="1509">
                  <c:v>42418</c:v>
                </c:pt>
                <c:pt idx="1510">
                  <c:v>42419</c:v>
                </c:pt>
                <c:pt idx="1511">
                  <c:v>42422</c:v>
                </c:pt>
                <c:pt idx="1512">
                  <c:v>42423</c:v>
                </c:pt>
                <c:pt idx="1513">
                  <c:v>42424</c:v>
                </c:pt>
                <c:pt idx="1514">
                  <c:v>42425</c:v>
                </c:pt>
                <c:pt idx="1515">
                  <c:v>42426</c:v>
                </c:pt>
                <c:pt idx="1516">
                  <c:v>42429</c:v>
                </c:pt>
                <c:pt idx="1517">
                  <c:v>42430</c:v>
                </c:pt>
                <c:pt idx="1518">
                  <c:v>42431</c:v>
                </c:pt>
                <c:pt idx="1519">
                  <c:v>42432</c:v>
                </c:pt>
                <c:pt idx="1520">
                  <c:v>42433</c:v>
                </c:pt>
                <c:pt idx="1521">
                  <c:v>42436</c:v>
                </c:pt>
                <c:pt idx="1522">
                  <c:v>42437</c:v>
                </c:pt>
                <c:pt idx="1523">
                  <c:v>42438</c:v>
                </c:pt>
                <c:pt idx="1524">
                  <c:v>42439</c:v>
                </c:pt>
                <c:pt idx="1525">
                  <c:v>42440</c:v>
                </c:pt>
                <c:pt idx="1526">
                  <c:v>42443</c:v>
                </c:pt>
                <c:pt idx="1527">
                  <c:v>42444</c:v>
                </c:pt>
                <c:pt idx="1528">
                  <c:v>42445</c:v>
                </c:pt>
                <c:pt idx="1529">
                  <c:v>42446</c:v>
                </c:pt>
                <c:pt idx="1530">
                  <c:v>42447</c:v>
                </c:pt>
                <c:pt idx="1531">
                  <c:v>42450</c:v>
                </c:pt>
                <c:pt idx="1532">
                  <c:v>42451</c:v>
                </c:pt>
                <c:pt idx="1533">
                  <c:v>42457</c:v>
                </c:pt>
                <c:pt idx="1534">
                  <c:v>42458</c:v>
                </c:pt>
                <c:pt idx="1535">
                  <c:v>42459</c:v>
                </c:pt>
                <c:pt idx="1536">
                  <c:v>42460</c:v>
                </c:pt>
                <c:pt idx="1537">
                  <c:v>42461</c:v>
                </c:pt>
                <c:pt idx="1538">
                  <c:v>42464</c:v>
                </c:pt>
                <c:pt idx="1539">
                  <c:v>42465</c:v>
                </c:pt>
                <c:pt idx="1540">
                  <c:v>42466</c:v>
                </c:pt>
                <c:pt idx="1541">
                  <c:v>42467</c:v>
                </c:pt>
                <c:pt idx="1542">
                  <c:v>42468</c:v>
                </c:pt>
                <c:pt idx="1543">
                  <c:v>42471</c:v>
                </c:pt>
                <c:pt idx="1544">
                  <c:v>42472</c:v>
                </c:pt>
                <c:pt idx="1545">
                  <c:v>42473</c:v>
                </c:pt>
                <c:pt idx="1546">
                  <c:v>42474</c:v>
                </c:pt>
                <c:pt idx="1547">
                  <c:v>42475</c:v>
                </c:pt>
                <c:pt idx="1548">
                  <c:v>42478</c:v>
                </c:pt>
                <c:pt idx="1549">
                  <c:v>42479</c:v>
                </c:pt>
                <c:pt idx="1550">
                  <c:v>42480</c:v>
                </c:pt>
                <c:pt idx="1551">
                  <c:v>42481</c:v>
                </c:pt>
                <c:pt idx="1552">
                  <c:v>42482</c:v>
                </c:pt>
                <c:pt idx="1553">
                  <c:v>42485</c:v>
                </c:pt>
                <c:pt idx="1554">
                  <c:v>42486</c:v>
                </c:pt>
                <c:pt idx="1555">
                  <c:v>42487</c:v>
                </c:pt>
                <c:pt idx="1556">
                  <c:v>42488</c:v>
                </c:pt>
                <c:pt idx="1557">
                  <c:v>42489</c:v>
                </c:pt>
                <c:pt idx="1558">
                  <c:v>42492</c:v>
                </c:pt>
                <c:pt idx="1559">
                  <c:v>42493</c:v>
                </c:pt>
                <c:pt idx="1560">
                  <c:v>42494</c:v>
                </c:pt>
                <c:pt idx="1561">
                  <c:v>42495</c:v>
                </c:pt>
                <c:pt idx="1562">
                  <c:v>42496</c:v>
                </c:pt>
                <c:pt idx="1563">
                  <c:v>42499</c:v>
                </c:pt>
                <c:pt idx="1564">
                  <c:v>42500</c:v>
                </c:pt>
                <c:pt idx="1565">
                  <c:v>42501</c:v>
                </c:pt>
                <c:pt idx="1566">
                  <c:v>42502</c:v>
                </c:pt>
                <c:pt idx="1567">
                  <c:v>42503</c:v>
                </c:pt>
                <c:pt idx="1568">
                  <c:v>42506</c:v>
                </c:pt>
                <c:pt idx="1569">
                  <c:v>42507</c:v>
                </c:pt>
                <c:pt idx="1570">
                  <c:v>42508</c:v>
                </c:pt>
                <c:pt idx="1571">
                  <c:v>42509</c:v>
                </c:pt>
                <c:pt idx="1572">
                  <c:v>42510</c:v>
                </c:pt>
                <c:pt idx="1573">
                  <c:v>42513</c:v>
                </c:pt>
                <c:pt idx="1574">
                  <c:v>42514</c:v>
                </c:pt>
                <c:pt idx="1575">
                  <c:v>42515</c:v>
                </c:pt>
                <c:pt idx="1576">
                  <c:v>42516</c:v>
                </c:pt>
                <c:pt idx="1577">
                  <c:v>42517</c:v>
                </c:pt>
                <c:pt idx="1578">
                  <c:v>42521</c:v>
                </c:pt>
                <c:pt idx="1579">
                  <c:v>42522</c:v>
                </c:pt>
                <c:pt idx="1580">
                  <c:v>42523</c:v>
                </c:pt>
                <c:pt idx="1581">
                  <c:v>42524</c:v>
                </c:pt>
                <c:pt idx="1582">
                  <c:v>42527</c:v>
                </c:pt>
                <c:pt idx="1583">
                  <c:v>42528</c:v>
                </c:pt>
                <c:pt idx="1584">
                  <c:v>42529</c:v>
                </c:pt>
                <c:pt idx="1585">
                  <c:v>42530</c:v>
                </c:pt>
                <c:pt idx="1586">
                  <c:v>42531</c:v>
                </c:pt>
                <c:pt idx="1587">
                  <c:v>42534</c:v>
                </c:pt>
                <c:pt idx="1588">
                  <c:v>42535</c:v>
                </c:pt>
                <c:pt idx="1589">
                  <c:v>42536</c:v>
                </c:pt>
                <c:pt idx="1590">
                  <c:v>42537</c:v>
                </c:pt>
                <c:pt idx="1591">
                  <c:v>42538</c:v>
                </c:pt>
                <c:pt idx="1592">
                  <c:v>42541</c:v>
                </c:pt>
                <c:pt idx="1593">
                  <c:v>42542</c:v>
                </c:pt>
                <c:pt idx="1594">
                  <c:v>42543</c:v>
                </c:pt>
                <c:pt idx="1595">
                  <c:v>42544</c:v>
                </c:pt>
                <c:pt idx="1596">
                  <c:v>42545</c:v>
                </c:pt>
                <c:pt idx="1597">
                  <c:v>42548</c:v>
                </c:pt>
                <c:pt idx="1598">
                  <c:v>42549</c:v>
                </c:pt>
                <c:pt idx="1599">
                  <c:v>42550</c:v>
                </c:pt>
                <c:pt idx="1600">
                  <c:v>42551</c:v>
                </c:pt>
                <c:pt idx="1601">
                  <c:v>42552</c:v>
                </c:pt>
                <c:pt idx="1602">
                  <c:v>42556</c:v>
                </c:pt>
                <c:pt idx="1603">
                  <c:v>42557</c:v>
                </c:pt>
                <c:pt idx="1604">
                  <c:v>42558</c:v>
                </c:pt>
                <c:pt idx="1605">
                  <c:v>42559</c:v>
                </c:pt>
                <c:pt idx="1606">
                  <c:v>42562</c:v>
                </c:pt>
                <c:pt idx="1607">
                  <c:v>42563</c:v>
                </c:pt>
                <c:pt idx="1608">
                  <c:v>42564</c:v>
                </c:pt>
                <c:pt idx="1609">
                  <c:v>42565</c:v>
                </c:pt>
                <c:pt idx="1610">
                  <c:v>42566</c:v>
                </c:pt>
                <c:pt idx="1611">
                  <c:v>42569</c:v>
                </c:pt>
                <c:pt idx="1612">
                  <c:v>42570</c:v>
                </c:pt>
                <c:pt idx="1613">
                  <c:v>42571</c:v>
                </c:pt>
                <c:pt idx="1614">
                  <c:v>42572</c:v>
                </c:pt>
                <c:pt idx="1615">
                  <c:v>42573</c:v>
                </c:pt>
                <c:pt idx="1616">
                  <c:v>42576</c:v>
                </c:pt>
                <c:pt idx="1617">
                  <c:v>42577</c:v>
                </c:pt>
                <c:pt idx="1618">
                  <c:v>42578</c:v>
                </c:pt>
                <c:pt idx="1619">
                  <c:v>42579</c:v>
                </c:pt>
                <c:pt idx="1620">
                  <c:v>42580</c:v>
                </c:pt>
                <c:pt idx="1621">
                  <c:v>42583</c:v>
                </c:pt>
                <c:pt idx="1622">
                  <c:v>42584</c:v>
                </c:pt>
                <c:pt idx="1623">
                  <c:v>42585</c:v>
                </c:pt>
                <c:pt idx="1624">
                  <c:v>42586</c:v>
                </c:pt>
                <c:pt idx="1625">
                  <c:v>42587</c:v>
                </c:pt>
                <c:pt idx="1626">
                  <c:v>42590</c:v>
                </c:pt>
                <c:pt idx="1627">
                  <c:v>42591</c:v>
                </c:pt>
                <c:pt idx="1628">
                  <c:v>42592</c:v>
                </c:pt>
                <c:pt idx="1629">
                  <c:v>42593</c:v>
                </c:pt>
                <c:pt idx="1630">
                  <c:v>42594</c:v>
                </c:pt>
                <c:pt idx="1631">
                  <c:v>42597</c:v>
                </c:pt>
                <c:pt idx="1632">
                  <c:v>42598</c:v>
                </c:pt>
                <c:pt idx="1633">
                  <c:v>42599</c:v>
                </c:pt>
                <c:pt idx="1634">
                  <c:v>42600</c:v>
                </c:pt>
                <c:pt idx="1635">
                  <c:v>42601</c:v>
                </c:pt>
                <c:pt idx="1636">
                  <c:v>42604</c:v>
                </c:pt>
                <c:pt idx="1637">
                  <c:v>42605</c:v>
                </c:pt>
                <c:pt idx="1638">
                  <c:v>42606</c:v>
                </c:pt>
                <c:pt idx="1639">
                  <c:v>42607</c:v>
                </c:pt>
                <c:pt idx="1640">
                  <c:v>42608</c:v>
                </c:pt>
                <c:pt idx="1641">
                  <c:v>42611</c:v>
                </c:pt>
                <c:pt idx="1642">
                  <c:v>42612</c:v>
                </c:pt>
                <c:pt idx="1643">
                  <c:v>42613</c:v>
                </c:pt>
                <c:pt idx="1644">
                  <c:v>42614</c:v>
                </c:pt>
                <c:pt idx="1645">
                  <c:v>42615</c:v>
                </c:pt>
                <c:pt idx="1646">
                  <c:v>42619</c:v>
                </c:pt>
                <c:pt idx="1647">
                  <c:v>42620</c:v>
                </c:pt>
                <c:pt idx="1648">
                  <c:v>42621</c:v>
                </c:pt>
                <c:pt idx="1649">
                  <c:v>42622</c:v>
                </c:pt>
                <c:pt idx="1650">
                  <c:v>42625</c:v>
                </c:pt>
                <c:pt idx="1651">
                  <c:v>42626</c:v>
                </c:pt>
                <c:pt idx="1652">
                  <c:v>42627</c:v>
                </c:pt>
                <c:pt idx="1653">
                  <c:v>42628</c:v>
                </c:pt>
                <c:pt idx="1654">
                  <c:v>42629</c:v>
                </c:pt>
                <c:pt idx="1655">
                  <c:v>42632</c:v>
                </c:pt>
                <c:pt idx="1656">
                  <c:v>42633</c:v>
                </c:pt>
                <c:pt idx="1657">
                  <c:v>42634</c:v>
                </c:pt>
                <c:pt idx="1658">
                  <c:v>42635</c:v>
                </c:pt>
                <c:pt idx="1659">
                  <c:v>42636</c:v>
                </c:pt>
                <c:pt idx="1660">
                  <c:v>42639</c:v>
                </c:pt>
                <c:pt idx="1661">
                  <c:v>42640</c:v>
                </c:pt>
                <c:pt idx="1662">
                  <c:v>42641</c:v>
                </c:pt>
                <c:pt idx="1663">
                  <c:v>42642</c:v>
                </c:pt>
                <c:pt idx="1664">
                  <c:v>42643</c:v>
                </c:pt>
                <c:pt idx="1665">
                  <c:v>42646</c:v>
                </c:pt>
                <c:pt idx="1666">
                  <c:v>42647</c:v>
                </c:pt>
                <c:pt idx="1667">
                  <c:v>42648</c:v>
                </c:pt>
                <c:pt idx="1668">
                  <c:v>42649</c:v>
                </c:pt>
                <c:pt idx="1669">
                  <c:v>42650</c:v>
                </c:pt>
                <c:pt idx="1670">
                  <c:v>42654</c:v>
                </c:pt>
                <c:pt idx="1671">
                  <c:v>42655</c:v>
                </c:pt>
                <c:pt idx="1672">
                  <c:v>42656</c:v>
                </c:pt>
                <c:pt idx="1673">
                  <c:v>42657</c:v>
                </c:pt>
                <c:pt idx="1674">
                  <c:v>42660</c:v>
                </c:pt>
                <c:pt idx="1675">
                  <c:v>42661</c:v>
                </c:pt>
                <c:pt idx="1676">
                  <c:v>42662</c:v>
                </c:pt>
                <c:pt idx="1677">
                  <c:v>42663</c:v>
                </c:pt>
                <c:pt idx="1678">
                  <c:v>42664</c:v>
                </c:pt>
                <c:pt idx="1679">
                  <c:v>42667</c:v>
                </c:pt>
                <c:pt idx="1680">
                  <c:v>42668</c:v>
                </c:pt>
                <c:pt idx="1681">
                  <c:v>42669</c:v>
                </c:pt>
                <c:pt idx="1682">
                  <c:v>42670</c:v>
                </c:pt>
                <c:pt idx="1683">
                  <c:v>42671</c:v>
                </c:pt>
                <c:pt idx="1684">
                  <c:v>42674</c:v>
                </c:pt>
                <c:pt idx="1685">
                  <c:v>42675</c:v>
                </c:pt>
                <c:pt idx="1686">
                  <c:v>42676</c:v>
                </c:pt>
                <c:pt idx="1687">
                  <c:v>42677</c:v>
                </c:pt>
                <c:pt idx="1688">
                  <c:v>42678</c:v>
                </c:pt>
                <c:pt idx="1689">
                  <c:v>42681</c:v>
                </c:pt>
                <c:pt idx="1690">
                  <c:v>42682</c:v>
                </c:pt>
                <c:pt idx="1691">
                  <c:v>42683</c:v>
                </c:pt>
                <c:pt idx="1692">
                  <c:v>42684</c:v>
                </c:pt>
                <c:pt idx="1693">
                  <c:v>42688</c:v>
                </c:pt>
                <c:pt idx="1694">
                  <c:v>42689</c:v>
                </c:pt>
                <c:pt idx="1695">
                  <c:v>42690</c:v>
                </c:pt>
                <c:pt idx="1696">
                  <c:v>42691</c:v>
                </c:pt>
                <c:pt idx="1697">
                  <c:v>42692</c:v>
                </c:pt>
                <c:pt idx="1698">
                  <c:v>42695</c:v>
                </c:pt>
                <c:pt idx="1699">
                  <c:v>42696</c:v>
                </c:pt>
                <c:pt idx="1700">
                  <c:v>42697</c:v>
                </c:pt>
                <c:pt idx="1701">
                  <c:v>42699</c:v>
                </c:pt>
                <c:pt idx="1702">
                  <c:v>42702</c:v>
                </c:pt>
                <c:pt idx="1703">
                  <c:v>42703</c:v>
                </c:pt>
                <c:pt idx="1704">
                  <c:v>42704</c:v>
                </c:pt>
                <c:pt idx="1705">
                  <c:v>42705</c:v>
                </c:pt>
                <c:pt idx="1706">
                  <c:v>42706</c:v>
                </c:pt>
                <c:pt idx="1707">
                  <c:v>42709</c:v>
                </c:pt>
                <c:pt idx="1708">
                  <c:v>42710</c:v>
                </c:pt>
                <c:pt idx="1709">
                  <c:v>42711</c:v>
                </c:pt>
                <c:pt idx="1710">
                  <c:v>42712</c:v>
                </c:pt>
                <c:pt idx="1711">
                  <c:v>42713</c:v>
                </c:pt>
                <c:pt idx="1712">
                  <c:v>42716</c:v>
                </c:pt>
                <c:pt idx="1713">
                  <c:v>42717</c:v>
                </c:pt>
                <c:pt idx="1714">
                  <c:v>42718</c:v>
                </c:pt>
                <c:pt idx="1715">
                  <c:v>42719</c:v>
                </c:pt>
                <c:pt idx="1716">
                  <c:v>42720</c:v>
                </c:pt>
                <c:pt idx="1717">
                  <c:v>42723</c:v>
                </c:pt>
                <c:pt idx="1718">
                  <c:v>42724</c:v>
                </c:pt>
                <c:pt idx="1719">
                  <c:v>42725</c:v>
                </c:pt>
                <c:pt idx="1720">
                  <c:v>42726</c:v>
                </c:pt>
                <c:pt idx="1721">
                  <c:v>42727</c:v>
                </c:pt>
                <c:pt idx="1722">
                  <c:v>42731</c:v>
                </c:pt>
                <c:pt idx="1723">
                  <c:v>42732</c:v>
                </c:pt>
                <c:pt idx="1724">
                  <c:v>42733</c:v>
                </c:pt>
                <c:pt idx="1725">
                  <c:v>42734</c:v>
                </c:pt>
                <c:pt idx="1726">
                  <c:v>42738</c:v>
                </c:pt>
                <c:pt idx="1727">
                  <c:v>42739</c:v>
                </c:pt>
                <c:pt idx="1728">
                  <c:v>42740</c:v>
                </c:pt>
                <c:pt idx="1729">
                  <c:v>42741</c:v>
                </c:pt>
                <c:pt idx="1730">
                  <c:v>42744</c:v>
                </c:pt>
                <c:pt idx="1731">
                  <c:v>42745</c:v>
                </c:pt>
                <c:pt idx="1732">
                  <c:v>42746</c:v>
                </c:pt>
                <c:pt idx="1733">
                  <c:v>42747</c:v>
                </c:pt>
                <c:pt idx="1734">
                  <c:v>42748</c:v>
                </c:pt>
                <c:pt idx="1735">
                  <c:v>42752</c:v>
                </c:pt>
                <c:pt idx="1736">
                  <c:v>42753</c:v>
                </c:pt>
                <c:pt idx="1737">
                  <c:v>42754</c:v>
                </c:pt>
                <c:pt idx="1738">
                  <c:v>42755</c:v>
                </c:pt>
                <c:pt idx="1739">
                  <c:v>42758</c:v>
                </c:pt>
                <c:pt idx="1740">
                  <c:v>42759</c:v>
                </c:pt>
                <c:pt idx="1741">
                  <c:v>42760</c:v>
                </c:pt>
                <c:pt idx="1742">
                  <c:v>42761</c:v>
                </c:pt>
                <c:pt idx="1743">
                  <c:v>42762</c:v>
                </c:pt>
                <c:pt idx="1744">
                  <c:v>42765</c:v>
                </c:pt>
                <c:pt idx="1745">
                  <c:v>42766</c:v>
                </c:pt>
                <c:pt idx="1746">
                  <c:v>42767</c:v>
                </c:pt>
                <c:pt idx="1747">
                  <c:v>42768</c:v>
                </c:pt>
                <c:pt idx="1748">
                  <c:v>42769</c:v>
                </c:pt>
                <c:pt idx="1749">
                  <c:v>42772</c:v>
                </c:pt>
                <c:pt idx="1750">
                  <c:v>42773</c:v>
                </c:pt>
                <c:pt idx="1751">
                  <c:v>42774</c:v>
                </c:pt>
                <c:pt idx="1752">
                  <c:v>42775</c:v>
                </c:pt>
                <c:pt idx="1753">
                  <c:v>42776</c:v>
                </c:pt>
                <c:pt idx="1754">
                  <c:v>42779</c:v>
                </c:pt>
                <c:pt idx="1755">
                  <c:v>42780</c:v>
                </c:pt>
                <c:pt idx="1756">
                  <c:v>42781</c:v>
                </c:pt>
                <c:pt idx="1757">
                  <c:v>42782</c:v>
                </c:pt>
                <c:pt idx="1758">
                  <c:v>42783</c:v>
                </c:pt>
                <c:pt idx="1759">
                  <c:v>42787</c:v>
                </c:pt>
                <c:pt idx="1760">
                  <c:v>42788</c:v>
                </c:pt>
                <c:pt idx="1761">
                  <c:v>42789</c:v>
                </c:pt>
                <c:pt idx="1762">
                  <c:v>42790</c:v>
                </c:pt>
                <c:pt idx="1763">
                  <c:v>42793</c:v>
                </c:pt>
                <c:pt idx="1764">
                  <c:v>42794</c:v>
                </c:pt>
                <c:pt idx="1765">
                  <c:v>42795</c:v>
                </c:pt>
                <c:pt idx="1766">
                  <c:v>42796</c:v>
                </c:pt>
                <c:pt idx="1767">
                  <c:v>42797</c:v>
                </c:pt>
                <c:pt idx="1768">
                  <c:v>42800</c:v>
                </c:pt>
                <c:pt idx="1769">
                  <c:v>42801</c:v>
                </c:pt>
                <c:pt idx="1770">
                  <c:v>42802</c:v>
                </c:pt>
                <c:pt idx="1771">
                  <c:v>42803</c:v>
                </c:pt>
                <c:pt idx="1772">
                  <c:v>42804</c:v>
                </c:pt>
                <c:pt idx="1773">
                  <c:v>42807</c:v>
                </c:pt>
                <c:pt idx="1774">
                  <c:v>42808</c:v>
                </c:pt>
                <c:pt idx="1775">
                  <c:v>42809</c:v>
                </c:pt>
                <c:pt idx="1776">
                  <c:v>42810</c:v>
                </c:pt>
                <c:pt idx="1777">
                  <c:v>42811</c:v>
                </c:pt>
                <c:pt idx="1778">
                  <c:v>42814</c:v>
                </c:pt>
                <c:pt idx="1779">
                  <c:v>42815</c:v>
                </c:pt>
                <c:pt idx="1780">
                  <c:v>42816</c:v>
                </c:pt>
                <c:pt idx="1781">
                  <c:v>42817</c:v>
                </c:pt>
                <c:pt idx="1782">
                  <c:v>42818</c:v>
                </c:pt>
                <c:pt idx="1783">
                  <c:v>42821</c:v>
                </c:pt>
                <c:pt idx="1784">
                  <c:v>42822</c:v>
                </c:pt>
                <c:pt idx="1785">
                  <c:v>42823</c:v>
                </c:pt>
                <c:pt idx="1786">
                  <c:v>42824</c:v>
                </c:pt>
                <c:pt idx="1787">
                  <c:v>42825</c:v>
                </c:pt>
                <c:pt idx="1788">
                  <c:v>42828</c:v>
                </c:pt>
                <c:pt idx="1789">
                  <c:v>42829</c:v>
                </c:pt>
                <c:pt idx="1790">
                  <c:v>42830</c:v>
                </c:pt>
                <c:pt idx="1791">
                  <c:v>42831</c:v>
                </c:pt>
                <c:pt idx="1792">
                  <c:v>42832</c:v>
                </c:pt>
                <c:pt idx="1793">
                  <c:v>42835</c:v>
                </c:pt>
                <c:pt idx="1794">
                  <c:v>42836</c:v>
                </c:pt>
                <c:pt idx="1795">
                  <c:v>42842</c:v>
                </c:pt>
                <c:pt idx="1796">
                  <c:v>42843</c:v>
                </c:pt>
                <c:pt idx="1797">
                  <c:v>42844</c:v>
                </c:pt>
                <c:pt idx="1798">
                  <c:v>42845</c:v>
                </c:pt>
                <c:pt idx="1799">
                  <c:v>42846</c:v>
                </c:pt>
                <c:pt idx="1800">
                  <c:v>42849</c:v>
                </c:pt>
                <c:pt idx="1801">
                  <c:v>42850</c:v>
                </c:pt>
                <c:pt idx="1802">
                  <c:v>42851</c:v>
                </c:pt>
                <c:pt idx="1803">
                  <c:v>42852</c:v>
                </c:pt>
                <c:pt idx="1804">
                  <c:v>42853</c:v>
                </c:pt>
                <c:pt idx="1805">
                  <c:v>42856</c:v>
                </c:pt>
                <c:pt idx="1806">
                  <c:v>42857</c:v>
                </c:pt>
                <c:pt idx="1807">
                  <c:v>42858</c:v>
                </c:pt>
                <c:pt idx="1808">
                  <c:v>42859</c:v>
                </c:pt>
                <c:pt idx="1809">
                  <c:v>42860</c:v>
                </c:pt>
                <c:pt idx="1810">
                  <c:v>42863</c:v>
                </c:pt>
                <c:pt idx="1811">
                  <c:v>42864</c:v>
                </c:pt>
                <c:pt idx="1812">
                  <c:v>42865</c:v>
                </c:pt>
                <c:pt idx="1813">
                  <c:v>42866</c:v>
                </c:pt>
                <c:pt idx="1814">
                  <c:v>42867</c:v>
                </c:pt>
                <c:pt idx="1815">
                  <c:v>42870</c:v>
                </c:pt>
                <c:pt idx="1816">
                  <c:v>42871</c:v>
                </c:pt>
                <c:pt idx="1817">
                  <c:v>42872</c:v>
                </c:pt>
                <c:pt idx="1818">
                  <c:v>42873</c:v>
                </c:pt>
                <c:pt idx="1819">
                  <c:v>42874</c:v>
                </c:pt>
                <c:pt idx="1820">
                  <c:v>42877</c:v>
                </c:pt>
                <c:pt idx="1821">
                  <c:v>42878</c:v>
                </c:pt>
                <c:pt idx="1822">
                  <c:v>42879</c:v>
                </c:pt>
                <c:pt idx="1823">
                  <c:v>42880</c:v>
                </c:pt>
                <c:pt idx="1824">
                  <c:v>42881</c:v>
                </c:pt>
                <c:pt idx="1825">
                  <c:v>42885</c:v>
                </c:pt>
                <c:pt idx="1826">
                  <c:v>42886</c:v>
                </c:pt>
                <c:pt idx="1827">
                  <c:v>42887</c:v>
                </c:pt>
                <c:pt idx="1828">
                  <c:v>42888</c:v>
                </c:pt>
                <c:pt idx="1829">
                  <c:v>42891</c:v>
                </c:pt>
                <c:pt idx="1830">
                  <c:v>42892</c:v>
                </c:pt>
                <c:pt idx="1831">
                  <c:v>42893</c:v>
                </c:pt>
                <c:pt idx="1832">
                  <c:v>42894</c:v>
                </c:pt>
                <c:pt idx="1833">
                  <c:v>42895</c:v>
                </c:pt>
                <c:pt idx="1834">
                  <c:v>42898</c:v>
                </c:pt>
                <c:pt idx="1835">
                  <c:v>42899</c:v>
                </c:pt>
                <c:pt idx="1836">
                  <c:v>42900</c:v>
                </c:pt>
                <c:pt idx="1837">
                  <c:v>42901</c:v>
                </c:pt>
                <c:pt idx="1838">
                  <c:v>42902</c:v>
                </c:pt>
                <c:pt idx="1839">
                  <c:v>42905</c:v>
                </c:pt>
                <c:pt idx="1840">
                  <c:v>42906</c:v>
                </c:pt>
                <c:pt idx="1841">
                  <c:v>42907</c:v>
                </c:pt>
                <c:pt idx="1842">
                  <c:v>42908</c:v>
                </c:pt>
                <c:pt idx="1843">
                  <c:v>42909</c:v>
                </c:pt>
                <c:pt idx="1844">
                  <c:v>42912</c:v>
                </c:pt>
                <c:pt idx="1845">
                  <c:v>42913</c:v>
                </c:pt>
                <c:pt idx="1846">
                  <c:v>42914</c:v>
                </c:pt>
                <c:pt idx="1847">
                  <c:v>42915</c:v>
                </c:pt>
                <c:pt idx="1848">
                  <c:v>42916</c:v>
                </c:pt>
                <c:pt idx="1849">
                  <c:v>42919</c:v>
                </c:pt>
                <c:pt idx="1850">
                  <c:v>42921</c:v>
                </c:pt>
                <c:pt idx="1851">
                  <c:v>42922</c:v>
                </c:pt>
                <c:pt idx="1852">
                  <c:v>42923</c:v>
                </c:pt>
                <c:pt idx="1853">
                  <c:v>42926</c:v>
                </c:pt>
                <c:pt idx="1854">
                  <c:v>42927</c:v>
                </c:pt>
                <c:pt idx="1855">
                  <c:v>42928</c:v>
                </c:pt>
                <c:pt idx="1856">
                  <c:v>42929</c:v>
                </c:pt>
                <c:pt idx="1857">
                  <c:v>42930</c:v>
                </c:pt>
                <c:pt idx="1858">
                  <c:v>42933</c:v>
                </c:pt>
                <c:pt idx="1859">
                  <c:v>42934</c:v>
                </c:pt>
                <c:pt idx="1860">
                  <c:v>42935</c:v>
                </c:pt>
                <c:pt idx="1861">
                  <c:v>42936</c:v>
                </c:pt>
                <c:pt idx="1862">
                  <c:v>42937</c:v>
                </c:pt>
                <c:pt idx="1863">
                  <c:v>42940</c:v>
                </c:pt>
                <c:pt idx="1864">
                  <c:v>42941</c:v>
                </c:pt>
                <c:pt idx="1865">
                  <c:v>42942</c:v>
                </c:pt>
                <c:pt idx="1866">
                  <c:v>42943</c:v>
                </c:pt>
                <c:pt idx="1867">
                  <c:v>42944</c:v>
                </c:pt>
                <c:pt idx="1868">
                  <c:v>42947</c:v>
                </c:pt>
                <c:pt idx="1869">
                  <c:v>42948</c:v>
                </c:pt>
                <c:pt idx="1870">
                  <c:v>42949</c:v>
                </c:pt>
                <c:pt idx="1871">
                  <c:v>42950</c:v>
                </c:pt>
                <c:pt idx="1872">
                  <c:v>42951</c:v>
                </c:pt>
                <c:pt idx="1873">
                  <c:v>42954</c:v>
                </c:pt>
                <c:pt idx="1874">
                  <c:v>42955</c:v>
                </c:pt>
                <c:pt idx="1875">
                  <c:v>42956</c:v>
                </c:pt>
                <c:pt idx="1876">
                  <c:v>42957</c:v>
                </c:pt>
                <c:pt idx="1877">
                  <c:v>42958</c:v>
                </c:pt>
                <c:pt idx="1878">
                  <c:v>42961</c:v>
                </c:pt>
                <c:pt idx="1879">
                  <c:v>42962</c:v>
                </c:pt>
                <c:pt idx="1880">
                  <c:v>42963</c:v>
                </c:pt>
                <c:pt idx="1881">
                  <c:v>42964</c:v>
                </c:pt>
                <c:pt idx="1882">
                  <c:v>42965</c:v>
                </c:pt>
                <c:pt idx="1883">
                  <c:v>42968</c:v>
                </c:pt>
                <c:pt idx="1884">
                  <c:v>42969</c:v>
                </c:pt>
                <c:pt idx="1885">
                  <c:v>42970</c:v>
                </c:pt>
                <c:pt idx="1886">
                  <c:v>42971</c:v>
                </c:pt>
                <c:pt idx="1887">
                  <c:v>42972</c:v>
                </c:pt>
                <c:pt idx="1888">
                  <c:v>42975</c:v>
                </c:pt>
                <c:pt idx="1889">
                  <c:v>42976</c:v>
                </c:pt>
                <c:pt idx="1890">
                  <c:v>42977</c:v>
                </c:pt>
                <c:pt idx="1891">
                  <c:v>42978</c:v>
                </c:pt>
                <c:pt idx="1892">
                  <c:v>42979</c:v>
                </c:pt>
                <c:pt idx="1893">
                  <c:v>42983</c:v>
                </c:pt>
                <c:pt idx="1894">
                  <c:v>42984</c:v>
                </c:pt>
                <c:pt idx="1895">
                  <c:v>42985</c:v>
                </c:pt>
                <c:pt idx="1896">
                  <c:v>42986</c:v>
                </c:pt>
                <c:pt idx="1897">
                  <c:v>42989</c:v>
                </c:pt>
                <c:pt idx="1898">
                  <c:v>42990</c:v>
                </c:pt>
                <c:pt idx="1899">
                  <c:v>42991</c:v>
                </c:pt>
                <c:pt idx="1900">
                  <c:v>42992</c:v>
                </c:pt>
                <c:pt idx="1901">
                  <c:v>42993</c:v>
                </c:pt>
                <c:pt idx="1902">
                  <c:v>42996</c:v>
                </c:pt>
                <c:pt idx="1903">
                  <c:v>42997</c:v>
                </c:pt>
                <c:pt idx="1904">
                  <c:v>42998</c:v>
                </c:pt>
                <c:pt idx="1905">
                  <c:v>42999</c:v>
                </c:pt>
                <c:pt idx="1906">
                  <c:v>43000</c:v>
                </c:pt>
                <c:pt idx="1907">
                  <c:v>43003</c:v>
                </c:pt>
                <c:pt idx="1908">
                  <c:v>43004</c:v>
                </c:pt>
                <c:pt idx="1909">
                  <c:v>43005</c:v>
                </c:pt>
                <c:pt idx="1910">
                  <c:v>43006</c:v>
                </c:pt>
                <c:pt idx="1911">
                  <c:v>43007</c:v>
                </c:pt>
                <c:pt idx="1912">
                  <c:v>43010</c:v>
                </c:pt>
                <c:pt idx="1913">
                  <c:v>43011</c:v>
                </c:pt>
                <c:pt idx="1914">
                  <c:v>43012</c:v>
                </c:pt>
                <c:pt idx="1915">
                  <c:v>43013</c:v>
                </c:pt>
                <c:pt idx="1916">
                  <c:v>43014</c:v>
                </c:pt>
                <c:pt idx="1917">
                  <c:v>43018</c:v>
                </c:pt>
                <c:pt idx="1918">
                  <c:v>43019</c:v>
                </c:pt>
                <c:pt idx="1919">
                  <c:v>43020</c:v>
                </c:pt>
                <c:pt idx="1920">
                  <c:v>43021</c:v>
                </c:pt>
                <c:pt idx="1921">
                  <c:v>43024</c:v>
                </c:pt>
                <c:pt idx="1922">
                  <c:v>43025</c:v>
                </c:pt>
                <c:pt idx="1923">
                  <c:v>43026</c:v>
                </c:pt>
                <c:pt idx="1924">
                  <c:v>43027</c:v>
                </c:pt>
                <c:pt idx="1925">
                  <c:v>43028</c:v>
                </c:pt>
                <c:pt idx="1926">
                  <c:v>43031</c:v>
                </c:pt>
                <c:pt idx="1927">
                  <c:v>43032</c:v>
                </c:pt>
                <c:pt idx="1928">
                  <c:v>43033</c:v>
                </c:pt>
                <c:pt idx="1929">
                  <c:v>43034</c:v>
                </c:pt>
                <c:pt idx="1930">
                  <c:v>43035</c:v>
                </c:pt>
                <c:pt idx="1931">
                  <c:v>43038</c:v>
                </c:pt>
                <c:pt idx="1932">
                  <c:v>43039</c:v>
                </c:pt>
                <c:pt idx="1933">
                  <c:v>43040</c:v>
                </c:pt>
                <c:pt idx="1934">
                  <c:v>43041</c:v>
                </c:pt>
                <c:pt idx="1935">
                  <c:v>43042</c:v>
                </c:pt>
                <c:pt idx="1936">
                  <c:v>43045</c:v>
                </c:pt>
                <c:pt idx="1937">
                  <c:v>43046</c:v>
                </c:pt>
                <c:pt idx="1938">
                  <c:v>43047</c:v>
                </c:pt>
                <c:pt idx="1939">
                  <c:v>43048</c:v>
                </c:pt>
                <c:pt idx="1940">
                  <c:v>43049</c:v>
                </c:pt>
                <c:pt idx="1941">
                  <c:v>43052</c:v>
                </c:pt>
                <c:pt idx="1942">
                  <c:v>43053</c:v>
                </c:pt>
                <c:pt idx="1943">
                  <c:v>43054</c:v>
                </c:pt>
                <c:pt idx="1944">
                  <c:v>43055</c:v>
                </c:pt>
                <c:pt idx="1945">
                  <c:v>43056</c:v>
                </c:pt>
                <c:pt idx="1946">
                  <c:v>43059</c:v>
                </c:pt>
                <c:pt idx="1947">
                  <c:v>43060</c:v>
                </c:pt>
                <c:pt idx="1948">
                  <c:v>43061</c:v>
                </c:pt>
                <c:pt idx="1949">
                  <c:v>43063</c:v>
                </c:pt>
                <c:pt idx="1950">
                  <c:v>43066</c:v>
                </c:pt>
                <c:pt idx="1951">
                  <c:v>43067</c:v>
                </c:pt>
                <c:pt idx="1952">
                  <c:v>43068</c:v>
                </c:pt>
                <c:pt idx="1953">
                  <c:v>43069</c:v>
                </c:pt>
                <c:pt idx="1954">
                  <c:v>43070</c:v>
                </c:pt>
                <c:pt idx="1955">
                  <c:v>43073</c:v>
                </c:pt>
                <c:pt idx="1956">
                  <c:v>43074</c:v>
                </c:pt>
                <c:pt idx="1957">
                  <c:v>43075</c:v>
                </c:pt>
                <c:pt idx="1958">
                  <c:v>43076</c:v>
                </c:pt>
                <c:pt idx="1959">
                  <c:v>43077</c:v>
                </c:pt>
                <c:pt idx="1960">
                  <c:v>43080</c:v>
                </c:pt>
                <c:pt idx="1961">
                  <c:v>43081</c:v>
                </c:pt>
                <c:pt idx="1962">
                  <c:v>43082</c:v>
                </c:pt>
                <c:pt idx="1963">
                  <c:v>43083</c:v>
                </c:pt>
                <c:pt idx="1964">
                  <c:v>43084</c:v>
                </c:pt>
                <c:pt idx="1965">
                  <c:v>43087</c:v>
                </c:pt>
                <c:pt idx="1966">
                  <c:v>43088</c:v>
                </c:pt>
                <c:pt idx="1967">
                  <c:v>43089</c:v>
                </c:pt>
                <c:pt idx="1968">
                  <c:v>43090</c:v>
                </c:pt>
                <c:pt idx="1969">
                  <c:v>43091</c:v>
                </c:pt>
                <c:pt idx="1970">
                  <c:v>43095</c:v>
                </c:pt>
                <c:pt idx="1971">
                  <c:v>43096</c:v>
                </c:pt>
                <c:pt idx="1972">
                  <c:v>43097</c:v>
                </c:pt>
                <c:pt idx="1973">
                  <c:v>43098</c:v>
                </c:pt>
                <c:pt idx="1974">
                  <c:v>43102</c:v>
                </c:pt>
                <c:pt idx="1975">
                  <c:v>43103</c:v>
                </c:pt>
                <c:pt idx="1976">
                  <c:v>43104</c:v>
                </c:pt>
                <c:pt idx="1977">
                  <c:v>43105</c:v>
                </c:pt>
                <c:pt idx="1978">
                  <c:v>43108</c:v>
                </c:pt>
                <c:pt idx="1979">
                  <c:v>43109</c:v>
                </c:pt>
                <c:pt idx="1980">
                  <c:v>43110</c:v>
                </c:pt>
                <c:pt idx="1981">
                  <c:v>43111</c:v>
                </c:pt>
                <c:pt idx="1982">
                  <c:v>43112</c:v>
                </c:pt>
                <c:pt idx="1983">
                  <c:v>43116</c:v>
                </c:pt>
                <c:pt idx="1984">
                  <c:v>43117</c:v>
                </c:pt>
                <c:pt idx="1985">
                  <c:v>43118</c:v>
                </c:pt>
                <c:pt idx="1986">
                  <c:v>43119</c:v>
                </c:pt>
                <c:pt idx="1987">
                  <c:v>43122</c:v>
                </c:pt>
                <c:pt idx="1988">
                  <c:v>43123</c:v>
                </c:pt>
                <c:pt idx="1989">
                  <c:v>43124</c:v>
                </c:pt>
                <c:pt idx="1990">
                  <c:v>43125</c:v>
                </c:pt>
                <c:pt idx="1991">
                  <c:v>43126</c:v>
                </c:pt>
                <c:pt idx="1992">
                  <c:v>43129</c:v>
                </c:pt>
                <c:pt idx="1993">
                  <c:v>43130</c:v>
                </c:pt>
                <c:pt idx="1994">
                  <c:v>43131</c:v>
                </c:pt>
                <c:pt idx="1995">
                  <c:v>43132</c:v>
                </c:pt>
                <c:pt idx="1996">
                  <c:v>43133</c:v>
                </c:pt>
                <c:pt idx="1997">
                  <c:v>43136</c:v>
                </c:pt>
                <c:pt idx="1998">
                  <c:v>43137</c:v>
                </c:pt>
                <c:pt idx="1999">
                  <c:v>43138</c:v>
                </c:pt>
                <c:pt idx="2000">
                  <c:v>43139</c:v>
                </c:pt>
                <c:pt idx="2001">
                  <c:v>43140</c:v>
                </c:pt>
                <c:pt idx="2002">
                  <c:v>43143</c:v>
                </c:pt>
                <c:pt idx="2003">
                  <c:v>43144</c:v>
                </c:pt>
                <c:pt idx="2004">
                  <c:v>43145</c:v>
                </c:pt>
                <c:pt idx="2005">
                  <c:v>43146</c:v>
                </c:pt>
                <c:pt idx="2006">
                  <c:v>43147</c:v>
                </c:pt>
                <c:pt idx="2007">
                  <c:v>43151</c:v>
                </c:pt>
                <c:pt idx="2008">
                  <c:v>43152</c:v>
                </c:pt>
                <c:pt idx="2009">
                  <c:v>43153</c:v>
                </c:pt>
                <c:pt idx="2010">
                  <c:v>43154</c:v>
                </c:pt>
                <c:pt idx="2011">
                  <c:v>43157</c:v>
                </c:pt>
                <c:pt idx="2012">
                  <c:v>43158</c:v>
                </c:pt>
                <c:pt idx="2013">
                  <c:v>43159</c:v>
                </c:pt>
                <c:pt idx="2014">
                  <c:v>43160</c:v>
                </c:pt>
                <c:pt idx="2015">
                  <c:v>43161</c:v>
                </c:pt>
                <c:pt idx="2016">
                  <c:v>43164</c:v>
                </c:pt>
                <c:pt idx="2017">
                  <c:v>43165</c:v>
                </c:pt>
                <c:pt idx="2018">
                  <c:v>43166</c:v>
                </c:pt>
                <c:pt idx="2019">
                  <c:v>43167</c:v>
                </c:pt>
                <c:pt idx="2020">
                  <c:v>43168</c:v>
                </c:pt>
                <c:pt idx="2021">
                  <c:v>43171</c:v>
                </c:pt>
                <c:pt idx="2022">
                  <c:v>43172</c:v>
                </c:pt>
                <c:pt idx="2023">
                  <c:v>43173</c:v>
                </c:pt>
                <c:pt idx="2024">
                  <c:v>43174</c:v>
                </c:pt>
                <c:pt idx="2025">
                  <c:v>43175</c:v>
                </c:pt>
                <c:pt idx="2026">
                  <c:v>43178</c:v>
                </c:pt>
                <c:pt idx="2027">
                  <c:v>43179</c:v>
                </c:pt>
                <c:pt idx="2028">
                  <c:v>43180</c:v>
                </c:pt>
                <c:pt idx="2029">
                  <c:v>43181</c:v>
                </c:pt>
                <c:pt idx="2030">
                  <c:v>43182</c:v>
                </c:pt>
                <c:pt idx="2031">
                  <c:v>43185</c:v>
                </c:pt>
                <c:pt idx="2032">
                  <c:v>43186</c:v>
                </c:pt>
                <c:pt idx="2033">
                  <c:v>43192</c:v>
                </c:pt>
                <c:pt idx="2034">
                  <c:v>43193</c:v>
                </c:pt>
                <c:pt idx="2035">
                  <c:v>43194</c:v>
                </c:pt>
                <c:pt idx="2036">
                  <c:v>43195</c:v>
                </c:pt>
                <c:pt idx="2037">
                  <c:v>43196</c:v>
                </c:pt>
                <c:pt idx="2038">
                  <c:v>43199</c:v>
                </c:pt>
                <c:pt idx="2039">
                  <c:v>43200</c:v>
                </c:pt>
                <c:pt idx="2040">
                  <c:v>43201</c:v>
                </c:pt>
                <c:pt idx="2041">
                  <c:v>43202</c:v>
                </c:pt>
                <c:pt idx="2042">
                  <c:v>43203</c:v>
                </c:pt>
                <c:pt idx="2043">
                  <c:v>43206</c:v>
                </c:pt>
                <c:pt idx="2044">
                  <c:v>43207</c:v>
                </c:pt>
                <c:pt idx="2045">
                  <c:v>43208</c:v>
                </c:pt>
                <c:pt idx="2046">
                  <c:v>43209</c:v>
                </c:pt>
                <c:pt idx="2047">
                  <c:v>43210</c:v>
                </c:pt>
                <c:pt idx="2048">
                  <c:v>43213</c:v>
                </c:pt>
                <c:pt idx="2049">
                  <c:v>43214</c:v>
                </c:pt>
                <c:pt idx="2050">
                  <c:v>43215</c:v>
                </c:pt>
                <c:pt idx="2051">
                  <c:v>43216</c:v>
                </c:pt>
                <c:pt idx="2052">
                  <c:v>43217</c:v>
                </c:pt>
                <c:pt idx="2053">
                  <c:v>43220</c:v>
                </c:pt>
                <c:pt idx="2054">
                  <c:v>43221</c:v>
                </c:pt>
                <c:pt idx="2055">
                  <c:v>43222</c:v>
                </c:pt>
                <c:pt idx="2056">
                  <c:v>43223</c:v>
                </c:pt>
                <c:pt idx="2057">
                  <c:v>43224</c:v>
                </c:pt>
                <c:pt idx="2058">
                  <c:v>43227</c:v>
                </c:pt>
                <c:pt idx="2059">
                  <c:v>43228</c:v>
                </c:pt>
                <c:pt idx="2060">
                  <c:v>43229</c:v>
                </c:pt>
                <c:pt idx="2061">
                  <c:v>43230</c:v>
                </c:pt>
                <c:pt idx="2062">
                  <c:v>43231</c:v>
                </c:pt>
                <c:pt idx="2063">
                  <c:v>43234</c:v>
                </c:pt>
                <c:pt idx="2064">
                  <c:v>43235</c:v>
                </c:pt>
                <c:pt idx="2065">
                  <c:v>43236</c:v>
                </c:pt>
                <c:pt idx="2066">
                  <c:v>43237</c:v>
                </c:pt>
                <c:pt idx="2067">
                  <c:v>43238</c:v>
                </c:pt>
                <c:pt idx="2068">
                  <c:v>43241</c:v>
                </c:pt>
                <c:pt idx="2069">
                  <c:v>43242</c:v>
                </c:pt>
                <c:pt idx="2070">
                  <c:v>43243</c:v>
                </c:pt>
                <c:pt idx="2071">
                  <c:v>43244</c:v>
                </c:pt>
                <c:pt idx="2072">
                  <c:v>43245</c:v>
                </c:pt>
                <c:pt idx="2073">
                  <c:v>43249</c:v>
                </c:pt>
                <c:pt idx="2074">
                  <c:v>43250</c:v>
                </c:pt>
                <c:pt idx="2075">
                  <c:v>43251</c:v>
                </c:pt>
                <c:pt idx="2076">
                  <c:v>43252</c:v>
                </c:pt>
                <c:pt idx="2077">
                  <c:v>43255</c:v>
                </c:pt>
                <c:pt idx="2078">
                  <c:v>43256</c:v>
                </c:pt>
                <c:pt idx="2079">
                  <c:v>43257</c:v>
                </c:pt>
                <c:pt idx="2080">
                  <c:v>43258</c:v>
                </c:pt>
                <c:pt idx="2081">
                  <c:v>43259</c:v>
                </c:pt>
                <c:pt idx="2082">
                  <c:v>43262</c:v>
                </c:pt>
                <c:pt idx="2083">
                  <c:v>43263</c:v>
                </c:pt>
                <c:pt idx="2084">
                  <c:v>43264</c:v>
                </c:pt>
                <c:pt idx="2085">
                  <c:v>43265</c:v>
                </c:pt>
                <c:pt idx="2086">
                  <c:v>43266</c:v>
                </c:pt>
                <c:pt idx="2087">
                  <c:v>43269</c:v>
                </c:pt>
                <c:pt idx="2088">
                  <c:v>43270</c:v>
                </c:pt>
                <c:pt idx="2089">
                  <c:v>43271</c:v>
                </c:pt>
                <c:pt idx="2090">
                  <c:v>43272</c:v>
                </c:pt>
                <c:pt idx="2091">
                  <c:v>43273</c:v>
                </c:pt>
                <c:pt idx="2092">
                  <c:v>43276</c:v>
                </c:pt>
                <c:pt idx="2093">
                  <c:v>43277</c:v>
                </c:pt>
                <c:pt idx="2094">
                  <c:v>43278</c:v>
                </c:pt>
                <c:pt idx="2095">
                  <c:v>43279</c:v>
                </c:pt>
                <c:pt idx="2096">
                  <c:v>43280</c:v>
                </c:pt>
                <c:pt idx="2097">
                  <c:v>43283</c:v>
                </c:pt>
                <c:pt idx="2098">
                  <c:v>43284</c:v>
                </c:pt>
                <c:pt idx="2099">
                  <c:v>43286</c:v>
                </c:pt>
                <c:pt idx="2100">
                  <c:v>43287</c:v>
                </c:pt>
                <c:pt idx="2101">
                  <c:v>43290</c:v>
                </c:pt>
                <c:pt idx="2102">
                  <c:v>43291</c:v>
                </c:pt>
                <c:pt idx="2103">
                  <c:v>43292</c:v>
                </c:pt>
                <c:pt idx="2104">
                  <c:v>43293</c:v>
                </c:pt>
                <c:pt idx="2105">
                  <c:v>43294</c:v>
                </c:pt>
                <c:pt idx="2106">
                  <c:v>43297</c:v>
                </c:pt>
                <c:pt idx="2107">
                  <c:v>43298</c:v>
                </c:pt>
                <c:pt idx="2108">
                  <c:v>43299</c:v>
                </c:pt>
                <c:pt idx="2109">
                  <c:v>43300</c:v>
                </c:pt>
                <c:pt idx="2110">
                  <c:v>43301</c:v>
                </c:pt>
                <c:pt idx="2111">
                  <c:v>43304</c:v>
                </c:pt>
                <c:pt idx="2112">
                  <c:v>43305</c:v>
                </c:pt>
                <c:pt idx="2113">
                  <c:v>43306</c:v>
                </c:pt>
                <c:pt idx="2114">
                  <c:v>43307</c:v>
                </c:pt>
                <c:pt idx="2115">
                  <c:v>43308</c:v>
                </c:pt>
                <c:pt idx="2116">
                  <c:v>43311</c:v>
                </c:pt>
                <c:pt idx="2117">
                  <c:v>43312</c:v>
                </c:pt>
                <c:pt idx="2118">
                  <c:v>43313</c:v>
                </c:pt>
                <c:pt idx="2119">
                  <c:v>43314</c:v>
                </c:pt>
                <c:pt idx="2120">
                  <c:v>43315</c:v>
                </c:pt>
                <c:pt idx="2121">
                  <c:v>43318</c:v>
                </c:pt>
                <c:pt idx="2122">
                  <c:v>43319</c:v>
                </c:pt>
                <c:pt idx="2123">
                  <c:v>43320</c:v>
                </c:pt>
                <c:pt idx="2124">
                  <c:v>43321</c:v>
                </c:pt>
                <c:pt idx="2125">
                  <c:v>43322</c:v>
                </c:pt>
                <c:pt idx="2126">
                  <c:v>43325</c:v>
                </c:pt>
                <c:pt idx="2127">
                  <c:v>43326</c:v>
                </c:pt>
                <c:pt idx="2128">
                  <c:v>43327</c:v>
                </c:pt>
                <c:pt idx="2129">
                  <c:v>43328</c:v>
                </c:pt>
                <c:pt idx="2130">
                  <c:v>43329</c:v>
                </c:pt>
                <c:pt idx="2131">
                  <c:v>43332</c:v>
                </c:pt>
                <c:pt idx="2132">
                  <c:v>43333</c:v>
                </c:pt>
                <c:pt idx="2133">
                  <c:v>43334</c:v>
                </c:pt>
                <c:pt idx="2134">
                  <c:v>43335</c:v>
                </c:pt>
                <c:pt idx="2135">
                  <c:v>43336</c:v>
                </c:pt>
                <c:pt idx="2136">
                  <c:v>43339</c:v>
                </c:pt>
                <c:pt idx="2137">
                  <c:v>43340</c:v>
                </c:pt>
                <c:pt idx="2138">
                  <c:v>43341</c:v>
                </c:pt>
                <c:pt idx="2139">
                  <c:v>43342</c:v>
                </c:pt>
                <c:pt idx="2140">
                  <c:v>43343</c:v>
                </c:pt>
                <c:pt idx="2141">
                  <c:v>43347</c:v>
                </c:pt>
                <c:pt idx="2142">
                  <c:v>43348</c:v>
                </c:pt>
                <c:pt idx="2143">
                  <c:v>43349</c:v>
                </c:pt>
                <c:pt idx="2144">
                  <c:v>43350</c:v>
                </c:pt>
                <c:pt idx="2145">
                  <c:v>43353</c:v>
                </c:pt>
                <c:pt idx="2146">
                  <c:v>43355</c:v>
                </c:pt>
                <c:pt idx="2147">
                  <c:v>43357</c:v>
                </c:pt>
                <c:pt idx="2148">
                  <c:v>43360</c:v>
                </c:pt>
                <c:pt idx="2149">
                  <c:v>43361</c:v>
                </c:pt>
                <c:pt idx="2150">
                  <c:v>43362</c:v>
                </c:pt>
                <c:pt idx="2151">
                  <c:v>43363</c:v>
                </c:pt>
                <c:pt idx="2152">
                  <c:v>43364</c:v>
                </c:pt>
                <c:pt idx="2153">
                  <c:v>43367</c:v>
                </c:pt>
                <c:pt idx="2154">
                  <c:v>43368</c:v>
                </c:pt>
                <c:pt idx="2155">
                  <c:v>43369</c:v>
                </c:pt>
                <c:pt idx="2156">
                  <c:v>43370</c:v>
                </c:pt>
                <c:pt idx="2157">
                  <c:v>43371</c:v>
                </c:pt>
                <c:pt idx="2158">
                  <c:v>43374</c:v>
                </c:pt>
                <c:pt idx="2159">
                  <c:v>43375</c:v>
                </c:pt>
                <c:pt idx="2160">
                  <c:v>43376</c:v>
                </c:pt>
                <c:pt idx="2161">
                  <c:v>43377</c:v>
                </c:pt>
                <c:pt idx="2162">
                  <c:v>43378</c:v>
                </c:pt>
                <c:pt idx="2163">
                  <c:v>43382</c:v>
                </c:pt>
                <c:pt idx="2164">
                  <c:v>43383</c:v>
                </c:pt>
                <c:pt idx="2165">
                  <c:v>43384</c:v>
                </c:pt>
                <c:pt idx="2166">
                  <c:v>43385</c:v>
                </c:pt>
                <c:pt idx="2167">
                  <c:v>43388</c:v>
                </c:pt>
                <c:pt idx="2168">
                  <c:v>43389</c:v>
                </c:pt>
                <c:pt idx="2169">
                  <c:v>43390</c:v>
                </c:pt>
                <c:pt idx="2170">
                  <c:v>43391</c:v>
                </c:pt>
                <c:pt idx="2171">
                  <c:v>43392</c:v>
                </c:pt>
                <c:pt idx="2172">
                  <c:v>43395</c:v>
                </c:pt>
                <c:pt idx="2173">
                  <c:v>43396</c:v>
                </c:pt>
                <c:pt idx="2174">
                  <c:v>43397</c:v>
                </c:pt>
                <c:pt idx="2175">
                  <c:v>43398</c:v>
                </c:pt>
                <c:pt idx="2176">
                  <c:v>43399</c:v>
                </c:pt>
                <c:pt idx="2177">
                  <c:v>43402</c:v>
                </c:pt>
                <c:pt idx="2178">
                  <c:v>43403</c:v>
                </c:pt>
                <c:pt idx="2179">
                  <c:v>43404</c:v>
                </c:pt>
                <c:pt idx="2180">
                  <c:v>43405</c:v>
                </c:pt>
                <c:pt idx="2181">
                  <c:v>43406</c:v>
                </c:pt>
                <c:pt idx="2182">
                  <c:v>43409</c:v>
                </c:pt>
                <c:pt idx="2183">
                  <c:v>43410</c:v>
                </c:pt>
                <c:pt idx="2184">
                  <c:v>43411</c:v>
                </c:pt>
                <c:pt idx="2185">
                  <c:v>43412</c:v>
                </c:pt>
                <c:pt idx="2186">
                  <c:v>43413</c:v>
                </c:pt>
                <c:pt idx="2187">
                  <c:v>43417</c:v>
                </c:pt>
                <c:pt idx="2188">
                  <c:v>43418</c:v>
                </c:pt>
                <c:pt idx="2189">
                  <c:v>43419</c:v>
                </c:pt>
                <c:pt idx="2190">
                  <c:v>43420</c:v>
                </c:pt>
                <c:pt idx="2191">
                  <c:v>43423</c:v>
                </c:pt>
                <c:pt idx="2192">
                  <c:v>43424</c:v>
                </c:pt>
                <c:pt idx="2193">
                  <c:v>43425</c:v>
                </c:pt>
                <c:pt idx="2194">
                  <c:v>43427</c:v>
                </c:pt>
                <c:pt idx="2195">
                  <c:v>43430</c:v>
                </c:pt>
                <c:pt idx="2196">
                  <c:v>43431</c:v>
                </c:pt>
                <c:pt idx="2197">
                  <c:v>43432</c:v>
                </c:pt>
                <c:pt idx="2198">
                  <c:v>43433</c:v>
                </c:pt>
                <c:pt idx="2199">
                  <c:v>43434</c:v>
                </c:pt>
                <c:pt idx="2200">
                  <c:v>43440</c:v>
                </c:pt>
                <c:pt idx="2201">
                  <c:v>43441</c:v>
                </c:pt>
                <c:pt idx="2202">
                  <c:v>43444</c:v>
                </c:pt>
                <c:pt idx="2203">
                  <c:v>43445</c:v>
                </c:pt>
                <c:pt idx="2204">
                  <c:v>43446</c:v>
                </c:pt>
                <c:pt idx="2205">
                  <c:v>43447</c:v>
                </c:pt>
                <c:pt idx="2206">
                  <c:v>43448</c:v>
                </c:pt>
                <c:pt idx="2207">
                  <c:v>43451</c:v>
                </c:pt>
                <c:pt idx="2208">
                  <c:v>43452</c:v>
                </c:pt>
                <c:pt idx="2209">
                  <c:v>43453</c:v>
                </c:pt>
                <c:pt idx="2210">
                  <c:v>43454</c:v>
                </c:pt>
                <c:pt idx="2211">
                  <c:v>43455</c:v>
                </c:pt>
                <c:pt idx="2212">
                  <c:v>43458</c:v>
                </c:pt>
                <c:pt idx="2213">
                  <c:v>43460</c:v>
                </c:pt>
                <c:pt idx="2214">
                  <c:v>43461</c:v>
                </c:pt>
                <c:pt idx="2215">
                  <c:v>43462</c:v>
                </c:pt>
                <c:pt idx="2216">
                  <c:v>43465</c:v>
                </c:pt>
                <c:pt idx="2217">
                  <c:v>43467</c:v>
                </c:pt>
                <c:pt idx="2218">
                  <c:v>43468</c:v>
                </c:pt>
                <c:pt idx="2219">
                  <c:v>43469</c:v>
                </c:pt>
                <c:pt idx="2220">
                  <c:v>43472</c:v>
                </c:pt>
                <c:pt idx="2221">
                  <c:v>43473</c:v>
                </c:pt>
                <c:pt idx="2222">
                  <c:v>43474</c:v>
                </c:pt>
                <c:pt idx="2223">
                  <c:v>43475</c:v>
                </c:pt>
                <c:pt idx="2224">
                  <c:v>43476</c:v>
                </c:pt>
                <c:pt idx="2225">
                  <c:v>43479</c:v>
                </c:pt>
                <c:pt idx="2226">
                  <c:v>43480</c:v>
                </c:pt>
                <c:pt idx="2227">
                  <c:v>43481</c:v>
                </c:pt>
                <c:pt idx="2228">
                  <c:v>43482</c:v>
                </c:pt>
                <c:pt idx="2229">
                  <c:v>43483</c:v>
                </c:pt>
                <c:pt idx="2230">
                  <c:v>43487</c:v>
                </c:pt>
                <c:pt idx="2231">
                  <c:v>43488</c:v>
                </c:pt>
                <c:pt idx="2232">
                  <c:v>43489</c:v>
                </c:pt>
                <c:pt idx="2233">
                  <c:v>43490</c:v>
                </c:pt>
                <c:pt idx="2234">
                  <c:v>43493</c:v>
                </c:pt>
                <c:pt idx="2235">
                  <c:v>43494</c:v>
                </c:pt>
                <c:pt idx="2236">
                  <c:v>43495</c:v>
                </c:pt>
                <c:pt idx="2237">
                  <c:v>43496</c:v>
                </c:pt>
                <c:pt idx="2238">
                  <c:v>43497</c:v>
                </c:pt>
                <c:pt idx="2239">
                  <c:v>43500</c:v>
                </c:pt>
                <c:pt idx="2240">
                  <c:v>43501</c:v>
                </c:pt>
                <c:pt idx="2241">
                  <c:v>43502</c:v>
                </c:pt>
                <c:pt idx="2242">
                  <c:v>43503</c:v>
                </c:pt>
                <c:pt idx="2243">
                  <c:v>43504</c:v>
                </c:pt>
                <c:pt idx="2244">
                  <c:v>43507</c:v>
                </c:pt>
                <c:pt idx="2245">
                  <c:v>43508</c:v>
                </c:pt>
                <c:pt idx="2246">
                  <c:v>43509</c:v>
                </c:pt>
                <c:pt idx="2247">
                  <c:v>43510</c:v>
                </c:pt>
                <c:pt idx="2248">
                  <c:v>43511</c:v>
                </c:pt>
                <c:pt idx="2249">
                  <c:v>43515</c:v>
                </c:pt>
                <c:pt idx="2250">
                  <c:v>43516</c:v>
                </c:pt>
                <c:pt idx="2251">
                  <c:v>43517</c:v>
                </c:pt>
                <c:pt idx="2252">
                  <c:v>43518</c:v>
                </c:pt>
                <c:pt idx="2253">
                  <c:v>43521</c:v>
                </c:pt>
                <c:pt idx="2254">
                  <c:v>43522</c:v>
                </c:pt>
                <c:pt idx="2255">
                  <c:v>43523</c:v>
                </c:pt>
                <c:pt idx="2256">
                  <c:v>43524</c:v>
                </c:pt>
                <c:pt idx="2257">
                  <c:v>43525</c:v>
                </c:pt>
                <c:pt idx="2258">
                  <c:v>43528</c:v>
                </c:pt>
                <c:pt idx="2259">
                  <c:v>43529</c:v>
                </c:pt>
                <c:pt idx="2260">
                  <c:v>43530</c:v>
                </c:pt>
                <c:pt idx="2261">
                  <c:v>43531</c:v>
                </c:pt>
                <c:pt idx="2262">
                  <c:v>43532</c:v>
                </c:pt>
                <c:pt idx="2263">
                  <c:v>43535</c:v>
                </c:pt>
                <c:pt idx="2264">
                  <c:v>43536</c:v>
                </c:pt>
                <c:pt idx="2265">
                  <c:v>43537</c:v>
                </c:pt>
                <c:pt idx="2266">
                  <c:v>43538</c:v>
                </c:pt>
                <c:pt idx="2267">
                  <c:v>43539</c:v>
                </c:pt>
                <c:pt idx="2268">
                  <c:v>43542</c:v>
                </c:pt>
                <c:pt idx="2269">
                  <c:v>43543</c:v>
                </c:pt>
                <c:pt idx="2270">
                  <c:v>43544</c:v>
                </c:pt>
                <c:pt idx="2271">
                  <c:v>43545</c:v>
                </c:pt>
                <c:pt idx="2272">
                  <c:v>43546</c:v>
                </c:pt>
                <c:pt idx="2273">
                  <c:v>43549</c:v>
                </c:pt>
                <c:pt idx="2274">
                  <c:v>43550</c:v>
                </c:pt>
                <c:pt idx="2275">
                  <c:v>43551</c:v>
                </c:pt>
                <c:pt idx="2276">
                  <c:v>43552</c:v>
                </c:pt>
                <c:pt idx="2277">
                  <c:v>43553</c:v>
                </c:pt>
                <c:pt idx="2278">
                  <c:v>43556</c:v>
                </c:pt>
                <c:pt idx="2279">
                  <c:v>43557</c:v>
                </c:pt>
                <c:pt idx="2280">
                  <c:v>43558</c:v>
                </c:pt>
                <c:pt idx="2281">
                  <c:v>43559</c:v>
                </c:pt>
                <c:pt idx="2282">
                  <c:v>43560</c:v>
                </c:pt>
                <c:pt idx="2283">
                  <c:v>43563</c:v>
                </c:pt>
                <c:pt idx="2284">
                  <c:v>43564</c:v>
                </c:pt>
                <c:pt idx="2285">
                  <c:v>43565</c:v>
                </c:pt>
                <c:pt idx="2286">
                  <c:v>43566</c:v>
                </c:pt>
                <c:pt idx="2287">
                  <c:v>43567</c:v>
                </c:pt>
                <c:pt idx="2288">
                  <c:v>43570</c:v>
                </c:pt>
                <c:pt idx="2289">
                  <c:v>43571</c:v>
                </c:pt>
                <c:pt idx="2290">
                  <c:v>43577</c:v>
                </c:pt>
                <c:pt idx="2291">
                  <c:v>43578</c:v>
                </c:pt>
                <c:pt idx="2292">
                  <c:v>43579</c:v>
                </c:pt>
                <c:pt idx="2293">
                  <c:v>43580</c:v>
                </c:pt>
                <c:pt idx="2294">
                  <c:v>43581</c:v>
                </c:pt>
                <c:pt idx="2295">
                  <c:v>43584</c:v>
                </c:pt>
                <c:pt idx="2296">
                  <c:v>43585</c:v>
                </c:pt>
                <c:pt idx="2297">
                  <c:v>43586</c:v>
                </c:pt>
                <c:pt idx="2298">
                  <c:v>43587</c:v>
                </c:pt>
                <c:pt idx="2299">
                  <c:v>43588</c:v>
                </c:pt>
                <c:pt idx="2300">
                  <c:v>43591</c:v>
                </c:pt>
                <c:pt idx="2301">
                  <c:v>43592</c:v>
                </c:pt>
                <c:pt idx="2302">
                  <c:v>43593</c:v>
                </c:pt>
                <c:pt idx="2303">
                  <c:v>43594</c:v>
                </c:pt>
                <c:pt idx="2304">
                  <c:v>43595</c:v>
                </c:pt>
                <c:pt idx="2305">
                  <c:v>43598</c:v>
                </c:pt>
                <c:pt idx="2306">
                  <c:v>43599</c:v>
                </c:pt>
                <c:pt idx="2307">
                  <c:v>43600</c:v>
                </c:pt>
                <c:pt idx="2308">
                  <c:v>43601</c:v>
                </c:pt>
                <c:pt idx="2309">
                  <c:v>43602</c:v>
                </c:pt>
                <c:pt idx="2310">
                  <c:v>43605</c:v>
                </c:pt>
                <c:pt idx="2311">
                  <c:v>43606</c:v>
                </c:pt>
                <c:pt idx="2312">
                  <c:v>43607</c:v>
                </c:pt>
                <c:pt idx="2313">
                  <c:v>43608</c:v>
                </c:pt>
                <c:pt idx="2314">
                  <c:v>43609</c:v>
                </c:pt>
                <c:pt idx="2315">
                  <c:v>43613</c:v>
                </c:pt>
                <c:pt idx="2316">
                  <c:v>43614</c:v>
                </c:pt>
                <c:pt idx="2317">
                  <c:v>43615</c:v>
                </c:pt>
                <c:pt idx="2318">
                  <c:v>43616</c:v>
                </c:pt>
                <c:pt idx="2319">
                  <c:v>43619</c:v>
                </c:pt>
                <c:pt idx="2320">
                  <c:v>43620</c:v>
                </c:pt>
                <c:pt idx="2321">
                  <c:v>43621</c:v>
                </c:pt>
                <c:pt idx="2322">
                  <c:v>43622</c:v>
                </c:pt>
                <c:pt idx="2323">
                  <c:v>43623</c:v>
                </c:pt>
                <c:pt idx="2324">
                  <c:v>43626</c:v>
                </c:pt>
                <c:pt idx="2325">
                  <c:v>43627</c:v>
                </c:pt>
                <c:pt idx="2326">
                  <c:v>43628</c:v>
                </c:pt>
                <c:pt idx="2327">
                  <c:v>43629</c:v>
                </c:pt>
                <c:pt idx="2328">
                  <c:v>43630</c:v>
                </c:pt>
                <c:pt idx="2329">
                  <c:v>43633</c:v>
                </c:pt>
                <c:pt idx="2330">
                  <c:v>43634</c:v>
                </c:pt>
                <c:pt idx="2331">
                  <c:v>43635</c:v>
                </c:pt>
                <c:pt idx="2332">
                  <c:v>43636</c:v>
                </c:pt>
                <c:pt idx="2333">
                  <c:v>43637</c:v>
                </c:pt>
                <c:pt idx="2334">
                  <c:v>43640</c:v>
                </c:pt>
                <c:pt idx="2335">
                  <c:v>43641</c:v>
                </c:pt>
                <c:pt idx="2336">
                  <c:v>43642</c:v>
                </c:pt>
                <c:pt idx="2337">
                  <c:v>43643</c:v>
                </c:pt>
                <c:pt idx="2338">
                  <c:v>43644</c:v>
                </c:pt>
                <c:pt idx="2339">
                  <c:v>43647</c:v>
                </c:pt>
                <c:pt idx="2340">
                  <c:v>43648</c:v>
                </c:pt>
                <c:pt idx="2341">
                  <c:v>43649</c:v>
                </c:pt>
                <c:pt idx="2342">
                  <c:v>43651</c:v>
                </c:pt>
                <c:pt idx="2343">
                  <c:v>43654</c:v>
                </c:pt>
                <c:pt idx="2344">
                  <c:v>43655</c:v>
                </c:pt>
                <c:pt idx="2345">
                  <c:v>43656</c:v>
                </c:pt>
                <c:pt idx="2346">
                  <c:v>43657</c:v>
                </c:pt>
                <c:pt idx="2347">
                  <c:v>43658</c:v>
                </c:pt>
                <c:pt idx="2348">
                  <c:v>43661</c:v>
                </c:pt>
                <c:pt idx="2349">
                  <c:v>43662</c:v>
                </c:pt>
                <c:pt idx="2350">
                  <c:v>43663</c:v>
                </c:pt>
                <c:pt idx="2351">
                  <c:v>43664</c:v>
                </c:pt>
                <c:pt idx="2352">
                  <c:v>43665</c:v>
                </c:pt>
                <c:pt idx="2353">
                  <c:v>43668</c:v>
                </c:pt>
                <c:pt idx="2354">
                  <c:v>43669</c:v>
                </c:pt>
                <c:pt idx="2355">
                  <c:v>43670</c:v>
                </c:pt>
                <c:pt idx="2356">
                  <c:v>43671</c:v>
                </c:pt>
                <c:pt idx="2357">
                  <c:v>43672</c:v>
                </c:pt>
                <c:pt idx="2358">
                  <c:v>43675</c:v>
                </c:pt>
                <c:pt idx="2359">
                  <c:v>43676</c:v>
                </c:pt>
                <c:pt idx="2360">
                  <c:v>43677</c:v>
                </c:pt>
                <c:pt idx="2361">
                  <c:v>43678</c:v>
                </c:pt>
                <c:pt idx="2362">
                  <c:v>43679</c:v>
                </c:pt>
                <c:pt idx="2363">
                  <c:v>43682</c:v>
                </c:pt>
                <c:pt idx="2364">
                  <c:v>43683</c:v>
                </c:pt>
                <c:pt idx="2365">
                  <c:v>43684</c:v>
                </c:pt>
                <c:pt idx="2366">
                  <c:v>43685</c:v>
                </c:pt>
                <c:pt idx="2367">
                  <c:v>43686</c:v>
                </c:pt>
                <c:pt idx="2368">
                  <c:v>43689</c:v>
                </c:pt>
                <c:pt idx="2369">
                  <c:v>43690</c:v>
                </c:pt>
                <c:pt idx="2370">
                  <c:v>43691</c:v>
                </c:pt>
                <c:pt idx="2371">
                  <c:v>43692</c:v>
                </c:pt>
                <c:pt idx="2372">
                  <c:v>43693</c:v>
                </c:pt>
                <c:pt idx="2373">
                  <c:v>43696</c:v>
                </c:pt>
                <c:pt idx="2374">
                  <c:v>43697</c:v>
                </c:pt>
                <c:pt idx="2375">
                  <c:v>43698</c:v>
                </c:pt>
                <c:pt idx="2376">
                  <c:v>43699</c:v>
                </c:pt>
                <c:pt idx="2377">
                  <c:v>43700</c:v>
                </c:pt>
                <c:pt idx="2378">
                  <c:v>43703</c:v>
                </c:pt>
                <c:pt idx="2379">
                  <c:v>43704</c:v>
                </c:pt>
                <c:pt idx="2380">
                  <c:v>43705</c:v>
                </c:pt>
                <c:pt idx="2381">
                  <c:v>43706</c:v>
                </c:pt>
                <c:pt idx="2382">
                  <c:v>43707</c:v>
                </c:pt>
                <c:pt idx="2383">
                  <c:v>43711</c:v>
                </c:pt>
                <c:pt idx="2384">
                  <c:v>43712</c:v>
                </c:pt>
                <c:pt idx="2385">
                  <c:v>43713</c:v>
                </c:pt>
                <c:pt idx="2386">
                  <c:v>43714</c:v>
                </c:pt>
                <c:pt idx="2387">
                  <c:v>43717</c:v>
                </c:pt>
                <c:pt idx="2388">
                  <c:v>43718</c:v>
                </c:pt>
                <c:pt idx="2389">
                  <c:v>43719</c:v>
                </c:pt>
                <c:pt idx="2390">
                  <c:v>43720</c:v>
                </c:pt>
                <c:pt idx="2391">
                  <c:v>43721</c:v>
                </c:pt>
                <c:pt idx="2392">
                  <c:v>43724</c:v>
                </c:pt>
                <c:pt idx="2393">
                  <c:v>43725</c:v>
                </c:pt>
                <c:pt idx="2394">
                  <c:v>43726</c:v>
                </c:pt>
                <c:pt idx="2395">
                  <c:v>43727</c:v>
                </c:pt>
                <c:pt idx="2396">
                  <c:v>43728</c:v>
                </c:pt>
                <c:pt idx="2397">
                  <c:v>43731</c:v>
                </c:pt>
                <c:pt idx="2398">
                  <c:v>43732</c:v>
                </c:pt>
                <c:pt idx="2399">
                  <c:v>43733</c:v>
                </c:pt>
                <c:pt idx="2400">
                  <c:v>43734</c:v>
                </c:pt>
                <c:pt idx="2401">
                  <c:v>43735</c:v>
                </c:pt>
                <c:pt idx="2402">
                  <c:v>43738</c:v>
                </c:pt>
                <c:pt idx="2403">
                  <c:v>43739</c:v>
                </c:pt>
                <c:pt idx="2404">
                  <c:v>43740</c:v>
                </c:pt>
                <c:pt idx="2405">
                  <c:v>43741</c:v>
                </c:pt>
                <c:pt idx="2406">
                  <c:v>43742</c:v>
                </c:pt>
                <c:pt idx="2407">
                  <c:v>43745</c:v>
                </c:pt>
                <c:pt idx="2408">
                  <c:v>43746</c:v>
                </c:pt>
                <c:pt idx="2409">
                  <c:v>43747</c:v>
                </c:pt>
                <c:pt idx="2410">
                  <c:v>43748</c:v>
                </c:pt>
                <c:pt idx="2411">
                  <c:v>43749</c:v>
                </c:pt>
                <c:pt idx="2412">
                  <c:v>43753</c:v>
                </c:pt>
                <c:pt idx="2413">
                  <c:v>43754</c:v>
                </c:pt>
                <c:pt idx="2414">
                  <c:v>43755</c:v>
                </c:pt>
                <c:pt idx="2415">
                  <c:v>43756</c:v>
                </c:pt>
                <c:pt idx="2416">
                  <c:v>43759</c:v>
                </c:pt>
                <c:pt idx="2417">
                  <c:v>43760</c:v>
                </c:pt>
                <c:pt idx="2418">
                  <c:v>43761</c:v>
                </c:pt>
                <c:pt idx="2419">
                  <c:v>43762</c:v>
                </c:pt>
                <c:pt idx="2420">
                  <c:v>43763</c:v>
                </c:pt>
                <c:pt idx="2421">
                  <c:v>43766</c:v>
                </c:pt>
                <c:pt idx="2422">
                  <c:v>43767</c:v>
                </c:pt>
                <c:pt idx="2423">
                  <c:v>43768</c:v>
                </c:pt>
                <c:pt idx="2424">
                  <c:v>43769</c:v>
                </c:pt>
                <c:pt idx="2425">
                  <c:v>43770</c:v>
                </c:pt>
                <c:pt idx="2426">
                  <c:v>43773</c:v>
                </c:pt>
                <c:pt idx="2427">
                  <c:v>43774</c:v>
                </c:pt>
                <c:pt idx="2428">
                  <c:v>43775</c:v>
                </c:pt>
                <c:pt idx="2429">
                  <c:v>43776</c:v>
                </c:pt>
                <c:pt idx="2430">
                  <c:v>43777</c:v>
                </c:pt>
                <c:pt idx="2431">
                  <c:v>43781</c:v>
                </c:pt>
                <c:pt idx="2432">
                  <c:v>43782</c:v>
                </c:pt>
                <c:pt idx="2433">
                  <c:v>43783</c:v>
                </c:pt>
                <c:pt idx="2434">
                  <c:v>43784</c:v>
                </c:pt>
                <c:pt idx="2435">
                  <c:v>43787</c:v>
                </c:pt>
                <c:pt idx="2436">
                  <c:v>43788</c:v>
                </c:pt>
                <c:pt idx="2437">
                  <c:v>43789</c:v>
                </c:pt>
                <c:pt idx="2438">
                  <c:v>43790</c:v>
                </c:pt>
                <c:pt idx="2439">
                  <c:v>43791</c:v>
                </c:pt>
                <c:pt idx="2440">
                  <c:v>43794</c:v>
                </c:pt>
                <c:pt idx="2441">
                  <c:v>43795</c:v>
                </c:pt>
                <c:pt idx="2442">
                  <c:v>43796</c:v>
                </c:pt>
                <c:pt idx="2443">
                  <c:v>43798</c:v>
                </c:pt>
                <c:pt idx="2444">
                  <c:v>43801</c:v>
                </c:pt>
                <c:pt idx="2445">
                  <c:v>43802</c:v>
                </c:pt>
                <c:pt idx="2446">
                  <c:v>43803</c:v>
                </c:pt>
                <c:pt idx="2447">
                  <c:v>43804</c:v>
                </c:pt>
                <c:pt idx="2448">
                  <c:v>43805</c:v>
                </c:pt>
                <c:pt idx="2449">
                  <c:v>43808</c:v>
                </c:pt>
                <c:pt idx="2450">
                  <c:v>43809</c:v>
                </c:pt>
                <c:pt idx="2451">
                  <c:v>43810</c:v>
                </c:pt>
                <c:pt idx="2452">
                  <c:v>43811</c:v>
                </c:pt>
                <c:pt idx="2453">
                  <c:v>43812</c:v>
                </c:pt>
                <c:pt idx="2454">
                  <c:v>43815</c:v>
                </c:pt>
                <c:pt idx="2455">
                  <c:v>43816</c:v>
                </c:pt>
                <c:pt idx="2456">
                  <c:v>43817</c:v>
                </c:pt>
                <c:pt idx="2457">
                  <c:v>43818</c:v>
                </c:pt>
                <c:pt idx="2458">
                  <c:v>43819</c:v>
                </c:pt>
                <c:pt idx="2459">
                  <c:v>43822</c:v>
                </c:pt>
                <c:pt idx="2460">
                  <c:v>43823</c:v>
                </c:pt>
                <c:pt idx="2461">
                  <c:v>43825</c:v>
                </c:pt>
                <c:pt idx="2462">
                  <c:v>43826</c:v>
                </c:pt>
                <c:pt idx="2463">
                  <c:v>43829</c:v>
                </c:pt>
                <c:pt idx="2464">
                  <c:v>43830</c:v>
                </c:pt>
                <c:pt idx="2465">
                  <c:v>43832</c:v>
                </c:pt>
                <c:pt idx="2466">
                  <c:v>43833</c:v>
                </c:pt>
                <c:pt idx="2467">
                  <c:v>43836</c:v>
                </c:pt>
                <c:pt idx="2468">
                  <c:v>43837</c:v>
                </c:pt>
                <c:pt idx="2469">
                  <c:v>43838</c:v>
                </c:pt>
                <c:pt idx="2470">
                  <c:v>43839</c:v>
                </c:pt>
                <c:pt idx="2471">
                  <c:v>43840</c:v>
                </c:pt>
                <c:pt idx="2472">
                  <c:v>43843</c:v>
                </c:pt>
                <c:pt idx="2473">
                  <c:v>43844</c:v>
                </c:pt>
                <c:pt idx="2474">
                  <c:v>43845</c:v>
                </c:pt>
                <c:pt idx="2475">
                  <c:v>43846</c:v>
                </c:pt>
                <c:pt idx="2476">
                  <c:v>43847</c:v>
                </c:pt>
                <c:pt idx="2477">
                  <c:v>43851</c:v>
                </c:pt>
                <c:pt idx="2478">
                  <c:v>43852</c:v>
                </c:pt>
                <c:pt idx="2479">
                  <c:v>43853</c:v>
                </c:pt>
                <c:pt idx="2480">
                  <c:v>43854</c:v>
                </c:pt>
                <c:pt idx="2481">
                  <c:v>43857</c:v>
                </c:pt>
                <c:pt idx="2482">
                  <c:v>43858</c:v>
                </c:pt>
                <c:pt idx="2483">
                  <c:v>43859</c:v>
                </c:pt>
                <c:pt idx="2484">
                  <c:v>43860</c:v>
                </c:pt>
                <c:pt idx="2485">
                  <c:v>43861</c:v>
                </c:pt>
                <c:pt idx="2486">
                  <c:v>43864</c:v>
                </c:pt>
                <c:pt idx="2487">
                  <c:v>43865</c:v>
                </c:pt>
                <c:pt idx="2488">
                  <c:v>43866</c:v>
                </c:pt>
                <c:pt idx="2489">
                  <c:v>43867</c:v>
                </c:pt>
                <c:pt idx="2490">
                  <c:v>43868</c:v>
                </c:pt>
                <c:pt idx="2491">
                  <c:v>43871</c:v>
                </c:pt>
                <c:pt idx="2492">
                  <c:v>43872</c:v>
                </c:pt>
                <c:pt idx="2493">
                  <c:v>43873</c:v>
                </c:pt>
                <c:pt idx="2494">
                  <c:v>43874</c:v>
                </c:pt>
                <c:pt idx="2495">
                  <c:v>43875</c:v>
                </c:pt>
                <c:pt idx="2496">
                  <c:v>43879</c:v>
                </c:pt>
                <c:pt idx="2497">
                  <c:v>43880</c:v>
                </c:pt>
                <c:pt idx="2498">
                  <c:v>43881</c:v>
                </c:pt>
                <c:pt idx="2499">
                  <c:v>43882</c:v>
                </c:pt>
                <c:pt idx="2500">
                  <c:v>43885</c:v>
                </c:pt>
                <c:pt idx="2501">
                  <c:v>43886</c:v>
                </c:pt>
                <c:pt idx="2502">
                  <c:v>43887</c:v>
                </c:pt>
                <c:pt idx="2503">
                  <c:v>43888</c:v>
                </c:pt>
                <c:pt idx="2504">
                  <c:v>43889</c:v>
                </c:pt>
                <c:pt idx="2505">
                  <c:v>43892</c:v>
                </c:pt>
                <c:pt idx="2506">
                  <c:v>43893</c:v>
                </c:pt>
                <c:pt idx="2507">
                  <c:v>43894</c:v>
                </c:pt>
                <c:pt idx="2508">
                  <c:v>43895</c:v>
                </c:pt>
                <c:pt idx="2509">
                  <c:v>43896</c:v>
                </c:pt>
                <c:pt idx="2510">
                  <c:v>43899</c:v>
                </c:pt>
                <c:pt idx="2511">
                  <c:v>43900</c:v>
                </c:pt>
                <c:pt idx="2512">
                  <c:v>43901</c:v>
                </c:pt>
                <c:pt idx="2513">
                  <c:v>43902</c:v>
                </c:pt>
                <c:pt idx="2514">
                  <c:v>43903</c:v>
                </c:pt>
                <c:pt idx="2515">
                  <c:v>43906</c:v>
                </c:pt>
                <c:pt idx="2516">
                  <c:v>43907</c:v>
                </c:pt>
                <c:pt idx="2517">
                  <c:v>43908</c:v>
                </c:pt>
                <c:pt idx="2518">
                  <c:v>43909</c:v>
                </c:pt>
                <c:pt idx="2519">
                  <c:v>43910</c:v>
                </c:pt>
                <c:pt idx="2520">
                  <c:v>43913</c:v>
                </c:pt>
                <c:pt idx="2521">
                  <c:v>43914</c:v>
                </c:pt>
                <c:pt idx="2522">
                  <c:v>43915</c:v>
                </c:pt>
                <c:pt idx="2523">
                  <c:v>43916</c:v>
                </c:pt>
                <c:pt idx="2524">
                  <c:v>43917</c:v>
                </c:pt>
                <c:pt idx="2525">
                  <c:v>43920</c:v>
                </c:pt>
                <c:pt idx="2526">
                  <c:v>43921</c:v>
                </c:pt>
                <c:pt idx="2527">
                  <c:v>43922</c:v>
                </c:pt>
                <c:pt idx="2528">
                  <c:v>43923</c:v>
                </c:pt>
                <c:pt idx="2529">
                  <c:v>43924</c:v>
                </c:pt>
                <c:pt idx="2530">
                  <c:v>43927</c:v>
                </c:pt>
                <c:pt idx="2531">
                  <c:v>43928</c:v>
                </c:pt>
                <c:pt idx="2532">
                  <c:v>43934</c:v>
                </c:pt>
                <c:pt idx="2533">
                  <c:v>43935</c:v>
                </c:pt>
                <c:pt idx="2534">
                  <c:v>43936</c:v>
                </c:pt>
                <c:pt idx="2535">
                  <c:v>43937</c:v>
                </c:pt>
                <c:pt idx="2536">
                  <c:v>43938</c:v>
                </c:pt>
                <c:pt idx="2537">
                  <c:v>43941</c:v>
                </c:pt>
                <c:pt idx="2538">
                  <c:v>43942</c:v>
                </c:pt>
                <c:pt idx="2539">
                  <c:v>43943</c:v>
                </c:pt>
                <c:pt idx="2540">
                  <c:v>43944</c:v>
                </c:pt>
                <c:pt idx="2541">
                  <c:v>43945</c:v>
                </c:pt>
                <c:pt idx="2542">
                  <c:v>43948</c:v>
                </c:pt>
                <c:pt idx="2543">
                  <c:v>43949</c:v>
                </c:pt>
                <c:pt idx="2544">
                  <c:v>43950</c:v>
                </c:pt>
                <c:pt idx="2545">
                  <c:v>43951</c:v>
                </c:pt>
                <c:pt idx="2546">
                  <c:v>43952</c:v>
                </c:pt>
                <c:pt idx="2547">
                  <c:v>43955</c:v>
                </c:pt>
                <c:pt idx="2548">
                  <c:v>43956</c:v>
                </c:pt>
                <c:pt idx="2549">
                  <c:v>43957</c:v>
                </c:pt>
                <c:pt idx="2550">
                  <c:v>43958</c:v>
                </c:pt>
                <c:pt idx="2551">
                  <c:v>43959</c:v>
                </c:pt>
                <c:pt idx="2552">
                  <c:v>43962</c:v>
                </c:pt>
                <c:pt idx="2553">
                  <c:v>43963</c:v>
                </c:pt>
                <c:pt idx="2554">
                  <c:v>43964</c:v>
                </c:pt>
                <c:pt idx="2555">
                  <c:v>43965</c:v>
                </c:pt>
                <c:pt idx="2556">
                  <c:v>43966</c:v>
                </c:pt>
                <c:pt idx="2557">
                  <c:v>43969</c:v>
                </c:pt>
                <c:pt idx="2558">
                  <c:v>43970</c:v>
                </c:pt>
                <c:pt idx="2559">
                  <c:v>43971</c:v>
                </c:pt>
                <c:pt idx="2560">
                  <c:v>43972</c:v>
                </c:pt>
                <c:pt idx="2561">
                  <c:v>43973</c:v>
                </c:pt>
                <c:pt idx="2562">
                  <c:v>43977</c:v>
                </c:pt>
                <c:pt idx="2563">
                  <c:v>43978</c:v>
                </c:pt>
                <c:pt idx="2564">
                  <c:v>43979</c:v>
                </c:pt>
                <c:pt idx="2565">
                  <c:v>43980</c:v>
                </c:pt>
                <c:pt idx="2566">
                  <c:v>43983</c:v>
                </c:pt>
                <c:pt idx="2567">
                  <c:v>43984</c:v>
                </c:pt>
                <c:pt idx="2568">
                  <c:v>43985</c:v>
                </c:pt>
                <c:pt idx="2569">
                  <c:v>43986</c:v>
                </c:pt>
                <c:pt idx="2570">
                  <c:v>43987</c:v>
                </c:pt>
                <c:pt idx="2571">
                  <c:v>43990</c:v>
                </c:pt>
                <c:pt idx="2572">
                  <c:v>43991</c:v>
                </c:pt>
                <c:pt idx="2573">
                  <c:v>43992</c:v>
                </c:pt>
                <c:pt idx="2574">
                  <c:v>43993</c:v>
                </c:pt>
                <c:pt idx="2575">
                  <c:v>43994</c:v>
                </c:pt>
                <c:pt idx="2576">
                  <c:v>43997</c:v>
                </c:pt>
                <c:pt idx="2577">
                  <c:v>43998</c:v>
                </c:pt>
                <c:pt idx="2578">
                  <c:v>43999</c:v>
                </c:pt>
                <c:pt idx="2579">
                  <c:v>44000</c:v>
                </c:pt>
                <c:pt idx="2580">
                  <c:v>44001</c:v>
                </c:pt>
                <c:pt idx="2581">
                  <c:v>44004</c:v>
                </c:pt>
                <c:pt idx="2582">
                  <c:v>44005</c:v>
                </c:pt>
                <c:pt idx="2583">
                  <c:v>44006</c:v>
                </c:pt>
                <c:pt idx="2584">
                  <c:v>44007</c:v>
                </c:pt>
                <c:pt idx="2585">
                  <c:v>44008</c:v>
                </c:pt>
                <c:pt idx="2586">
                  <c:v>44011</c:v>
                </c:pt>
                <c:pt idx="2587">
                  <c:v>44012</c:v>
                </c:pt>
                <c:pt idx="2588">
                  <c:v>44018</c:v>
                </c:pt>
                <c:pt idx="2589">
                  <c:v>44019</c:v>
                </c:pt>
                <c:pt idx="2590">
                  <c:v>44020</c:v>
                </c:pt>
                <c:pt idx="2591">
                  <c:v>44021</c:v>
                </c:pt>
                <c:pt idx="2592">
                  <c:v>44022</c:v>
                </c:pt>
                <c:pt idx="2593">
                  <c:v>44025</c:v>
                </c:pt>
                <c:pt idx="2594">
                  <c:v>44026</c:v>
                </c:pt>
                <c:pt idx="2595">
                  <c:v>44027</c:v>
                </c:pt>
                <c:pt idx="2596">
                  <c:v>44028</c:v>
                </c:pt>
                <c:pt idx="2597">
                  <c:v>44029</c:v>
                </c:pt>
                <c:pt idx="2598">
                  <c:v>44032</c:v>
                </c:pt>
                <c:pt idx="2599">
                  <c:v>44033</c:v>
                </c:pt>
                <c:pt idx="2600">
                  <c:v>44034</c:v>
                </c:pt>
                <c:pt idx="2601">
                  <c:v>44035</c:v>
                </c:pt>
                <c:pt idx="2602">
                  <c:v>44036</c:v>
                </c:pt>
                <c:pt idx="2603">
                  <c:v>44039</c:v>
                </c:pt>
                <c:pt idx="2604">
                  <c:v>44040</c:v>
                </c:pt>
                <c:pt idx="2605">
                  <c:v>44041</c:v>
                </c:pt>
                <c:pt idx="2606">
                  <c:v>44042</c:v>
                </c:pt>
                <c:pt idx="2607">
                  <c:v>44043</c:v>
                </c:pt>
                <c:pt idx="2608">
                  <c:v>44046</c:v>
                </c:pt>
                <c:pt idx="2609">
                  <c:v>44047</c:v>
                </c:pt>
                <c:pt idx="2610">
                  <c:v>44048</c:v>
                </c:pt>
                <c:pt idx="2611">
                  <c:v>44049</c:v>
                </c:pt>
                <c:pt idx="2612">
                  <c:v>44050</c:v>
                </c:pt>
                <c:pt idx="2613">
                  <c:v>44053</c:v>
                </c:pt>
                <c:pt idx="2614">
                  <c:v>44054</c:v>
                </c:pt>
                <c:pt idx="2615">
                  <c:v>44055</c:v>
                </c:pt>
                <c:pt idx="2616">
                  <c:v>44056</c:v>
                </c:pt>
                <c:pt idx="2617">
                  <c:v>44057</c:v>
                </c:pt>
                <c:pt idx="2618">
                  <c:v>44060</c:v>
                </c:pt>
                <c:pt idx="2619">
                  <c:v>44061</c:v>
                </c:pt>
                <c:pt idx="2620">
                  <c:v>44062</c:v>
                </c:pt>
                <c:pt idx="2621">
                  <c:v>44063</c:v>
                </c:pt>
                <c:pt idx="2622">
                  <c:v>44064</c:v>
                </c:pt>
                <c:pt idx="2623">
                  <c:v>44067</c:v>
                </c:pt>
                <c:pt idx="2624">
                  <c:v>44068</c:v>
                </c:pt>
                <c:pt idx="2625">
                  <c:v>44069</c:v>
                </c:pt>
                <c:pt idx="2626">
                  <c:v>44070</c:v>
                </c:pt>
                <c:pt idx="2627">
                  <c:v>44071</c:v>
                </c:pt>
                <c:pt idx="2628">
                  <c:v>44074</c:v>
                </c:pt>
                <c:pt idx="2629">
                  <c:v>44075</c:v>
                </c:pt>
                <c:pt idx="2630">
                  <c:v>44076</c:v>
                </c:pt>
                <c:pt idx="2631">
                  <c:v>44077</c:v>
                </c:pt>
                <c:pt idx="2632">
                  <c:v>44078</c:v>
                </c:pt>
                <c:pt idx="2633">
                  <c:v>44082</c:v>
                </c:pt>
                <c:pt idx="2634">
                  <c:v>44083</c:v>
                </c:pt>
                <c:pt idx="2635">
                  <c:v>44084</c:v>
                </c:pt>
                <c:pt idx="2636">
                  <c:v>44085</c:v>
                </c:pt>
                <c:pt idx="2637">
                  <c:v>44088</c:v>
                </c:pt>
                <c:pt idx="2638">
                  <c:v>44089</c:v>
                </c:pt>
                <c:pt idx="2639">
                  <c:v>44090</c:v>
                </c:pt>
                <c:pt idx="2640">
                  <c:v>44091</c:v>
                </c:pt>
                <c:pt idx="2641">
                  <c:v>44092</c:v>
                </c:pt>
                <c:pt idx="2642">
                  <c:v>44095</c:v>
                </c:pt>
                <c:pt idx="2643">
                  <c:v>44096</c:v>
                </c:pt>
                <c:pt idx="2644">
                  <c:v>44097</c:v>
                </c:pt>
                <c:pt idx="2645">
                  <c:v>44098</c:v>
                </c:pt>
                <c:pt idx="2646">
                  <c:v>44099</c:v>
                </c:pt>
                <c:pt idx="2647">
                  <c:v>44102</c:v>
                </c:pt>
                <c:pt idx="2648">
                  <c:v>44103</c:v>
                </c:pt>
                <c:pt idx="2649">
                  <c:v>44104</c:v>
                </c:pt>
                <c:pt idx="2650">
                  <c:v>44105</c:v>
                </c:pt>
                <c:pt idx="2651">
                  <c:v>44106</c:v>
                </c:pt>
                <c:pt idx="2652">
                  <c:v>44109</c:v>
                </c:pt>
                <c:pt idx="2653">
                  <c:v>44110</c:v>
                </c:pt>
                <c:pt idx="2654">
                  <c:v>44111</c:v>
                </c:pt>
                <c:pt idx="2655">
                  <c:v>44112</c:v>
                </c:pt>
                <c:pt idx="2656">
                  <c:v>44113</c:v>
                </c:pt>
                <c:pt idx="2657">
                  <c:v>44117</c:v>
                </c:pt>
                <c:pt idx="2658">
                  <c:v>44118</c:v>
                </c:pt>
                <c:pt idx="2659">
                  <c:v>44119</c:v>
                </c:pt>
                <c:pt idx="2660">
                  <c:v>44120</c:v>
                </c:pt>
                <c:pt idx="2661">
                  <c:v>44123</c:v>
                </c:pt>
                <c:pt idx="2662">
                  <c:v>44124</c:v>
                </c:pt>
                <c:pt idx="2663">
                  <c:v>44125</c:v>
                </c:pt>
                <c:pt idx="2664">
                  <c:v>44126</c:v>
                </c:pt>
                <c:pt idx="2665">
                  <c:v>44127</c:v>
                </c:pt>
                <c:pt idx="2666">
                  <c:v>44130</c:v>
                </c:pt>
                <c:pt idx="2667">
                  <c:v>44131</c:v>
                </c:pt>
                <c:pt idx="2668">
                  <c:v>44132</c:v>
                </c:pt>
                <c:pt idx="2669">
                  <c:v>44133</c:v>
                </c:pt>
                <c:pt idx="2670">
                  <c:v>44134</c:v>
                </c:pt>
                <c:pt idx="2671">
                  <c:v>44137</c:v>
                </c:pt>
                <c:pt idx="2672">
                  <c:v>44138</c:v>
                </c:pt>
                <c:pt idx="2673">
                  <c:v>44139</c:v>
                </c:pt>
                <c:pt idx="2674">
                  <c:v>44140</c:v>
                </c:pt>
                <c:pt idx="2675">
                  <c:v>44141</c:v>
                </c:pt>
                <c:pt idx="2676">
                  <c:v>44144</c:v>
                </c:pt>
                <c:pt idx="2677">
                  <c:v>44145</c:v>
                </c:pt>
                <c:pt idx="2678">
                  <c:v>44147</c:v>
                </c:pt>
                <c:pt idx="2679">
                  <c:v>44148</c:v>
                </c:pt>
                <c:pt idx="2680">
                  <c:v>44151</c:v>
                </c:pt>
                <c:pt idx="2681">
                  <c:v>44152</c:v>
                </c:pt>
                <c:pt idx="2682">
                  <c:v>44153</c:v>
                </c:pt>
                <c:pt idx="2683">
                  <c:v>44154</c:v>
                </c:pt>
                <c:pt idx="2684">
                  <c:v>44155</c:v>
                </c:pt>
                <c:pt idx="2685">
                  <c:v>44158</c:v>
                </c:pt>
                <c:pt idx="2686">
                  <c:v>44159</c:v>
                </c:pt>
                <c:pt idx="2687">
                  <c:v>44160</c:v>
                </c:pt>
                <c:pt idx="2688">
                  <c:v>44162</c:v>
                </c:pt>
                <c:pt idx="2689">
                  <c:v>44165</c:v>
                </c:pt>
                <c:pt idx="2690">
                  <c:v>44166</c:v>
                </c:pt>
                <c:pt idx="2691">
                  <c:v>44167</c:v>
                </c:pt>
                <c:pt idx="2692">
                  <c:v>44168</c:v>
                </c:pt>
                <c:pt idx="2693">
                  <c:v>44169</c:v>
                </c:pt>
                <c:pt idx="2694">
                  <c:v>44172</c:v>
                </c:pt>
                <c:pt idx="2695">
                  <c:v>44173</c:v>
                </c:pt>
                <c:pt idx="2696">
                  <c:v>44174</c:v>
                </c:pt>
                <c:pt idx="2697">
                  <c:v>44175</c:v>
                </c:pt>
                <c:pt idx="2698">
                  <c:v>44176</c:v>
                </c:pt>
                <c:pt idx="2699">
                  <c:v>44179</c:v>
                </c:pt>
                <c:pt idx="2700">
                  <c:v>44180</c:v>
                </c:pt>
                <c:pt idx="2701">
                  <c:v>44181</c:v>
                </c:pt>
                <c:pt idx="2702">
                  <c:v>44182</c:v>
                </c:pt>
                <c:pt idx="2703">
                  <c:v>44183</c:v>
                </c:pt>
                <c:pt idx="2704">
                  <c:v>44186</c:v>
                </c:pt>
                <c:pt idx="2705">
                  <c:v>44187</c:v>
                </c:pt>
                <c:pt idx="2706">
                  <c:v>44188</c:v>
                </c:pt>
                <c:pt idx="2707">
                  <c:v>44189</c:v>
                </c:pt>
                <c:pt idx="2708">
                  <c:v>44193</c:v>
                </c:pt>
                <c:pt idx="2709">
                  <c:v>44194</c:v>
                </c:pt>
                <c:pt idx="2710">
                  <c:v>44195</c:v>
                </c:pt>
                <c:pt idx="2711">
                  <c:v>44196</c:v>
                </c:pt>
                <c:pt idx="2712">
                  <c:v>44200</c:v>
                </c:pt>
                <c:pt idx="2713">
                  <c:v>44201</c:v>
                </c:pt>
                <c:pt idx="2714">
                  <c:v>44202</c:v>
                </c:pt>
                <c:pt idx="2715">
                  <c:v>44203</c:v>
                </c:pt>
                <c:pt idx="2716">
                  <c:v>44204</c:v>
                </c:pt>
                <c:pt idx="2717">
                  <c:v>44207</c:v>
                </c:pt>
                <c:pt idx="2718">
                  <c:v>44208</c:v>
                </c:pt>
                <c:pt idx="2719">
                  <c:v>44209</c:v>
                </c:pt>
                <c:pt idx="2720">
                  <c:v>44210</c:v>
                </c:pt>
                <c:pt idx="2721">
                  <c:v>44211</c:v>
                </c:pt>
                <c:pt idx="2722">
                  <c:v>44215</c:v>
                </c:pt>
                <c:pt idx="2723">
                  <c:v>44216</c:v>
                </c:pt>
                <c:pt idx="2724">
                  <c:v>44217</c:v>
                </c:pt>
                <c:pt idx="2725">
                  <c:v>44218</c:v>
                </c:pt>
                <c:pt idx="2726">
                  <c:v>44221</c:v>
                </c:pt>
                <c:pt idx="2727">
                  <c:v>44222</c:v>
                </c:pt>
                <c:pt idx="2728">
                  <c:v>44223</c:v>
                </c:pt>
                <c:pt idx="2729">
                  <c:v>44224</c:v>
                </c:pt>
                <c:pt idx="2730">
                  <c:v>44225</c:v>
                </c:pt>
                <c:pt idx="2731">
                  <c:v>44228</c:v>
                </c:pt>
                <c:pt idx="2732">
                  <c:v>44229</c:v>
                </c:pt>
                <c:pt idx="2733">
                  <c:v>44230</c:v>
                </c:pt>
                <c:pt idx="2734">
                  <c:v>44231</c:v>
                </c:pt>
                <c:pt idx="2735">
                  <c:v>44232</c:v>
                </c:pt>
                <c:pt idx="2736">
                  <c:v>44235</c:v>
                </c:pt>
                <c:pt idx="2737">
                  <c:v>44236</c:v>
                </c:pt>
                <c:pt idx="2738">
                  <c:v>44237</c:v>
                </c:pt>
                <c:pt idx="2739">
                  <c:v>44238</c:v>
                </c:pt>
                <c:pt idx="2740">
                  <c:v>44239</c:v>
                </c:pt>
                <c:pt idx="2741">
                  <c:v>44243</c:v>
                </c:pt>
                <c:pt idx="2742">
                  <c:v>44244</c:v>
                </c:pt>
                <c:pt idx="2743">
                  <c:v>44245</c:v>
                </c:pt>
                <c:pt idx="2744">
                  <c:v>44246</c:v>
                </c:pt>
                <c:pt idx="2745">
                  <c:v>44249</c:v>
                </c:pt>
                <c:pt idx="2746">
                  <c:v>44250</c:v>
                </c:pt>
                <c:pt idx="2747">
                  <c:v>44251</c:v>
                </c:pt>
                <c:pt idx="2748">
                  <c:v>44252</c:v>
                </c:pt>
                <c:pt idx="2749">
                  <c:v>44253</c:v>
                </c:pt>
                <c:pt idx="2750">
                  <c:v>44256</c:v>
                </c:pt>
                <c:pt idx="2751">
                  <c:v>44257</c:v>
                </c:pt>
                <c:pt idx="2752">
                  <c:v>44258</c:v>
                </c:pt>
                <c:pt idx="2753">
                  <c:v>44259</c:v>
                </c:pt>
                <c:pt idx="2754">
                  <c:v>44260</c:v>
                </c:pt>
                <c:pt idx="2755">
                  <c:v>44263</c:v>
                </c:pt>
                <c:pt idx="2756">
                  <c:v>44264</c:v>
                </c:pt>
                <c:pt idx="2757">
                  <c:v>44265</c:v>
                </c:pt>
                <c:pt idx="2758">
                  <c:v>44266</c:v>
                </c:pt>
                <c:pt idx="2759">
                  <c:v>44267</c:v>
                </c:pt>
                <c:pt idx="2760">
                  <c:v>44270</c:v>
                </c:pt>
                <c:pt idx="2761">
                  <c:v>44271</c:v>
                </c:pt>
                <c:pt idx="2762">
                  <c:v>44272</c:v>
                </c:pt>
                <c:pt idx="2763">
                  <c:v>44273</c:v>
                </c:pt>
                <c:pt idx="2764">
                  <c:v>44274</c:v>
                </c:pt>
                <c:pt idx="2765">
                  <c:v>44277</c:v>
                </c:pt>
                <c:pt idx="2766">
                  <c:v>44278</c:v>
                </c:pt>
                <c:pt idx="2767">
                  <c:v>44279</c:v>
                </c:pt>
                <c:pt idx="2768">
                  <c:v>44280</c:v>
                </c:pt>
                <c:pt idx="2769">
                  <c:v>44281</c:v>
                </c:pt>
                <c:pt idx="2770">
                  <c:v>44284</c:v>
                </c:pt>
                <c:pt idx="2771">
                  <c:v>44285</c:v>
                </c:pt>
                <c:pt idx="2772">
                  <c:v>44286</c:v>
                </c:pt>
                <c:pt idx="2773">
                  <c:v>44287</c:v>
                </c:pt>
                <c:pt idx="2774">
                  <c:v>44288</c:v>
                </c:pt>
                <c:pt idx="2775">
                  <c:v>44291</c:v>
                </c:pt>
                <c:pt idx="2776">
                  <c:v>44292</c:v>
                </c:pt>
                <c:pt idx="2777">
                  <c:v>44293</c:v>
                </c:pt>
                <c:pt idx="2778">
                  <c:v>44294</c:v>
                </c:pt>
                <c:pt idx="2779">
                  <c:v>44295</c:v>
                </c:pt>
                <c:pt idx="2780">
                  <c:v>44298</c:v>
                </c:pt>
                <c:pt idx="2781">
                  <c:v>44299</c:v>
                </c:pt>
                <c:pt idx="2782">
                  <c:v>44300</c:v>
                </c:pt>
                <c:pt idx="2783">
                  <c:v>44301</c:v>
                </c:pt>
                <c:pt idx="2784">
                  <c:v>44302</c:v>
                </c:pt>
                <c:pt idx="2785">
                  <c:v>44305</c:v>
                </c:pt>
                <c:pt idx="2786">
                  <c:v>44306</c:v>
                </c:pt>
                <c:pt idx="2787">
                  <c:v>44307</c:v>
                </c:pt>
                <c:pt idx="2788">
                  <c:v>44308</c:v>
                </c:pt>
                <c:pt idx="2789">
                  <c:v>44309</c:v>
                </c:pt>
                <c:pt idx="2790">
                  <c:v>44312</c:v>
                </c:pt>
                <c:pt idx="2791">
                  <c:v>44313</c:v>
                </c:pt>
                <c:pt idx="2792">
                  <c:v>44314</c:v>
                </c:pt>
                <c:pt idx="2793">
                  <c:v>44315</c:v>
                </c:pt>
                <c:pt idx="2794">
                  <c:v>44316</c:v>
                </c:pt>
                <c:pt idx="2795">
                  <c:v>44319</c:v>
                </c:pt>
                <c:pt idx="2796">
                  <c:v>44320</c:v>
                </c:pt>
                <c:pt idx="2797">
                  <c:v>44321</c:v>
                </c:pt>
                <c:pt idx="2798">
                  <c:v>44322</c:v>
                </c:pt>
                <c:pt idx="2799">
                  <c:v>44323</c:v>
                </c:pt>
                <c:pt idx="2800">
                  <c:v>44326</c:v>
                </c:pt>
                <c:pt idx="2801">
                  <c:v>44327</c:v>
                </c:pt>
                <c:pt idx="2802">
                  <c:v>44328</c:v>
                </c:pt>
                <c:pt idx="2803">
                  <c:v>44329</c:v>
                </c:pt>
                <c:pt idx="2804">
                  <c:v>44330</c:v>
                </c:pt>
                <c:pt idx="2805">
                  <c:v>44333</c:v>
                </c:pt>
                <c:pt idx="2806">
                  <c:v>44334</c:v>
                </c:pt>
                <c:pt idx="2807">
                  <c:v>44335</c:v>
                </c:pt>
                <c:pt idx="2808">
                  <c:v>44336</c:v>
                </c:pt>
                <c:pt idx="2809">
                  <c:v>44337</c:v>
                </c:pt>
                <c:pt idx="2810">
                  <c:v>44340</c:v>
                </c:pt>
                <c:pt idx="2811">
                  <c:v>44341</c:v>
                </c:pt>
                <c:pt idx="2812">
                  <c:v>44342</c:v>
                </c:pt>
                <c:pt idx="2813">
                  <c:v>44343</c:v>
                </c:pt>
                <c:pt idx="2814">
                  <c:v>44344</c:v>
                </c:pt>
                <c:pt idx="2815">
                  <c:v>44348</c:v>
                </c:pt>
                <c:pt idx="2816">
                  <c:v>44349</c:v>
                </c:pt>
                <c:pt idx="2817">
                  <c:v>44350</c:v>
                </c:pt>
                <c:pt idx="2818">
                  <c:v>44351</c:v>
                </c:pt>
                <c:pt idx="2819">
                  <c:v>44354</c:v>
                </c:pt>
                <c:pt idx="2820">
                  <c:v>44355</c:v>
                </c:pt>
                <c:pt idx="2821">
                  <c:v>44356</c:v>
                </c:pt>
                <c:pt idx="2822">
                  <c:v>44357</c:v>
                </c:pt>
                <c:pt idx="2823">
                  <c:v>44358</c:v>
                </c:pt>
                <c:pt idx="2824">
                  <c:v>44361</c:v>
                </c:pt>
                <c:pt idx="2825">
                  <c:v>44362</c:v>
                </c:pt>
                <c:pt idx="2826">
                  <c:v>44363</c:v>
                </c:pt>
                <c:pt idx="2827">
                  <c:v>44364</c:v>
                </c:pt>
                <c:pt idx="2828">
                  <c:v>44365</c:v>
                </c:pt>
                <c:pt idx="2829">
                  <c:v>44368</c:v>
                </c:pt>
                <c:pt idx="2830">
                  <c:v>44369</c:v>
                </c:pt>
                <c:pt idx="2831">
                  <c:v>44370</c:v>
                </c:pt>
                <c:pt idx="2832">
                  <c:v>44371</c:v>
                </c:pt>
                <c:pt idx="2833">
                  <c:v>44372</c:v>
                </c:pt>
                <c:pt idx="2834">
                  <c:v>44375</c:v>
                </c:pt>
                <c:pt idx="2835">
                  <c:v>44376</c:v>
                </c:pt>
                <c:pt idx="2836">
                  <c:v>44377</c:v>
                </c:pt>
                <c:pt idx="2837">
                  <c:v>44378</c:v>
                </c:pt>
                <c:pt idx="2838">
                  <c:v>44379</c:v>
                </c:pt>
                <c:pt idx="2839">
                  <c:v>44383</c:v>
                </c:pt>
                <c:pt idx="2840">
                  <c:v>44384</c:v>
                </c:pt>
                <c:pt idx="2841">
                  <c:v>44385</c:v>
                </c:pt>
                <c:pt idx="2842">
                  <c:v>44386</c:v>
                </c:pt>
                <c:pt idx="2843">
                  <c:v>44389</c:v>
                </c:pt>
                <c:pt idx="2844">
                  <c:v>44390</c:v>
                </c:pt>
                <c:pt idx="2845">
                  <c:v>44391</c:v>
                </c:pt>
                <c:pt idx="2846">
                  <c:v>44392</c:v>
                </c:pt>
                <c:pt idx="2847">
                  <c:v>44393</c:v>
                </c:pt>
                <c:pt idx="2848">
                  <c:v>44396</c:v>
                </c:pt>
                <c:pt idx="2849">
                  <c:v>44397</c:v>
                </c:pt>
                <c:pt idx="2850">
                  <c:v>44398</c:v>
                </c:pt>
                <c:pt idx="2851">
                  <c:v>44399</c:v>
                </c:pt>
                <c:pt idx="2852">
                  <c:v>44400</c:v>
                </c:pt>
                <c:pt idx="2853">
                  <c:v>44403</c:v>
                </c:pt>
                <c:pt idx="2854">
                  <c:v>44404</c:v>
                </c:pt>
                <c:pt idx="2855">
                  <c:v>44405</c:v>
                </c:pt>
                <c:pt idx="2856">
                  <c:v>44406</c:v>
                </c:pt>
                <c:pt idx="2857">
                  <c:v>44407</c:v>
                </c:pt>
                <c:pt idx="2858">
                  <c:v>44410</c:v>
                </c:pt>
                <c:pt idx="2859">
                  <c:v>44411</c:v>
                </c:pt>
                <c:pt idx="2860">
                  <c:v>44412</c:v>
                </c:pt>
                <c:pt idx="2861">
                  <c:v>44413</c:v>
                </c:pt>
                <c:pt idx="2862">
                  <c:v>44414</c:v>
                </c:pt>
                <c:pt idx="2863">
                  <c:v>44417</c:v>
                </c:pt>
                <c:pt idx="2864">
                  <c:v>44418</c:v>
                </c:pt>
                <c:pt idx="2865">
                  <c:v>44419</c:v>
                </c:pt>
                <c:pt idx="2866">
                  <c:v>44420</c:v>
                </c:pt>
                <c:pt idx="2867">
                  <c:v>44421</c:v>
                </c:pt>
                <c:pt idx="2868">
                  <c:v>44424</c:v>
                </c:pt>
                <c:pt idx="2869">
                  <c:v>44425</c:v>
                </c:pt>
                <c:pt idx="2870">
                  <c:v>44426</c:v>
                </c:pt>
                <c:pt idx="2871">
                  <c:v>44427</c:v>
                </c:pt>
                <c:pt idx="2872">
                  <c:v>44428</c:v>
                </c:pt>
                <c:pt idx="2873">
                  <c:v>44431</c:v>
                </c:pt>
                <c:pt idx="2874">
                  <c:v>44432</c:v>
                </c:pt>
                <c:pt idx="2875">
                  <c:v>44433</c:v>
                </c:pt>
                <c:pt idx="2876">
                  <c:v>44434</c:v>
                </c:pt>
                <c:pt idx="2877">
                  <c:v>44435</c:v>
                </c:pt>
                <c:pt idx="2878">
                  <c:v>44438</c:v>
                </c:pt>
                <c:pt idx="2879">
                  <c:v>44439</c:v>
                </c:pt>
                <c:pt idx="2880">
                  <c:v>44440</c:v>
                </c:pt>
                <c:pt idx="2881">
                  <c:v>44441</c:v>
                </c:pt>
                <c:pt idx="2882">
                  <c:v>44442</c:v>
                </c:pt>
                <c:pt idx="2883">
                  <c:v>44446</c:v>
                </c:pt>
                <c:pt idx="2884">
                  <c:v>44447</c:v>
                </c:pt>
                <c:pt idx="2885">
                  <c:v>44448</c:v>
                </c:pt>
                <c:pt idx="2886">
                  <c:v>44449</c:v>
                </c:pt>
                <c:pt idx="2887">
                  <c:v>44452</c:v>
                </c:pt>
                <c:pt idx="2888">
                  <c:v>44453</c:v>
                </c:pt>
                <c:pt idx="2889">
                  <c:v>44454</c:v>
                </c:pt>
                <c:pt idx="2890">
                  <c:v>44455</c:v>
                </c:pt>
                <c:pt idx="2891">
                  <c:v>44456</c:v>
                </c:pt>
                <c:pt idx="2892">
                  <c:v>44459</c:v>
                </c:pt>
                <c:pt idx="2893">
                  <c:v>44460</c:v>
                </c:pt>
                <c:pt idx="2894">
                  <c:v>44461</c:v>
                </c:pt>
                <c:pt idx="2895">
                  <c:v>44462</c:v>
                </c:pt>
                <c:pt idx="2896">
                  <c:v>44463</c:v>
                </c:pt>
                <c:pt idx="2897">
                  <c:v>44466</c:v>
                </c:pt>
                <c:pt idx="2898">
                  <c:v>44467</c:v>
                </c:pt>
                <c:pt idx="2899">
                  <c:v>44468</c:v>
                </c:pt>
                <c:pt idx="2900">
                  <c:v>44469</c:v>
                </c:pt>
                <c:pt idx="2901">
                  <c:v>44470</c:v>
                </c:pt>
                <c:pt idx="2902">
                  <c:v>44473</c:v>
                </c:pt>
                <c:pt idx="2903">
                  <c:v>44474</c:v>
                </c:pt>
                <c:pt idx="2904">
                  <c:v>44475</c:v>
                </c:pt>
                <c:pt idx="2905">
                  <c:v>44476</c:v>
                </c:pt>
                <c:pt idx="2906">
                  <c:v>44477</c:v>
                </c:pt>
                <c:pt idx="2907">
                  <c:v>44481</c:v>
                </c:pt>
                <c:pt idx="2908">
                  <c:v>44482</c:v>
                </c:pt>
                <c:pt idx="2909">
                  <c:v>44483</c:v>
                </c:pt>
                <c:pt idx="2910">
                  <c:v>44484</c:v>
                </c:pt>
                <c:pt idx="2911">
                  <c:v>44487</c:v>
                </c:pt>
                <c:pt idx="2912">
                  <c:v>44488</c:v>
                </c:pt>
                <c:pt idx="2913">
                  <c:v>44489</c:v>
                </c:pt>
                <c:pt idx="2914">
                  <c:v>44490</c:v>
                </c:pt>
                <c:pt idx="2915">
                  <c:v>44491</c:v>
                </c:pt>
                <c:pt idx="2916">
                  <c:v>44494</c:v>
                </c:pt>
                <c:pt idx="2917">
                  <c:v>44495</c:v>
                </c:pt>
                <c:pt idx="2918">
                  <c:v>44496</c:v>
                </c:pt>
                <c:pt idx="2919">
                  <c:v>44497</c:v>
                </c:pt>
                <c:pt idx="2920">
                  <c:v>44498</c:v>
                </c:pt>
                <c:pt idx="2921">
                  <c:v>44501</c:v>
                </c:pt>
                <c:pt idx="2922">
                  <c:v>44502</c:v>
                </c:pt>
                <c:pt idx="2923">
                  <c:v>44503</c:v>
                </c:pt>
                <c:pt idx="2924">
                  <c:v>44504</c:v>
                </c:pt>
                <c:pt idx="2925">
                  <c:v>44505</c:v>
                </c:pt>
                <c:pt idx="2926">
                  <c:v>44508</c:v>
                </c:pt>
                <c:pt idx="2927">
                  <c:v>44509</c:v>
                </c:pt>
                <c:pt idx="2928">
                  <c:v>44510</c:v>
                </c:pt>
                <c:pt idx="2929">
                  <c:v>44512</c:v>
                </c:pt>
                <c:pt idx="2930">
                  <c:v>44515</c:v>
                </c:pt>
                <c:pt idx="2931">
                  <c:v>44516</c:v>
                </c:pt>
                <c:pt idx="2932">
                  <c:v>44517</c:v>
                </c:pt>
                <c:pt idx="2933">
                  <c:v>44518</c:v>
                </c:pt>
                <c:pt idx="2934">
                  <c:v>44519</c:v>
                </c:pt>
                <c:pt idx="2935">
                  <c:v>44522</c:v>
                </c:pt>
                <c:pt idx="2936">
                  <c:v>44523</c:v>
                </c:pt>
                <c:pt idx="2937">
                  <c:v>44524</c:v>
                </c:pt>
                <c:pt idx="2938">
                  <c:v>44526</c:v>
                </c:pt>
                <c:pt idx="2939">
                  <c:v>44529</c:v>
                </c:pt>
                <c:pt idx="2940">
                  <c:v>44530</c:v>
                </c:pt>
                <c:pt idx="2941">
                  <c:v>44531</c:v>
                </c:pt>
                <c:pt idx="2942">
                  <c:v>44532</c:v>
                </c:pt>
                <c:pt idx="2943">
                  <c:v>44533</c:v>
                </c:pt>
                <c:pt idx="2944">
                  <c:v>44536</c:v>
                </c:pt>
                <c:pt idx="2945">
                  <c:v>44537</c:v>
                </c:pt>
                <c:pt idx="2946">
                  <c:v>44538</c:v>
                </c:pt>
                <c:pt idx="2947">
                  <c:v>44539</c:v>
                </c:pt>
                <c:pt idx="2948">
                  <c:v>44540</c:v>
                </c:pt>
                <c:pt idx="2949">
                  <c:v>44543</c:v>
                </c:pt>
                <c:pt idx="2950">
                  <c:v>44544</c:v>
                </c:pt>
                <c:pt idx="2951">
                  <c:v>44545</c:v>
                </c:pt>
                <c:pt idx="2952">
                  <c:v>44546</c:v>
                </c:pt>
                <c:pt idx="2953">
                  <c:v>44547</c:v>
                </c:pt>
                <c:pt idx="2954">
                  <c:v>44550</c:v>
                </c:pt>
                <c:pt idx="2955">
                  <c:v>44551</c:v>
                </c:pt>
                <c:pt idx="2956">
                  <c:v>44552</c:v>
                </c:pt>
                <c:pt idx="2957">
                  <c:v>44553</c:v>
                </c:pt>
                <c:pt idx="2958">
                  <c:v>44557</c:v>
                </c:pt>
                <c:pt idx="2959">
                  <c:v>44558</c:v>
                </c:pt>
                <c:pt idx="2960">
                  <c:v>44559</c:v>
                </c:pt>
                <c:pt idx="2961">
                  <c:v>44560</c:v>
                </c:pt>
                <c:pt idx="2962">
                  <c:v>44561</c:v>
                </c:pt>
                <c:pt idx="2963">
                  <c:v>44564</c:v>
                </c:pt>
                <c:pt idx="2964">
                  <c:v>44565</c:v>
                </c:pt>
                <c:pt idx="2965">
                  <c:v>44566</c:v>
                </c:pt>
                <c:pt idx="2966">
                  <c:v>44567</c:v>
                </c:pt>
                <c:pt idx="2967">
                  <c:v>44568</c:v>
                </c:pt>
                <c:pt idx="2968">
                  <c:v>44571</c:v>
                </c:pt>
                <c:pt idx="2969">
                  <c:v>44572</c:v>
                </c:pt>
                <c:pt idx="2970">
                  <c:v>44573</c:v>
                </c:pt>
                <c:pt idx="2971">
                  <c:v>44574</c:v>
                </c:pt>
                <c:pt idx="2972">
                  <c:v>44575</c:v>
                </c:pt>
                <c:pt idx="2973">
                  <c:v>44579</c:v>
                </c:pt>
                <c:pt idx="2974">
                  <c:v>44580</c:v>
                </c:pt>
                <c:pt idx="2975">
                  <c:v>44581</c:v>
                </c:pt>
                <c:pt idx="2976">
                  <c:v>44582</c:v>
                </c:pt>
                <c:pt idx="2977">
                  <c:v>44585</c:v>
                </c:pt>
                <c:pt idx="2978">
                  <c:v>44586</c:v>
                </c:pt>
                <c:pt idx="2979">
                  <c:v>44587</c:v>
                </c:pt>
                <c:pt idx="2980">
                  <c:v>44588</c:v>
                </c:pt>
                <c:pt idx="2981">
                  <c:v>44589</c:v>
                </c:pt>
                <c:pt idx="2982">
                  <c:v>44592</c:v>
                </c:pt>
                <c:pt idx="2983">
                  <c:v>44593</c:v>
                </c:pt>
                <c:pt idx="2984">
                  <c:v>44594</c:v>
                </c:pt>
                <c:pt idx="2985">
                  <c:v>44595</c:v>
                </c:pt>
                <c:pt idx="2986">
                  <c:v>44596</c:v>
                </c:pt>
                <c:pt idx="2987">
                  <c:v>44599</c:v>
                </c:pt>
                <c:pt idx="2988">
                  <c:v>44600</c:v>
                </c:pt>
                <c:pt idx="2989">
                  <c:v>44601</c:v>
                </c:pt>
                <c:pt idx="2990">
                  <c:v>44602</c:v>
                </c:pt>
                <c:pt idx="2991">
                  <c:v>44603</c:v>
                </c:pt>
                <c:pt idx="2992">
                  <c:v>44606</c:v>
                </c:pt>
                <c:pt idx="2993">
                  <c:v>44607</c:v>
                </c:pt>
                <c:pt idx="2994">
                  <c:v>44608</c:v>
                </c:pt>
                <c:pt idx="2995">
                  <c:v>44609</c:v>
                </c:pt>
                <c:pt idx="2996">
                  <c:v>44610</c:v>
                </c:pt>
                <c:pt idx="2997">
                  <c:v>44614</c:v>
                </c:pt>
                <c:pt idx="2998">
                  <c:v>44615</c:v>
                </c:pt>
                <c:pt idx="2999">
                  <c:v>44616</c:v>
                </c:pt>
                <c:pt idx="3000">
                  <c:v>44617</c:v>
                </c:pt>
                <c:pt idx="3001">
                  <c:v>44620</c:v>
                </c:pt>
                <c:pt idx="3002">
                  <c:v>44621</c:v>
                </c:pt>
                <c:pt idx="3003">
                  <c:v>44622</c:v>
                </c:pt>
                <c:pt idx="3004">
                  <c:v>44623</c:v>
                </c:pt>
                <c:pt idx="3005">
                  <c:v>44624</c:v>
                </c:pt>
                <c:pt idx="3006">
                  <c:v>44627</c:v>
                </c:pt>
                <c:pt idx="3007">
                  <c:v>44628</c:v>
                </c:pt>
                <c:pt idx="3008">
                  <c:v>44629</c:v>
                </c:pt>
                <c:pt idx="3009">
                  <c:v>44630</c:v>
                </c:pt>
                <c:pt idx="3010">
                  <c:v>44631</c:v>
                </c:pt>
                <c:pt idx="3011">
                  <c:v>44634</c:v>
                </c:pt>
                <c:pt idx="3012">
                  <c:v>44635</c:v>
                </c:pt>
                <c:pt idx="3013">
                  <c:v>44636</c:v>
                </c:pt>
                <c:pt idx="3014">
                  <c:v>44637</c:v>
                </c:pt>
                <c:pt idx="3015">
                  <c:v>44638</c:v>
                </c:pt>
                <c:pt idx="3016">
                  <c:v>44641</c:v>
                </c:pt>
                <c:pt idx="3017">
                  <c:v>44642</c:v>
                </c:pt>
                <c:pt idx="3018">
                  <c:v>44643</c:v>
                </c:pt>
                <c:pt idx="3019">
                  <c:v>44644</c:v>
                </c:pt>
                <c:pt idx="3020">
                  <c:v>44645</c:v>
                </c:pt>
                <c:pt idx="3021">
                  <c:v>44648</c:v>
                </c:pt>
                <c:pt idx="3022">
                  <c:v>44649</c:v>
                </c:pt>
                <c:pt idx="3023">
                  <c:v>44650</c:v>
                </c:pt>
                <c:pt idx="3024">
                  <c:v>44651</c:v>
                </c:pt>
                <c:pt idx="3025">
                  <c:v>44652</c:v>
                </c:pt>
                <c:pt idx="3026">
                  <c:v>44655</c:v>
                </c:pt>
                <c:pt idx="3027">
                  <c:v>44656</c:v>
                </c:pt>
                <c:pt idx="3028">
                  <c:v>44657</c:v>
                </c:pt>
                <c:pt idx="3029">
                  <c:v>44658</c:v>
                </c:pt>
                <c:pt idx="3030">
                  <c:v>44659</c:v>
                </c:pt>
                <c:pt idx="3031">
                  <c:v>44662</c:v>
                </c:pt>
                <c:pt idx="3032">
                  <c:v>44663</c:v>
                </c:pt>
                <c:pt idx="3033">
                  <c:v>44664</c:v>
                </c:pt>
                <c:pt idx="3034">
                  <c:v>44665</c:v>
                </c:pt>
                <c:pt idx="3035">
                  <c:v>44669</c:v>
                </c:pt>
                <c:pt idx="3036">
                  <c:v>44670</c:v>
                </c:pt>
                <c:pt idx="3037">
                  <c:v>44671</c:v>
                </c:pt>
                <c:pt idx="3038">
                  <c:v>44672</c:v>
                </c:pt>
                <c:pt idx="3039">
                  <c:v>44673</c:v>
                </c:pt>
                <c:pt idx="3040">
                  <c:v>44676</c:v>
                </c:pt>
                <c:pt idx="3041">
                  <c:v>44677</c:v>
                </c:pt>
                <c:pt idx="3042">
                  <c:v>44678</c:v>
                </c:pt>
                <c:pt idx="3043">
                  <c:v>44679</c:v>
                </c:pt>
                <c:pt idx="3044">
                  <c:v>44680</c:v>
                </c:pt>
                <c:pt idx="3045">
                  <c:v>44683</c:v>
                </c:pt>
                <c:pt idx="3046">
                  <c:v>44684</c:v>
                </c:pt>
                <c:pt idx="3047">
                  <c:v>44685</c:v>
                </c:pt>
                <c:pt idx="3048">
                  <c:v>44686</c:v>
                </c:pt>
                <c:pt idx="3049">
                  <c:v>44687</c:v>
                </c:pt>
                <c:pt idx="3050">
                  <c:v>44690</c:v>
                </c:pt>
                <c:pt idx="3051">
                  <c:v>44691</c:v>
                </c:pt>
                <c:pt idx="3052">
                  <c:v>44692</c:v>
                </c:pt>
                <c:pt idx="3053">
                  <c:v>44693</c:v>
                </c:pt>
                <c:pt idx="3054">
                  <c:v>44694</c:v>
                </c:pt>
                <c:pt idx="3055">
                  <c:v>44697</c:v>
                </c:pt>
                <c:pt idx="3056">
                  <c:v>44698</c:v>
                </c:pt>
                <c:pt idx="3057">
                  <c:v>44699</c:v>
                </c:pt>
                <c:pt idx="3058">
                  <c:v>44700</c:v>
                </c:pt>
                <c:pt idx="3059">
                  <c:v>44701</c:v>
                </c:pt>
                <c:pt idx="3060">
                  <c:v>44704</c:v>
                </c:pt>
                <c:pt idx="3061">
                  <c:v>44705</c:v>
                </c:pt>
                <c:pt idx="3062">
                  <c:v>44706</c:v>
                </c:pt>
                <c:pt idx="3063">
                  <c:v>44707</c:v>
                </c:pt>
                <c:pt idx="3064">
                  <c:v>44708</c:v>
                </c:pt>
                <c:pt idx="3065">
                  <c:v>44712</c:v>
                </c:pt>
                <c:pt idx="3066">
                  <c:v>44713</c:v>
                </c:pt>
                <c:pt idx="3067">
                  <c:v>44714</c:v>
                </c:pt>
                <c:pt idx="3068">
                  <c:v>44715</c:v>
                </c:pt>
                <c:pt idx="3069">
                  <c:v>44718</c:v>
                </c:pt>
                <c:pt idx="3070">
                  <c:v>44719</c:v>
                </c:pt>
                <c:pt idx="3071">
                  <c:v>44720</c:v>
                </c:pt>
                <c:pt idx="3072">
                  <c:v>44721</c:v>
                </c:pt>
                <c:pt idx="3073">
                  <c:v>44722</c:v>
                </c:pt>
                <c:pt idx="3074">
                  <c:v>44725</c:v>
                </c:pt>
                <c:pt idx="3075">
                  <c:v>44726</c:v>
                </c:pt>
                <c:pt idx="3076">
                  <c:v>44727</c:v>
                </c:pt>
                <c:pt idx="3077">
                  <c:v>44728</c:v>
                </c:pt>
                <c:pt idx="3078">
                  <c:v>44729</c:v>
                </c:pt>
                <c:pt idx="3079">
                  <c:v>44733</c:v>
                </c:pt>
                <c:pt idx="3080">
                  <c:v>44734</c:v>
                </c:pt>
                <c:pt idx="3081">
                  <c:v>44735</c:v>
                </c:pt>
                <c:pt idx="3082">
                  <c:v>44736</c:v>
                </c:pt>
                <c:pt idx="3083">
                  <c:v>44739</c:v>
                </c:pt>
                <c:pt idx="3084">
                  <c:v>44740</c:v>
                </c:pt>
                <c:pt idx="3085">
                  <c:v>44741</c:v>
                </c:pt>
                <c:pt idx="3086">
                  <c:v>44742</c:v>
                </c:pt>
                <c:pt idx="3087">
                  <c:v>44743</c:v>
                </c:pt>
                <c:pt idx="3088">
                  <c:v>44747</c:v>
                </c:pt>
                <c:pt idx="3089">
                  <c:v>44748</c:v>
                </c:pt>
                <c:pt idx="3090">
                  <c:v>44749</c:v>
                </c:pt>
                <c:pt idx="3091">
                  <c:v>44750</c:v>
                </c:pt>
                <c:pt idx="3092">
                  <c:v>44753</c:v>
                </c:pt>
                <c:pt idx="3093">
                  <c:v>44754</c:v>
                </c:pt>
                <c:pt idx="3094">
                  <c:v>44755</c:v>
                </c:pt>
                <c:pt idx="3095">
                  <c:v>44756</c:v>
                </c:pt>
                <c:pt idx="3096">
                  <c:v>44757</c:v>
                </c:pt>
                <c:pt idx="3097">
                  <c:v>44760</c:v>
                </c:pt>
                <c:pt idx="3098">
                  <c:v>44761</c:v>
                </c:pt>
                <c:pt idx="3099">
                  <c:v>44762</c:v>
                </c:pt>
                <c:pt idx="3100">
                  <c:v>44763</c:v>
                </c:pt>
                <c:pt idx="3101">
                  <c:v>44764</c:v>
                </c:pt>
                <c:pt idx="3102">
                  <c:v>44767</c:v>
                </c:pt>
                <c:pt idx="3103">
                  <c:v>44768</c:v>
                </c:pt>
                <c:pt idx="3104">
                  <c:v>44769</c:v>
                </c:pt>
                <c:pt idx="3105">
                  <c:v>44770</c:v>
                </c:pt>
                <c:pt idx="3106">
                  <c:v>44771</c:v>
                </c:pt>
                <c:pt idx="3107">
                  <c:v>44774</c:v>
                </c:pt>
                <c:pt idx="3108">
                  <c:v>44775</c:v>
                </c:pt>
                <c:pt idx="3109">
                  <c:v>44776</c:v>
                </c:pt>
                <c:pt idx="3110">
                  <c:v>44777</c:v>
                </c:pt>
                <c:pt idx="3111">
                  <c:v>44778</c:v>
                </c:pt>
                <c:pt idx="3112">
                  <c:v>44781</c:v>
                </c:pt>
                <c:pt idx="3113">
                  <c:v>44782</c:v>
                </c:pt>
                <c:pt idx="3114">
                  <c:v>44783</c:v>
                </c:pt>
                <c:pt idx="3115">
                  <c:v>44784</c:v>
                </c:pt>
                <c:pt idx="3116">
                  <c:v>44785</c:v>
                </c:pt>
                <c:pt idx="3117">
                  <c:v>44788</c:v>
                </c:pt>
                <c:pt idx="3118">
                  <c:v>44789</c:v>
                </c:pt>
                <c:pt idx="3119">
                  <c:v>44790</c:v>
                </c:pt>
                <c:pt idx="3120">
                  <c:v>44791</c:v>
                </c:pt>
                <c:pt idx="3121">
                  <c:v>44792</c:v>
                </c:pt>
                <c:pt idx="3122">
                  <c:v>44795</c:v>
                </c:pt>
                <c:pt idx="3123">
                  <c:v>44796</c:v>
                </c:pt>
                <c:pt idx="3124">
                  <c:v>44797</c:v>
                </c:pt>
                <c:pt idx="3125">
                  <c:v>44798</c:v>
                </c:pt>
                <c:pt idx="3126">
                  <c:v>44799</c:v>
                </c:pt>
                <c:pt idx="3127">
                  <c:v>44802</c:v>
                </c:pt>
                <c:pt idx="3128">
                  <c:v>44803</c:v>
                </c:pt>
                <c:pt idx="3129">
                  <c:v>44804</c:v>
                </c:pt>
                <c:pt idx="3130">
                  <c:v>44805</c:v>
                </c:pt>
                <c:pt idx="3131">
                  <c:v>44806</c:v>
                </c:pt>
                <c:pt idx="3132">
                  <c:v>44810</c:v>
                </c:pt>
                <c:pt idx="3133">
                  <c:v>44811</c:v>
                </c:pt>
                <c:pt idx="3134">
                  <c:v>44812</c:v>
                </c:pt>
                <c:pt idx="3135">
                  <c:v>44813</c:v>
                </c:pt>
                <c:pt idx="3136">
                  <c:v>44816</c:v>
                </c:pt>
                <c:pt idx="3137">
                  <c:v>44817</c:v>
                </c:pt>
                <c:pt idx="3138">
                  <c:v>44818</c:v>
                </c:pt>
                <c:pt idx="3139">
                  <c:v>44819</c:v>
                </c:pt>
                <c:pt idx="3140">
                  <c:v>44820</c:v>
                </c:pt>
                <c:pt idx="3141">
                  <c:v>44823</c:v>
                </c:pt>
                <c:pt idx="3142">
                  <c:v>44824</c:v>
                </c:pt>
                <c:pt idx="3143">
                  <c:v>44825</c:v>
                </c:pt>
                <c:pt idx="3144">
                  <c:v>44826</c:v>
                </c:pt>
                <c:pt idx="3145">
                  <c:v>44827</c:v>
                </c:pt>
                <c:pt idx="3146">
                  <c:v>44830</c:v>
                </c:pt>
                <c:pt idx="3147">
                  <c:v>44831</c:v>
                </c:pt>
                <c:pt idx="3148">
                  <c:v>44832</c:v>
                </c:pt>
                <c:pt idx="3149">
                  <c:v>44833</c:v>
                </c:pt>
                <c:pt idx="3150">
                  <c:v>44834</c:v>
                </c:pt>
                <c:pt idx="3151">
                  <c:v>44837</c:v>
                </c:pt>
                <c:pt idx="3152">
                  <c:v>44838</c:v>
                </c:pt>
                <c:pt idx="3153">
                  <c:v>44839</c:v>
                </c:pt>
                <c:pt idx="3154">
                  <c:v>44840</c:v>
                </c:pt>
                <c:pt idx="3155">
                  <c:v>44841</c:v>
                </c:pt>
                <c:pt idx="3156">
                  <c:v>44845</c:v>
                </c:pt>
                <c:pt idx="3157">
                  <c:v>44846</c:v>
                </c:pt>
                <c:pt idx="3158">
                  <c:v>44847</c:v>
                </c:pt>
                <c:pt idx="3159">
                  <c:v>44848</c:v>
                </c:pt>
                <c:pt idx="3160">
                  <c:v>44851</c:v>
                </c:pt>
                <c:pt idx="3161">
                  <c:v>44852</c:v>
                </c:pt>
                <c:pt idx="3162">
                  <c:v>44853</c:v>
                </c:pt>
                <c:pt idx="3163">
                  <c:v>44854</c:v>
                </c:pt>
                <c:pt idx="3164">
                  <c:v>44855</c:v>
                </c:pt>
                <c:pt idx="3165">
                  <c:v>44858</c:v>
                </c:pt>
                <c:pt idx="3166">
                  <c:v>44859</c:v>
                </c:pt>
                <c:pt idx="3167">
                  <c:v>44860</c:v>
                </c:pt>
                <c:pt idx="3168">
                  <c:v>44861</c:v>
                </c:pt>
                <c:pt idx="3169">
                  <c:v>44862</c:v>
                </c:pt>
                <c:pt idx="3170">
                  <c:v>44865</c:v>
                </c:pt>
                <c:pt idx="3171">
                  <c:v>44866</c:v>
                </c:pt>
                <c:pt idx="3172">
                  <c:v>44867</c:v>
                </c:pt>
                <c:pt idx="3173">
                  <c:v>44868</c:v>
                </c:pt>
                <c:pt idx="3174">
                  <c:v>44869</c:v>
                </c:pt>
                <c:pt idx="3175">
                  <c:v>44872</c:v>
                </c:pt>
                <c:pt idx="3176">
                  <c:v>44873</c:v>
                </c:pt>
                <c:pt idx="3177">
                  <c:v>44874</c:v>
                </c:pt>
                <c:pt idx="3178">
                  <c:v>44875</c:v>
                </c:pt>
                <c:pt idx="3179">
                  <c:v>44879</c:v>
                </c:pt>
                <c:pt idx="3180">
                  <c:v>44880</c:v>
                </c:pt>
                <c:pt idx="3181">
                  <c:v>44881</c:v>
                </c:pt>
                <c:pt idx="3182">
                  <c:v>44882</c:v>
                </c:pt>
                <c:pt idx="3183">
                  <c:v>44883</c:v>
                </c:pt>
                <c:pt idx="3184">
                  <c:v>44886</c:v>
                </c:pt>
                <c:pt idx="3185">
                  <c:v>44887</c:v>
                </c:pt>
                <c:pt idx="3186">
                  <c:v>44888</c:v>
                </c:pt>
                <c:pt idx="3187">
                  <c:v>44890</c:v>
                </c:pt>
                <c:pt idx="3188">
                  <c:v>44893</c:v>
                </c:pt>
                <c:pt idx="3189">
                  <c:v>44894</c:v>
                </c:pt>
                <c:pt idx="3190">
                  <c:v>44895</c:v>
                </c:pt>
                <c:pt idx="3191">
                  <c:v>44896</c:v>
                </c:pt>
                <c:pt idx="3192">
                  <c:v>44897</c:v>
                </c:pt>
                <c:pt idx="3193">
                  <c:v>44900</c:v>
                </c:pt>
                <c:pt idx="3194">
                  <c:v>44901</c:v>
                </c:pt>
                <c:pt idx="3195">
                  <c:v>44902</c:v>
                </c:pt>
                <c:pt idx="3196">
                  <c:v>44903</c:v>
                </c:pt>
                <c:pt idx="3197">
                  <c:v>44904</c:v>
                </c:pt>
                <c:pt idx="3198">
                  <c:v>44907</c:v>
                </c:pt>
                <c:pt idx="3199">
                  <c:v>44908</c:v>
                </c:pt>
                <c:pt idx="3200">
                  <c:v>44909</c:v>
                </c:pt>
                <c:pt idx="3201">
                  <c:v>44910</c:v>
                </c:pt>
                <c:pt idx="3202">
                  <c:v>44911</c:v>
                </c:pt>
                <c:pt idx="3203">
                  <c:v>44914</c:v>
                </c:pt>
                <c:pt idx="3204">
                  <c:v>44915</c:v>
                </c:pt>
                <c:pt idx="3205">
                  <c:v>44916</c:v>
                </c:pt>
                <c:pt idx="3206">
                  <c:v>44917</c:v>
                </c:pt>
                <c:pt idx="3207">
                  <c:v>44918</c:v>
                </c:pt>
                <c:pt idx="3208">
                  <c:v>44922</c:v>
                </c:pt>
                <c:pt idx="3209">
                  <c:v>44923</c:v>
                </c:pt>
                <c:pt idx="3210">
                  <c:v>44924</c:v>
                </c:pt>
                <c:pt idx="3211">
                  <c:v>44925</c:v>
                </c:pt>
                <c:pt idx="3212">
                  <c:v>44929</c:v>
                </c:pt>
                <c:pt idx="3213">
                  <c:v>44930</c:v>
                </c:pt>
                <c:pt idx="3214">
                  <c:v>44931</c:v>
                </c:pt>
                <c:pt idx="3215">
                  <c:v>44932</c:v>
                </c:pt>
                <c:pt idx="3216">
                  <c:v>44935</c:v>
                </c:pt>
                <c:pt idx="3217">
                  <c:v>44936</c:v>
                </c:pt>
                <c:pt idx="3218">
                  <c:v>44937</c:v>
                </c:pt>
                <c:pt idx="3219">
                  <c:v>44938</c:v>
                </c:pt>
                <c:pt idx="3220">
                  <c:v>44939</c:v>
                </c:pt>
                <c:pt idx="3221">
                  <c:v>44943</c:v>
                </c:pt>
                <c:pt idx="3222">
                  <c:v>44944</c:v>
                </c:pt>
                <c:pt idx="3223">
                  <c:v>44945</c:v>
                </c:pt>
                <c:pt idx="3224">
                  <c:v>44946</c:v>
                </c:pt>
                <c:pt idx="3225">
                  <c:v>44949</c:v>
                </c:pt>
                <c:pt idx="3226">
                  <c:v>44950</c:v>
                </c:pt>
                <c:pt idx="3227">
                  <c:v>44951</c:v>
                </c:pt>
                <c:pt idx="3228">
                  <c:v>44952</c:v>
                </c:pt>
                <c:pt idx="3229">
                  <c:v>44953</c:v>
                </c:pt>
                <c:pt idx="3230">
                  <c:v>44956</c:v>
                </c:pt>
                <c:pt idx="3231">
                  <c:v>44957</c:v>
                </c:pt>
                <c:pt idx="3232">
                  <c:v>44958</c:v>
                </c:pt>
                <c:pt idx="3233">
                  <c:v>44959</c:v>
                </c:pt>
                <c:pt idx="3234">
                  <c:v>44960</c:v>
                </c:pt>
                <c:pt idx="3235">
                  <c:v>44963</c:v>
                </c:pt>
                <c:pt idx="3236">
                  <c:v>44964</c:v>
                </c:pt>
                <c:pt idx="3237">
                  <c:v>44965</c:v>
                </c:pt>
                <c:pt idx="3238">
                  <c:v>44966</c:v>
                </c:pt>
                <c:pt idx="3239">
                  <c:v>44967</c:v>
                </c:pt>
                <c:pt idx="3240">
                  <c:v>44970</c:v>
                </c:pt>
                <c:pt idx="3241">
                  <c:v>44971</c:v>
                </c:pt>
                <c:pt idx="3242">
                  <c:v>44972</c:v>
                </c:pt>
                <c:pt idx="3243">
                  <c:v>44973</c:v>
                </c:pt>
                <c:pt idx="3244">
                  <c:v>44974</c:v>
                </c:pt>
                <c:pt idx="3245">
                  <c:v>44978</c:v>
                </c:pt>
                <c:pt idx="3246">
                  <c:v>44979</c:v>
                </c:pt>
                <c:pt idx="3247">
                  <c:v>44980</c:v>
                </c:pt>
                <c:pt idx="3248">
                  <c:v>44981</c:v>
                </c:pt>
                <c:pt idx="3249">
                  <c:v>44984</c:v>
                </c:pt>
                <c:pt idx="3250">
                  <c:v>44985</c:v>
                </c:pt>
                <c:pt idx="3251">
                  <c:v>44986</c:v>
                </c:pt>
                <c:pt idx="3252">
                  <c:v>44987</c:v>
                </c:pt>
                <c:pt idx="3253">
                  <c:v>44988</c:v>
                </c:pt>
                <c:pt idx="3254">
                  <c:v>44991</c:v>
                </c:pt>
                <c:pt idx="3255">
                  <c:v>44992</c:v>
                </c:pt>
                <c:pt idx="3256">
                  <c:v>44993</c:v>
                </c:pt>
                <c:pt idx="3257">
                  <c:v>44994</c:v>
                </c:pt>
                <c:pt idx="3258">
                  <c:v>44995</c:v>
                </c:pt>
                <c:pt idx="3259">
                  <c:v>44998</c:v>
                </c:pt>
                <c:pt idx="3260">
                  <c:v>44999</c:v>
                </c:pt>
                <c:pt idx="3261">
                  <c:v>45000</c:v>
                </c:pt>
                <c:pt idx="3262">
                  <c:v>45001</c:v>
                </c:pt>
                <c:pt idx="3263">
                  <c:v>45002</c:v>
                </c:pt>
                <c:pt idx="3264">
                  <c:v>45005</c:v>
                </c:pt>
                <c:pt idx="3265">
                  <c:v>45006</c:v>
                </c:pt>
                <c:pt idx="3266">
                  <c:v>45007</c:v>
                </c:pt>
                <c:pt idx="3267">
                  <c:v>45008</c:v>
                </c:pt>
                <c:pt idx="3268">
                  <c:v>45009</c:v>
                </c:pt>
                <c:pt idx="3269">
                  <c:v>45012</c:v>
                </c:pt>
                <c:pt idx="3270">
                  <c:v>45013</c:v>
                </c:pt>
                <c:pt idx="3271">
                  <c:v>45014</c:v>
                </c:pt>
                <c:pt idx="3272">
                  <c:v>45015</c:v>
                </c:pt>
                <c:pt idx="3273">
                  <c:v>45016</c:v>
                </c:pt>
                <c:pt idx="3274">
                  <c:v>45019</c:v>
                </c:pt>
                <c:pt idx="3275">
                  <c:v>45020</c:v>
                </c:pt>
                <c:pt idx="3276">
                  <c:v>45021</c:v>
                </c:pt>
                <c:pt idx="3277">
                  <c:v>45022</c:v>
                </c:pt>
                <c:pt idx="3278">
                  <c:v>45023</c:v>
                </c:pt>
                <c:pt idx="3279">
                  <c:v>45026</c:v>
                </c:pt>
                <c:pt idx="3280">
                  <c:v>45027</c:v>
                </c:pt>
                <c:pt idx="3281">
                  <c:v>45028</c:v>
                </c:pt>
                <c:pt idx="3282">
                  <c:v>45029</c:v>
                </c:pt>
                <c:pt idx="3283">
                  <c:v>45030</c:v>
                </c:pt>
                <c:pt idx="3284">
                  <c:v>45033</c:v>
                </c:pt>
                <c:pt idx="3285">
                  <c:v>45034</c:v>
                </c:pt>
                <c:pt idx="3286">
                  <c:v>45035</c:v>
                </c:pt>
                <c:pt idx="3287">
                  <c:v>45036</c:v>
                </c:pt>
                <c:pt idx="3288">
                  <c:v>45037</c:v>
                </c:pt>
                <c:pt idx="3289">
                  <c:v>45040</c:v>
                </c:pt>
                <c:pt idx="3290">
                  <c:v>45041</c:v>
                </c:pt>
                <c:pt idx="3291">
                  <c:v>45042</c:v>
                </c:pt>
                <c:pt idx="3292">
                  <c:v>45043</c:v>
                </c:pt>
                <c:pt idx="3293">
                  <c:v>45044</c:v>
                </c:pt>
                <c:pt idx="3294">
                  <c:v>45047</c:v>
                </c:pt>
                <c:pt idx="3295">
                  <c:v>45048</c:v>
                </c:pt>
                <c:pt idx="3296">
                  <c:v>45049</c:v>
                </c:pt>
                <c:pt idx="3297">
                  <c:v>45050</c:v>
                </c:pt>
                <c:pt idx="3298">
                  <c:v>45051</c:v>
                </c:pt>
                <c:pt idx="3299">
                  <c:v>45054</c:v>
                </c:pt>
                <c:pt idx="3300">
                  <c:v>45055</c:v>
                </c:pt>
                <c:pt idx="3301">
                  <c:v>45056</c:v>
                </c:pt>
                <c:pt idx="3302">
                  <c:v>45057</c:v>
                </c:pt>
                <c:pt idx="3303">
                  <c:v>45058</c:v>
                </c:pt>
                <c:pt idx="3304">
                  <c:v>45061</c:v>
                </c:pt>
                <c:pt idx="3305">
                  <c:v>45062</c:v>
                </c:pt>
                <c:pt idx="3306">
                  <c:v>45063</c:v>
                </c:pt>
                <c:pt idx="3307">
                  <c:v>45064</c:v>
                </c:pt>
                <c:pt idx="3308">
                  <c:v>45065</c:v>
                </c:pt>
                <c:pt idx="3309">
                  <c:v>45068</c:v>
                </c:pt>
                <c:pt idx="3310">
                  <c:v>45069</c:v>
                </c:pt>
                <c:pt idx="3311">
                  <c:v>45070</c:v>
                </c:pt>
                <c:pt idx="3312">
                  <c:v>45071</c:v>
                </c:pt>
                <c:pt idx="3313">
                  <c:v>45072</c:v>
                </c:pt>
                <c:pt idx="3314">
                  <c:v>45076</c:v>
                </c:pt>
                <c:pt idx="3315">
                  <c:v>45077</c:v>
                </c:pt>
                <c:pt idx="3316">
                  <c:v>45078</c:v>
                </c:pt>
                <c:pt idx="3317">
                  <c:v>45079</c:v>
                </c:pt>
                <c:pt idx="3318">
                  <c:v>45082</c:v>
                </c:pt>
                <c:pt idx="3319">
                  <c:v>45083</c:v>
                </c:pt>
                <c:pt idx="3320">
                  <c:v>45084</c:v>
                </c:pt>
                <c:pt idx="3321">
                  <c:v>45085</c:v>
                </c:pt>
                <c:pt idx="3322">
                  <c:v>45086</c:v>
                </c:pt>
                <c:pt idx="3323">
                  <c:v>45089</c:v>
                </c:pt>
                <c:pt idx="3324">
                  <c:v>45090</c:v>
                </c:pt>
                <c:pt idx="3325">
                  <c:v>45091</c:v>
                </c:pt>
                <c:pt idx="3326">
                  <c:v>45092</c:v>
                </c:pt>
                <c:pt idx="3327">
                  <c:v>45093</c:v>
                </c:pt>
                <c:pt idx="3328">
                  <c:v>45097</c:v>
                </c:pt>
                <c:pt idx="3329">
                  <c:v>45098</c:v>
                </c:pt>
                <c:pt idx="3330">
                  <c:v>45099</c:v>
                </c:pt>
                <c:pt idx="3331">
                  <c:v>45100</c:v>
                </c:pt>
                <c:pt idx="3332">
                  <c:v>45103</c:v>
                </c:pt>
                <c:pt idx="3333">
                  <c:v>45104</c:v>
                </c:pt>
                <c:pt idx="3334">
                  <c:v>45105</c:v>
                </c:pt>
                <c:pt idx="3335">
                  <c:v>45106</c:v>
                </c:pt>
                <c:pt idx="3336">
                  <c:v>45107</c:v>
                </c:pt>
                <c:pt idx="3337">
                  <c:v>45110</c:v>
                </c:pt>
                <c:pt idx="3338">
                  <c:v>45112</c:v>
                </c:pt>
                <c:pt idx="3339">
                  <c:v>45113</c:v>
                </c:pt>
                <c:pt idx="3340">
                  <c:v>45114</c:v>
                </c:pt>
                <c:pt idx="3341">
                  <c:v>45117</c:v>
                </c:pt>
                <c:pt idx="3342">
                  <c:v>45118</c:v>
                </c:pt>
                <c:pt idx="3343">
                  <c:v>45119</c:v>
                </c:pt>
                <c:pt idx="3344">
                  <c:v>45120</c:v>
                </c:pt>
                <c:pt idx="3345">
                  <c:v>45121</c:v>
                </c:pt>
                <c:pt idx="3346">
                  <c:v>45124</c:v>
                </c:pt>
                <c:pt idx="3347">
                  <c:v>45125</c:v>
                </c:pt>
                <c:pt idx="3348">
                  <c:v>45126</c:v>
                </c:pt>
                <c:pt idx="3349">
                  <c:v>45127</c:v>
                </c:pt>
                <c:pt idx="3350">
                  <c:v>45128</c:v>
                </c:pt>
                <c:pt idx="3351">
                  <c:v>45131</c:v>
                </c:pt>
                <c:pt idx="3352">
                  <c:v>45132</c:v>
                </c:pt>
                <c:pt idx="3353">
                  <c:v>45133</c:v>
                </c:pt>
                <c:pt idx="3354">
                  <c:v>45134</c:v>
                </c:pt>
                <c:pt idx="3355">
                  <c:v>45135</c:v>
                </c:pt>
                <c:pt idx="3356">
                  <c:v>45138</c:v>
                </c:pt>
                <c:pt idx="3357">
                  <c:v>45139</c:v>
                </c:pt>
                <c:pt idx="3358">
                  <c:v>45140</c:v>
                </c:pt>
                <c:pt idx="3359">
                  <c:v>45141</c:v>
                </c:pt>
                <c:pt idx="3360">
                  <c:v>45142</c:v>
                </c:pt>
                <c:pt idx="3361">
                  <c:v>45145</c:v>
                </c:pt>
                <c:pt idx="3362">
                  <c:v>45146</c:v>
                </c:pt>
                <c:pt idx="3363">
                  <c:v>45147</c:v>
                </c:pt>
                <c:pt idx="3364">
                  <c:v>45148</c:v>
                </c:pt>
                <c:pt idx="3365">
                  <c:v>45149</c:v>
                </c:pt>
                <c:pt idx="3366">
                  <c:v>45152</c:v>
                </c:pt>
                <c:pt idx="3367">
                  <c:v>45153</c:v>
                </c:pt>
                <c:pt idx="3368">
                  <c:v>45154</c:v>
                </c:pt>
                <c:pt idx="3369">
                  <c:v>45155</c:v>
                </c:pt>
                <c:pt idx="3370">
                  <c:v>45156</c:v>
                </c:pt>
                <c:pt idx="3371">
                  <c:v>45159</c:v>
                </c:pt>
                <c:pt idx="3372">
                  <c:v>45160</c:v>
                </c:pt>
                <c:pt idx="3373">
                  <c:v>45161</c:v>
                </c:pt>
                <c:pt idx="3374">
                  <c:v>45162</c:v>
                </c:pt>
                <c:pt idx="3375">
                  <c:v>45163</c:v>
                </c:pt>
                <c:pt idx="3376">
                  <c:v>45166</c:v>
                </c:pt>
                <c:pt idx="3377">
                  <c:v>45167</c:v>
                </c:pt>
                <c:pt idx="3378">
                  <c:v>45168</c:v>
                </c:pt>
                <c:pt idx="3379">
                  <c:v>45169</c:v>
                </c:pt>
                <c:pt idx="3380">
                  <c:v>45170</c:v>
                </c:pt>
                <c:pt idx="3381">
                  <c:v>45174</c:v>
                </c:pt>
                <c:pt idx="3382">
                  <c:v>45175</c:v>
                </c:pt>
                <c:pt idx="3383">
                  <c:v>45176</c:v>
                </c:pt>
                <c:pt idx="3384">
                  <c:v>45177</c:v>
                </c:pt>
                <c:pt idx="3385">
                  <c:v>45180</c:v>
                </c:pt>
                <c:pt idx="3386">
                  <c:v>45181</c:v>
                </c:pt>
                <c:pt idx="3387">
                  <c:v>45182</c:v>
                </c:pt>
                <c:pt idx="3388">
                  <c:v>45183</c:v>
                </c:pt>
                <c:pt idx="3389">
                  <c:v>45184</c:v>
                </c:pt>
                <c:pt idx="3390">
                  <c:v>45187</c:v>
                </c:pt>
                <c:pt idx="3391">
                  <c:v>45188</c:v>
                </c:pt>
                <c:pt idx="3392">
                  <c:v>45189</c:v>
                </c:pt>
                <c:pt idx="3393">
                  <c:v>45190</c:v>
                </c:pt>
                <c:pt idx="3394">
                  <c:v>45191</c:v>
                </c:pt>
                <c:pt idx="3395">
                  <c:v>45194</c:v>
                </c:pt>
                <c:pt idx="3396">
                  <c:v>45195</c:v>
                </c:pt>
                <c:pt idx="3397">
                  <c:v>45196</c:v>
                </c:pt>
                <c:pt idx="3398">
                  <c:v>45197</c:v>
                </c:pt>
                <c:pt idx="3399">
                  <c:v>45198</c:v>
                </c:pt>
                <c:pt idx="3400">
                  <c:v>45201</c:v>
                </c:pt>
                <c:pt idx="3401">
                  <c:v>45202</c:v>
                </c:pt>
                <c:pt idx="3402">
                  <c:v>45203</c:v>
                </c:pt>
                <c:pt idx="3403">
                  <c:v>45204</c:v>
                </c:pt>
                <c:pt idx="3404">
                  <c:v>45205</c:v>
                </c:pt>
                <c:pt idx="3405">
                  <c:v>45209</c:v>
                </c:pt>
                <c:pt idx="3406">
                  <c:v>45210</c:v>
                </c:pt>
                <c:pt idx="3407">
                  <c:v>45211</c:v>
                </c:pt>
                <c:pt idx="3408">
                  <c:v>45212</c:v>
                </c:pt>
                <c:pt idx="3409">
                  <c:v>45215</c:v>
                </c:pt>
                <c:pt idx="3410">
                  <c:v>45216</c:v>
                </c:pt>
                <c:pt idx="3411">
                  <c:v>45217</c:v>
                </c:pt>
                <c:pt idx="3412">
                  <c:v>45218</c:v>
                </c:pt>
                <c:pt idx="3413">
                  <c:v>45219</c:v>
                </c:pt>
                <c:pt idx="3414">
                  <c:v>45222</c:v>
                </c:pt>
                <c:pt idx="3415">
                  <c:v>45223</c:v>
                </c:pt>
                <c:pt idx="3416">
                  <c:v>45224</c:v>
                </c:pt>
                <c:pt idx="3417">
                  <c:v>45225</c:v>
                </c:pt>
                <c:pt idx="3418">
                  <c:v>45226</c:v>
                </c:pt>
                <c:pt idx="3419">
                  <c:v>45229</c:v>
                </c:pt>
                <c:pt idx="3420">
                  <c:v>45230</c:v>
                </c:pt>
                <c:pt idx="3421">
                  <c:v>45231</c:v>
                </c:pt>
                <c:pt idx="3422">
                  <c:v>45232</c:v>
                </c:pt>
                <c:pt idx="3423">
                  <c:v>45233</c:v>
                </c:pt>
                <c:pt idx="3424">
                  <c:v>45236</c:v>
                </c:pt>
                <c:pt idx="3425">
                  <c:v>45237</c:v>
                </c:pt>
                <c:pt idx="3426">
                  <c:v>45238</c:v>
                </c:pt>
                <c:pt idx="3427">
                  <c:v>45239</c:v>
                </c:pt>
                <c:pt idx="3428">
                  <c:v>45240</c:v>
                </c:pt>
                <c:pt idx="3429">
                  <c:v>45243</c:v>
                </c:pt>
                <c:pt idx="3430">
                  <c:v>45244</c:v>
                </c:pt>
                <c:pt idx="3431">
                  <c:v>45245</c:v>
                </c:pt>
                <c:pt idx="3432">
                  <c:v>45246</c:v>
                </c:pt>
                <c:pt idx="3433">
                  <c:v>45247</c:v>
                </c:pt>
                <c:pt idx="3434">
                  <c:v>45250</c:v>
                </c:pt>
                <c:pt idx="3435">
                  <c:v>45251</c:v>
                </c:pt>
                <c:pt idx="3436">
                  <c:v>45252</c:v>
                </c:pt>
                <c:pt idx="3437">
                  <c:v>45254</c:v>
                </c:pt>
                <c:pt idx="3438">
                  <c:v>45257</c:v>
                </c:pt>
                <c:pt idx="3439">
                  <c:v>45258</c:v>
                </c:pt>
                <c:pt idx="3440">
                  <c:v>45259</c:v>
                </c:pt>
                <c:pt idx="3441">
                  <c:v>45260</c:v>
                </c:pt>
                <c:pt idx="3442">
                  <c:v>45261</c:v>
                </c:pt>
                <c:pt idx="3443">
                  <c:v>45264</c:v>
                </c:pt>
                <c:pt idx="3444">
                  <c:v>45265</c:v>
                </c:pt>
                <c:pt idx="3445">
                  <c:v>45266</c:v>
                </c:pt>
                <c:pt idx="3446">
                  <c:v>45267</c:v>
                </c:pt>
                <c:pt idx="3447">
                  <c:v>45268</c:v>
                </c:pt>
                <c:pt idx="3448">
                  <c:v>45271</c:v>
                </c:pt>
                <c:pt idx="3449">
                  <c:v>45272</c:v>
                </c:pt>
                <c:pt idx="3450">
                  <c:v>45273</c:v>
                </c:pt>
                <c:pt idx="3451">
                  <c:v>45274</c:v>
                </c:pt>
                <c:pt idx="3452">
                  <c:v>45275</c:v>
                </c:pt>
                <c:pt idx="3453">
                  <c:v>45278</c:v>
                </c:pt>
                <c:pt idx="3454">
                  <c:v>45279</c:v>
                </c:pt>
                <c:pt idx="3455">
                  <c:v>45280</c:v>
                </c:pt>
                <c:pt idx="3456">
                  <c:v>45281</c:v>
                </c:pt>
                <c:pt idx="3457">
                  <c:v>45282</c:v>
                </c:pt>
                <c:pt idx="3458">
                  <c:v>45286</c:v>
                </c:pt>
                <c:pt idx="3459">
                  <c:v>45287</c:v>
                </c:pt>
                <c:pt idx="3460">
                  <c:v>45288</c:v>
                </c:pt>
                <c:pt idx="3461">
                  <c:v>45289</c:v>
                </c:pt>
                <c:pt idx="3462">
                  <c:v>45293</c:v>
                </c:pt>
                <c:pt idx="3463">
                  <c:v>45294</c:v>
                </c:pt>
                <c:pt idx="3464">
                  <c:v>45295</c:v>
                </c:pt>
                <c:pt idx="3465">
                  <c:v>45296</c:v>
                </c:pt>
                <c:pt idx="3466">
                  <c:v>45299</c:v>
                </c:pt>
                <c:pt idx="3467">
                  <c:v>45300</c:v>
                </c:pt>
                <c:pt idx="3468">
                  <c:v>45301</c:v>
                </c:pt>
                <c:pt idx="3469">
                  <c:v>45302</c:v>
                </c:pt>
                <c:pt idx="3470">
                  <c:v>45303</c:v>
                </c:pt>
                <c:pt idx="3471">
                  <c:v>45307</c:v>
                </c:pt>
                <c:pt idx="3472">
                  <c:v>45308</c:v>
                </c:pt>
                <c:pt idx="3473">
                  <c:v>45309</c:v>
                </c:pt>
                <c:pt idx="3474">
                  <c:v>45310</c:v>
                </c:pt>
                <c:pt idx="3475">
                  <c:v>45313</c:v>
                </c:pt>
                <c:pt idx="3476">
                  <c:v>45314</c:v>
                </c:pt>
                <c:pt idx="3477">
                  <c:v>45315</c:v>
                </c:pt>
                <c:pt idx="3478">
                  <c:v>45316</c:v>
                </c:pt>
                <c:pt idx="3479">
                  <c:v>45317</c:v>
                </c:pt>
                <c:pt idx="3480">
                  <c:v>45320</c:v>
                </c:pt>
                <c:pt idx="3481">
                  <c:v>45321</c:v>
                </c:pt>
                <c:pt idx="3482">
                  <c:v>45322</c:v>
                </c:pt>
                <c:pt idx="3483">
                  <c:v>45323</c:v>
                </c:pt>
                <c:pt idx="3484">
                  <c:v>45324</c:v>
                </c:pt>
                <c:pt idx="3485">
                  <c:v>45327</c:v>
                </c:pt>
                <c:pt idx="3486">
                  <c:v>45328</c:v>
                </c:pt>
                <c:pt idx="3487">
                  <c:v>45329</c:v>
                </c:pt>
                <c:pt idx="3488">
                  <c:v>45330</c:v>
                </c:pt>
                <c:pt idx="3489">
                  <c:v>45331</c:v>
                </c:pt>
                <c:pt idx="3490">
                  <c:v>45334</c:v>
                </c:pt>
                <c:pt idx="3491">
                  <c:v>45335</c:v>
                </c:pt>
                <c:pt idx="3492">
                  <c:v>45336</c:v>
                </c:pt>
                <c:pt idx="3493">
                  <c:v>45337</c:v>
                </c:pt>
                <c:pt idx="3494">
                  <c:v>45338</c:v>
                </c:pt>
                <c:pt idx="3495">
                  <c:v>45342</c:v>
                </c:pt>
                <c:pt idx="3496">
                  <c:v>45343</c:v>
                </c:pt>
                <c:pt idx="3497">
                  <c:v>45344</c:v>
                </c:pt>
                <c:pt idx="3498">
                  <c:v>45345</c:v>
                </c:pt>
                <c:pt idx="3499">
                  <c:v>45348</c:v>
                </c:pt>
                <c:pt idx="3500">
                  <c:v>45349</c:v>
                </c:pt>
                <c:pt idx="3501">
                  <c:v>45350</c:v>
                </c:pt>
                <c:pt idx="3502">
                  <c:v>45351</c:v>
                </c:pt>
                <c:pt idx="3503">
                  <c:v>45352</c:v>
                </c:pt>
                <c:pt idx="3504">
                  <c:v>45355</c:v>
                </c:pt>
                <c:pt idx="3505">
                  <c:v>45356</c:v>
                </c:pt>
                <c:pt idx="3506">
                  <c:v>45357</c:v>
                </c:pt>
                <c:pt idx="3507">
                  <c:v>45358</c:v>
                </c:pt>
                <c:pt idx="3508">
                  <c:v>45359</c:v>
                </c:pt>
                <c:pt idx="3509">
                  <c:v>45362</c:v>
                </c:pt>
                <c:pt idx="3510">
                  <c:v>45363</c:v>
                </c:pt>
                <c:pt idx="3511">
                  <c:v>45364</c:v>
                </c:pt>
                <c:pt idx="3512">
                  <c:v>45365</c:v>
                </c:pt>
                <c:pt idx="3513">
                  <c:v>45366</c:v>
                </c:pt>
                <c:pt idx="3514">
                  <c:v>45369</c:v>
                </c:pt>
                <c:pt idx="3515">
                  <c:v>45370</c:v>
                </c:pt>
                <c:pt idx="3516">
                  <c:v>45371</c:v>
                </c:pt>
                <c:pt idx="3517">
                  <c:v>45372</c:v>
                </c:pt>
                <c:pt idx="3518">
                  <c:v>45373</c:v>
                </c:pt>
                <c:pt idx="3519">
                  <c:v>45376</c:v>
                </c:pt>
                <c:pt idx="3520">
                  <c:v>45377</c:v>
                </c:pt>
                <c:pt idx="3521">
                  <c:v>45378</c:v>
                </c:pt>
                <c:pt idx="3522">
                  <c:v>45379</c:v>
                </c:pt>
                <c:pt idx="3523">
                  <c:v>45383</c:v>
                </c:pt>
                <c:pt idx="3524">
                  <c:v>45384</c:v>
                </c:pt>
                <c:pt idx="3525">
                  <c:v>45385</c:v>
                </c:pt>
                <c:pt idx="3526">
                  <c:v>45386</c:v>
                </c:pt>
                <c:pt idx="3527">
                  <c:v>45387</c:v>
                </c:pt>
                <c:pt idx="3528">
                  <c:v>45390</c:v>
                </c:pt>
                <c:pt idx="3529">
                  <c:v>45391</c:v>
                </c:pt>
                <c:pt idx="3530">
                  <c:v>45392</c:v>
                </c:pt>
                <c:pt idx="3531">
                  <c:v>45393</c:v>
                </c:pt>
                <c:pt idx="3532">
                  <c:v>45394</c:v>
                </c:pt>
                <c:pt idx="3533">
                  <c:v>45397</c:v>
                </c:pt>
                <c:pt idx="3534">
                  <c:v>45398</c:v>
                </c:pt>
                <c:pt idx="3535">
                  <c:v>45399</c:v>
                </c:pt>
                <c:pt idx="3536">
                  <c:v>45400</c:v>
                </c:pt>
                <c:pt idx="3537">
                  <c:v>45401</c:v>
                </c:pt>
                <c:pt idx="3538">
                  <c:v>45404</c:v>
                </c:pt>
                <c:pt idx="3539">
                  <c:v>45405</c:v>
                </c:pt>
                <c:pt idx="3540">
                  <c:v>45406</c:v>
                </c:pt>
                <c:pt idx="3541">
                  <c:v>45407</c:v>
                </c:pt>
                <c:pt idx="3542">
                  <c:v>45408</c:v>
                </c:pt>
                <c:pt idx="3543">
                  <c:v>45411</c:v>
                </c:pt>
                <c:pt idx="3544">
                  <c:v>45412</c:v>
                </c:pt>
                <c:pt idx="3545">
                  <c:v>45413</c:v>
                </c:pt>
                <c:pt idx="3546">
                  <c:v>45414</c:v>
                </c:pt>
                <c:pt idx="3547">
                  <c:v>45415</c:v>
                </c:pt>
                <c:pt idx="3548">
                  <c:v>45418</c:v>
                </c:pt>
                <c:pt idx="3549">
                  <c:v>45419</c:v>
                </c:pt>
                <c:pt idx="3550">
                  <c:v>45420</c:v>
                </c:pt>
                <c:pt idx="3551">
                  <c:v>45421</c:v>
                </c:pt>
                <c:pt idx="3552">
                  <c:v>45422</c:v>
                </c:pt>
                <c:pt idx="3553">
                  <c:v>45425</c:v>
                </c:pt>
                <c:pt idx="3554">
                  <c:v>45426</c:v>
                </c:pt>
                <c:pt idx="3555">
                  <c:v>45427</c:v>
                </c:pt>
                <c:pt idx="3556">
                  <c:v>45428</c:v>
                </c:pt>
                <c:pt idx="3557">
                  <c:v>45429</c:v>
                </c:pt>
                <c:pt idx="3558">
                  <c:v>45432</c:v>
                </c:pt>
                <c:pt idx="3559">
                  <c:v>45433</c:v>
                </c:pt>
                <c:pt idx="3560">
                  <c:v>45434</c:v>
                </c:pt>
                <c:pt idx="3561">
                  <c:v>45435</c:v>
                </c:pt>
                <c:pt idx="3562">
                  <c:v>45436</c:v>
                </c:pt>
                <c:pt idx="3563">
                  <c:v>45440</c:v>
                </c:pt>
                <c:pt idx="3564">
                  <c:v>45441</c:v>
                </c:pt>
                <c:pt idx="3565">
                  <c:v>45442</c:v>
                </c:pt>
                <c:pt idx="3566">
                  <c:v>45443</c:v>
                </c:pt>
                <c:pt idx="3567">
                  <c:v>45446</c:v>
                </c:pt>
                <c:pt idx="3568">
                  <c:v>45447</c:v>
                </c:pt>
                <c:pt idx="3569">
                  <c:v>45448</c:v>
                </c:pt>
                <c:pt idx="3570">
                  <c:v>45449</c:v>
                </c:pt>
                <c:pt idx="3571">
                  <c:v>45450</c:v>
                </c:pt>
                <c:pt idx="3572">
                  <c:v>45453</c:v>
                </c:pt>
                <c:pt idx="3573">
                  <c:v>45454</c:v>
                </c:pt>
                <c:pt idx="3574">
                  <c:v>45455</c:v>
                </c:pt>
                <c:pt idx="3575">
                  <c:v>45456</c:v>
                </c:pt>
                <c:pt idx="3576">
                  <c:v>45457</c:v>
                </c:pt>
                <c:pt idx="3577">
                  <c:v>45460</c:v>
                </c:pt>
                <c:pt idx="3578">
                  <c:v>45461</c:v>
                </c:pt>
                <c:pt idx="3579">
                  <c:v>45463</c:v>
                </c:pt>
                <c:pt idx="3580">
                  <c:v>45464</c:v>
                </c:pt>
                <c:pt idx="3581">
                  <c:v>45467</c:v>
                </c:pt>
                <c:pt idx="3582">
                  <c:v>45468</c:v>
                </c:pt>
                <c:pt idx="3583">
                  <c:v>45469</c:v>
                </c:pt>
                <c:pt idx="3584">
                  <c:v>45470</c:v>
                </c:pt>
                <c:pt idx="3585">
                  <c:v>45471</c:v>
                </c:pt>
                <c:pt idx="3586">
                  <c:v>45474</c:v>
                </c:pt>
                <c:pt idx="3587">
                  <c:v>45475</c:v>
                </c:pt>
                <c:pt idx="3588">
                  <c:v>45476</c:v>
                </c:pt>
                <c:pt idx="3589">
                  <c:v>45478</c:v>
                </c:pt>
                <c:pt idx="3590">
                  <c:v>45481</c:v>
                </c:pt>
                <c:pt idx="3591">
                  <c:v>45482</c:v>
                </c:pt>
                <c:pt idx="3592">
                  <c:v>45483</c:v>
                </c:pt>
                <c:pt idx="3593">
                  <c:v>45484</c:v>
                </c:pt>
                <c:pt idx="3594">
                  <c:v>45485</c:v>
                </c:pt>
                <c:pt idx="3595">
                  <c:v>45488</c:v>
                </c:pt>
                <c:pt idx="3596">
                  <c:v>45489</c:v>
                </c:pt>
                <c:pt idx="3597">
                  <c:v>45490</c:v>
                </c:pt>
                <c:pt idx="3598">
                  <c:v>45491</c:v>
                </c:pt>
                <c:pt idx="3599">
                  <c:v>45492</c:v>
                </c:pt>
                <c:pt idx="3600">
                  <c:v>45495</c:v>
                </c:pt>
                <c:pt idx="3601">
                  <c:v>45496</c:v>
                </c:pt>
                <c:pt idx="3602">
                  <c:v>45497</c:v>
                </c:pt>
                <c:pt idx="3603">
                  <c:v>45498</c:v>
                </c:pt>
                <c:pt idx="3604">
                  <c:v>45499</c:v>
                </c:pt>
                <c:pt idx="3605">
                  <c:v>45502</c:v>
                </c:pt>
                <c:pt idx="3606">
                  <c:v>45503</c:v>
                </c:pt>
                <c:pt idx="3607">
                  <c:v>45504</c:v>
                </c:pt>
                <c:pt idx="3608">
                  <c:v>45505</c:v>
                </c:pt>
                <c:pt idx="3609">
                  <c:v>45506</c:v>
                </c:pt>
                <c:pt idx="3610">
                  <c:v>45509</c:v>
                </c:pt>
                <c:pt idx="3611">
                  <c:v>45510</c:v>
                </c:pt>
                <c:pt idx="3612">
                  <c:v>45511</c:v>
                </c:pt>
                <c:pt idx="3613">
                  <c:v>45512</c:v>
                </c:pt>
                <c:pt idx="3614">
                  <c:v>45513</c:v>
                </c:pt>
                <c:pt idx="3615">
                  <c:v>45516</c:v>
                </c:pt>
                <c:pt idx="3616">
                  <c:v>45517</c:v>
                </c:pt>
                <c:pt idx="3617">
                  <c:v>45518</c:v>
                </c:pt>
                <c:pt idx="3618">
                  <c:v>45519</c:v>
                </c:pt>
                <c:pt idx="3619">
                  <c:v>45520</c:v>
                </c:pt>
                <c:pt idx="3620">
                  <c:v>45523</c:v>
                </c:pt>
                <c:pt idx="3621">
                  <c:v>45524</c:v>
                </c:pt>
                <c:pt idx="3622">
                  <c:v>45525</c:v>
                </c:pt>
                <c:pt idx="3623">
                  <c:v>45526</c:v>
                </c:pt>
                <c:pt idx="3624">
                  <c:v>45527</c:v>
                </c:pt>
                <c:pt idx="3625">
                  <c:v>45530</c:v>
                </c:pt>
                <c:pt idx="3626">
                  <c:v>45531</c:v>
                </c:pt>
                <c:pt idx="3627">
                  <c:v>45532</c:v>
                </c:pt>
                <c:pt idx="3628">
                  <c:v>45533</c:v>
                </c:pt>
                <c:pt idx="3629">
                  <c:v>45534</c:v>
                </c:pt>
                <c:pt idx="3630">
                  <c:v>45538</c:v>
                </c:pt>
                <c:pt idx="3631">
                  <c:v>45539</c:v>
                </c:pt>
                <c:pt idx="3632">
                  <c:v>45540</c:v>
                </c:pt>
                <c:pt idx="3633">
                  <c:v>45541</c:v>
                </c:pt>
                <c:pt idx="3634">
                  <c:v>45544</c:v>
                </c:pt>
                <c:pt idx="3635">
                  <c:v>45545</c:v>
                </c:pt>
                <c:pt idx="3636">
                  <c:v>45546</c:v>
                </c:pt>
                <c:pt idx="3637">
                  <c:v>45547</c:v>
                </c:pt>
                <c:pt idx="3638">
                  <c:v>45548</c:v>
                </c:pt>
                <c:pt idx="3639">
                  <c:v>45551</c:v>
                </c:pt>
                <c:pt idx="3640">
                  <c:v>45552</c:v>
                </c:pt>
                <c:pt idx="3641">
                  <c:v>45560</c:v>
                </c:pt>
                <c:pt idx="3642">
                  <c:v>45561</c:v>
                </c:pt>
                <c:pt idx="3643">
                  <c:v>45562</c:v>
                </c:pt>
                <c:pt idx="3644">
                  <c:v>45565</c:v>
                </c:pt>
                <c:pt idx="3645">
                  <c:v>45566</c:v>
                </c:pt>
                <c:pt idx="3646">
                  <c:v>45567</c:v>
                </c:pt>
                <c:pt idx="3647">
                  <c:v>45569</c:v>
                </c:pt>
                <c:pt idx="3648">
                  <c:v>45572</c:v>
                </c:pt>
                <c:pt idx="3649">
                  <c:v>45573</c:v>
                </c:pt>
                <c:pt idx="3650">
                  <c:v>45574</c:v>
                </c:pt>
                <c:pt idx="3651">
                  <c:v>45575</c:v>
                </c:pt>
                <c:pt idx="3652">
                  <c:v>45576</c:v>
                </c:pt>
                <c:pt idx="3653">
                  <c:v>45580</c:v>
                </c:pt>
                <c:pt idx="3654">
                  <c:v>45581</c:v>
                </c:pt>
                <c:pt idx="3655">
                  <c:v>45582</c:v>
                </c:pt>
                <c:pt idx="3656">
                  <c:v>45583</c:v>
                </c:pt>
                <c:pt idx="3657">
                  <c:v>45586</c:v>
                </c:pt>
                <c:pt idx="3658">
                  <c:v>45587</c:v>
                </c:pt>
                <c:pt idx="3659">
                  <c:v>45588</c:v>
                </c:pt>
                <c:pt idx="3660">
                  <c:v>45589</c:v>
                </c:pt>
                <c:pt idx="3661">
                  <c:v>45590</c:v>
                </c:pt>
                <c:pt idx="3662">
                  <c:v>45593</c:v>
                </c:pt>
                <c:pt idx="3663">
                  <c:v>45594</c:v>
                </c:pt>
                <c:pt idx="3664">
                  <c:v>45595</c:v>
                </c:pt>
                <c:pt idx="3665">
                  <c:v>45596</c:v>
                </c:pt>
                <c:pt idx="3666">
                  <c:v>45597</c:v>
                </c:pt>
                <c:pt idx="3667">
                  <c:v>45600</c:v>
                </c:pt>
                <c:pt idx="3668">
                  <c:v>45601</c:v>
                </c:pt>
                <c:pt idx="3669">
                  <c:v>45602</c:v>
                </c:pt>
                <c:pt idx="3670">
                  <c:v>45603</c:v>
                </c:pt>
                <c:pt idx="3671">
                  <c:v>45604</c:v>
                </c:pt>
                <c:pt idx="3672">
                  <c:v>45608</c:v>
                </c:pt>
                <c:pt idx="3673">
                  <c:v>45609</c:v>
                </c:pt>
                <c:pt idx="3674">
                  <c:v>45610</c:v>
                </c:pt>
                <c:pt idx="3675">
                  <c:v>45611</c:v>
                </c:pt>
                <c:pt idx="3676">
                  <c:v>45614</c:v>
                </c:pt>
                <c:pt idx="3677">
                  <c:v>45615</c:v>
                </c:pt>
                <c:pt idx="3678">
                  <c:v>45616</c:v>
                </c:pt>
                <c:pt idx="3679">
                  <c:v>45617</c:v>
                </c:pt>
                <c:pt idx="3680">
                  <c:v>45618</c:v>
                </c:pt>
                <c:pt idx="3681">
                  <c:v>45621</c:v>
                </c:pt>
                <c:pt idx="3682">
                  <c:v>45622</c:v>
                </c:pt>
                <c:pt idx="3683">
                  <c:v>45623</c:v>
                </c:pt>
                <c:pt idx="3684">
                  <c:v>45625</c:v>
                </c:pt>
                <c:pt idx="3685">
                  <c:v>45628</c:v>
                </c:pt>
                <c:pt idx="3686">
                  <c:v>45629</c:v>
                </c:pt>
                <c:pt idx="3687">
                  <c:v>45630</c:v>
                </c:pt>
                <c:pt idx="3688">
                  <c:v>45631</c:v>
                </c:pt>
                <c:pt idx="3689">
                  <c:v>45632</c:v>
                </c:pt>
                <c:pt idx="3690">
                  <c:v>45635</c:v>
                </c:pt>
                <c:pt idx="3691">
                  <c:v>45636</c:v>
                </c:pt>
                <c:pt idx="3692">
                  <c:v>45637</c:v>
                </c:pt>
                <c:pt idx="3693">
                  <c:v>45638</c:v>
                </c:pt>
                <c:pt idx="3694">
                  <c:v>45639</c:v>
                </c:pt>
                <c:pt idx="3695">
                  <c:v>45642</c:v>
                </c:pt>
                <c:pt idx="3696">
                  <c:v>45643</c:v>
                </c:pt>
                <c:pt idx="3697">
                  <c:v>45644</c:v>
                </c:pt>
                <c:pt idx="3698">
                  <c:v>45645</c:v>
                </c:pt>
                <c:pt idx="3699">
                  <c:v>45646</c:v>
                </c:pt>
                <c:pt idx="3700">
                  <c:v>45649</c:v>
                </c:pt>
                <c:pt idx="3701">
                  <c:v>45650</c:v>
                </c:pt>
                <c:pt idx="3702">
                  <c:v>45652</c:v>
                </c:pt>
                <c:pt idx="3703">
                  <c:v>45653</c:v>
                </c:pt>
                <c:pt idx="3704">
                  <c:v>45656</c:v>
                </c:pt>
                <c:pt idx="3705">
                  <c:v>45657</c:v>
                </c:pt>
                <c:pt idx="3706">
                  <c:v>45659</c:v>
                </c:pt>
                <c:pt idx="3707">
                  <c:v>45660</c:v>
                </c:pt>
                <c:pt idx="3708">
                  <c:v>45663</c:v>
                </c:pt>
                <c:pt idx="3709">
                  <c:v>45664</c:v>
                </c:pt>
                <c:pt idx="3710">
                  <c:v>45665</c:v>
                </c:pt>
                <c:pt idx="3711">
                  <c:v>45666</c:v>
                </c:pt>
                <c:pt idx="3712">
                  <c:v>45667</c:v>
                </c:pt>
                <c:pt idx="3713">
                  <c:v>45670</c:v>
                </c:pt>
                <c:pt idx="3714">
                  <c:v>45671</c:v>
                </c:pt>
                <c:pt idx="3715">
                  <c:v>45672</c:v>
                </c:pt>
                <c:pt idx="3716">
                  <c:v>45673</c:v>
                </c:pt>
                <c:pt idx="3717">
                  <c:v>45674</c:v>
                </c:pt>
                <c:pt idx="3718">
                  <c:v>45678</c:v>
                </c:pt>
                <c:pt idx="3719">
                  <c:v>45679</c:v>
                </c:pt>
                <c:pt idx="3720">
                  <c:v>45680</c:v>
                </c:pt>
                <c:pt idx="3721">
                  <c:v>45681</c:v>
                </c:pt>
                <c:pt idx="3722">
                  <c:v>45684</c:v>
                </c:pt>
                <c:pt idx="3723">
                  <c:v>45685</c:v>
                </c:pt>
                <c:pt idx="3724">
                  <c:v>45686</c:v>
                </c:pt>
                <c:pt idx="3725">
                  <c:v>45687</c:v>
                </c:pt>
                <c:pt idx="3726">
                  <c:v>45688</c:v>
                </c:pt>
                <c:pt idx="3727">
                  <c:v>45691</c:v>
                </c:pt>
                <c:pt idx="3728">
                  <c:v>45692</c:v>
                </c:pt>
                <c:pt idx="3729">
                  <c:v>45693</c:v>
                </c:pt>
                <c:pt idx="3730">
                  <c:v>45694</c:v>
                </c:pt>
                <c:pt idx="3731">
                  <c:v>45695</c:v>
                </c:pt>
                <c:pt idx="3732">
                  <c:v>45698</c:v>
                </c:pt>
                <c:pt idx="3733">
                  <c:v>45699</c:v>
                </c:pt>
                <c:pt idx="3734">
                  <c:v>45700</c:v>
                </c:pt>
                <c:pt idx="3735">
                  <c:v>45701</c:v>
                </c:pt>
                <c:pt idx="3736">
                  <c:v>45702</c:v>
                </c:pt>
                <c:pt idx="3737">
                  <c:v>45706</c:v>
                </c:pt>
                <c:pt idx="3738">
                  <c:v>45707</c:v>
                </c:pt>
                <c:pt idx="3739">
                  <c:v>45708</c:v>
                </c:pt>
                <c:pt idx="3740">
                  <c:v>45709</c:v>
                </c:pt>
                <c:pt idx="3741">
                  <c:v>45712</c:v>
                </c:pt>
                <c:pt idx="3742">
                  <c:v>45713</c:v>
                </c:pt>
                <c:pt idx="3743">
                  <c:v>45714</c:v>
                </c:pt>
                <c:pt idx="3744">
                  <c:v>45715</c:v>
                </c:pt>
                <c:pt idx="3745">
                  <c:v>45716</c:v>
                </c:pt>
                <c:pt idx="3746">
                  <c:v>45719</c:v>
                </c:pt>
                <c:pt idx="3747">
                  <c:v>45720</c:v>
                </c:pt>
                <c:pt idx="3748">
                  <c:v>45721</c:v>
                </c:pt>
                <c:pt idx="3749">
                  <c:v>45722</c:v>
                </c:pt>
                <c:pt idx="3750">
                  <c:v>45723</c:v>
                </c:pt>
                <c:pt idx="3751">
                  <c:v>45726</c:v>
                </c:pt>
                <c:pt idx="3752">
                  <c:v>45727</c:v>
                </c:pt>
                <c:pt idx="3753">
                  <c:v>45728</c:v>
                </c:pt>
                <c:pt idx="3754">
                  <c:v>45729</c:v>
                </c:pt>
                <c:pt idx="3755">
                  <c:v>45730</c:v>
                </c:pt>
                <c:pt idx="3756">
                  <c:v>45733</c:v>
                </c:pt>
                <c:pt idx="3757">
                  <c:v>45734</c:v>
                </c:pt>
                <c:pt idx="3758">
                  <c:v>45735</c:v>
                </c:pt>
                <c:pt idx="3759">
                  <c:v>45736</c:v>
                </c:pt>
                <c:pt idx="3760">
                  <c:v>45737</c:v>
                </c:pt>
                <c:pt idx="3761">
                  <c:v>45740</c:v>
                </c:pt>
                <c:pt idx="3762">
                  <c:v>45741</c:v>
                </c:pt>
                <c:pt idx="3763">
                  <c:v>45742</c:v>
                </c:pt>
                <c:pt idx="3764">
                  <c:v>45743</c:v>
                </c:pt>
                <c:pt idx="3765">
                  <c:v>45744</c:v>
                </c:pt>
                <c:pt idx="3766">
                  <c:v>45747</c:v>
                </c:pt>
                <c:pt idx="3767">
                  <c:v>45748</c:v>
                </c:pt>
                <c:pt idx="3768">
                  <c:v>45749</c:v>
                </c:pt>
                <c:pt idx="3769">
                  <c:v>45750</c:v>
                </c:pt>
                <c:pt idx="3770">
                  <c:v>45751</c:v>
                </c:pt>
                <c:pt idx="3771">
                  <c:v>45754</c:v>
                </c:pt>
                <c:pt idx="3772">
                  <c:v>45755</c:v>
                </c:pt>
                <c:pt idx="3773">
                  <c:v>45756</c:v>
                </c:pt>
                <c:pt idx="3774">
                  <c:v>45757</c:v>
                </c:pt>
                <c:pt idx="3775">
                  <c:v>45758</c:v>
                </c:pt>
                <c:pt idx="3776">
                  <c:v>45761</c:v>
                </c:pt>
                <c:pt idx="3777">
                  <c:v>45762</c:v>
                </c:pt>
                <c:pt idx="3778">
                  <c:v>45763</c:v>
                </c:pt>
                <c:pt idx="3779">
                  <c:v>45764</c:v>
                </c:pt>
                <c:pt idx="3780">
                  <c:v>45768</c:v>
                </c:pt>
                <c:pt idx="3781">
                  <c:v>45769</c:v>
                </c:pt>
                <c:pt idx="3782">
                  <c:v>45770</c:v>
                </c:pt>
                <c:pt idx="3783">
                  <c:v>45771</c:v>
                </c:pt>
                <c:pt idx="3784">
                  <c:v>45772</c:v>
                </c:pt>
                <c:pt idx="3785">
                  <c:v>45775</c:v>
                </c:pt>
                <c:pt idx="3786">
                  <c:v>45776</c:v>
                </c:pt>
                <c:pt idx="3787">
                  <c:v>45777</c:v>
                </c:pt>
                <c:pt idx="3788">
                  <c:v>45778</c:v>
                </c:pt>
                <c:pt idx="3789">
                  <c:v>45779</c:v>
                </c:pt>
                <c:pt idx="3790">
                  <c:v>45782</c:v>
                </c:pt>
                <c:pt idx="3791">
                  <c:v>45783</c:v>
                </c:pt>
                <c:pt idx="3792">
                  <c:v>45784</c:v>
                </c:pt>
                <c:pt idx="3793">
                  <c:v>45785</c:v>
                </c:pt>
                <c:pt idx="3794">
                  <c:v>45786</c:v>
                </c:pt>
                <c:pt idx="3795">
                  <c:v>45789</c:v>
                </c:pt>
                <c:pt idx="3796">
                  <c:v>45790</c:v>
                </c:pt>
                <c:pt idx="3797">
                  <c:v>45791</c:v>
                </c:pt>
                <c:pt idx="3798">
                  <c:v>45792</c:v>
                </c:pt>
                <c:pt idx="3799">
                  <c:v>45793</c:v>
                </c:pt>
                <c:pt idx="3800">
                  <c:v>45796</c:v>
                </c:pt>
                <c:pt idx="3801">
                  <c:v>45797</c:v>
                </c:pt>
                <c:pt idx="3802">
                  <c:v>45798</c:v>
                </c:pt>
                <c:pt idx="3803">
                  <c:v>45799</c:v>
                </c:pt>
                <c:pt idx="3804">
                  <c:v>45800</c:v>
                </c:pt>
                <c:pt idx="3805">
                  <c:v>45804</c:v>
                </c:pt>
                <c:pt idx="3806">
                  <c:v>45805</c:v>
                </c:pt>
                <c:pt idx="3807">
                  <c:v>45806</c:v>
                </c:pt>
                <c:pt idx="3808">
                  <c:v>45807</c:v>
                </c:pt>
                <c:pt idx="3809">
                  <c:v>45810</c:v>
                </c:pt>
                <c:pt idx="3810">
                  <c:v>45811</c:v>
                </c:pt>
                <c:pt idx="3811">
                  <c:v>45812</c:v>
                </c:pt>
                <c:pt idx="3812">
                  <c:v>45813</c:v>
                </c:pt>
                <c:pt idx="3813">
                  <c:v>45814</c:v>
                </c:pt>
                <c:pt idx="3814">
                  <c:v>45817</c:v>
                </c:pt>
                <c:pt idx="3815">
                  <c:v>45818</c:v>
                </c:pt>
                <c:pt idx="3816">
                  <c:v>45819</c:v>
                </c:pt>
                <c:pt idx="3817">
                  <c:v>45820</c:v>
                </c:pt>
                <c:pt idx="3818">
                  <c:v>45821</c:v>
                </c:pt>
                <c:pt idx="3819">
                  <c:v>45824</c:v>
                </c:pt>
                <c:pt idx="3820">
                  <c:v>45825</c:v>
                </c:pt>
                <c:pt idx="3821">
                  <c:v>45826</c:v>
                </c:pt>
                <c:pt idx="3822">
                  <c:v>45828</c:v>
                </c:pt>
                <c:pt idx="3823">
                  <c:v>45831</c:v>
                </c:pt>
              </c:numCache>
            </c:numRef>
          </c:cat>
          <c:val>
            <c:numRef>
              <c:f>'JMB_Coups(FEBGEN)_Charts'!$BZ$22:$BZ$3845</c:f>
              <c:numCache>
                <c:formatCode>0</c:formatCode>
                <c:ptCount val="3824"/>
                <c:pt idx="0">
                  <c:v>3.064586231046146</c:v>
                </c:pt>
                <c:pt idx="1">
                  <c:v>3.7391208075711653</c:v>
                </c:pt>
                <c:pt idx="2">
                  <c:v>4.6702305262153452</c:v>
                </c:pt>
                <c:pt idx="3">
                  <c:v>4.08336459464957</c:v>
                </c:pt>
                <c:pt idx="4">
                  <c:v>1.4025669120897248</c:v>
                </c:pt>
                <c:pt idx="5">
                  <c:v>2.2497049704195007</c:v>
                </c:pt>
                <c:pt idx="6">
                  <c:v>5.2517814785319921</c:v>
                </c:pt>
                <c:pt idx="7">
                  <c:v>5.7021297343912849</c:v>
                </c:pt>
                <c:pt idx="8">
                  <c:v>5.443306485677283</c:v>
                </c:pt>
                <c:pt idx="9">
                  <c:v>5.4723144847281269</c:v>
                </c:pt>
                <c:pt idx="10">
                  <c:v>5.3082974482838594</c:v>
                </c:pt>
                <c:pt idx="11">
                  <c:v>6.275542977200999</c:v>
                </c:pt>
                <c:pt idx="12">
                  <c:v>6.839256741784105</c:v>
                </c:pt>
                <c:pt idx="13">
                  <c:v>9.209317143601492</c:v>
                </c:pt>
                <c:pt idx="14">
                  <c:v>7.0496128107951499</c:v>
                </c:pt>
                <c:pt idx="15">
                  <c:v>6.5370978373587718</c:v>
                </c:pt>
                <c:pt idx="16">
                  <c:v>7.9629385697424588</c:v>
                </c:pt>
                <c:pt idx="17">
                  <c:v>7.0302445701187004</c:v>
                </c:pt>
                <c:pt idx="18">
                  <c:v>11.147896800402485</c:v>
                </c:pt>
                <c:pt idx="19">
                  <c:v>7.4767363221588319</c:v>
                </c:pt>
                <c:pt idx="20">
                  <c:v>7.0627993156414632</c:v>
                </c:pt>
                <c:pt idx="21">
                  <c:v>6.3054426911863288</c:v>
                </c:pt>
                <c:pt idx="22">
                  <c:v>6.9822338708920419</c:v>
                </c:pt>
                <c:pt idx="23">
                  <c:v>5.6214409342414413</c:v>
                </c:pt>
                <c:pt idx="24">
                  <c:v>5.2119823571302604</c:v>
                </c:pt>
                <c:pt idx="25">
                  <c:v>5.0024506222865135</c:v>
                </c:pt>
                <c:pt idx="26">
                  <c:v>5.7524122335414738</c:v>
                </c:pt>
                <c:pt idx="27">
                  <c:v>4.7434295283499921</c:v>
                </c:pt>
                <c:pt idx="28">
                  <c:v>2.5145717530674894</c:v>
                </c:pt>
                <c:pt idx="29">
                  <c:v>6.9530770348918907</c:v>
                </c:pt>
                <c:pt idx="30">
                  <c:v>5.8518417483708802</c:v>
                </c:pt>
                <c:pt idx="31">
                  <c:v>7.5282193619004971</c:v>
                </c:pt>
                <c:pt idx="32">
                  <c:v>9.4159811854720346</c:v>
                </c:pt>
                <c:pt idx="33">
                  <c:v>6.9464286400822495</c:v>
                </c:pt>
                <c:pt idx="34">
                  <c:v>5.9172611988471644</c:v>
                </c:pt>
                <c:pt idx="35">
                  <c:v>5.1141714313962083</c:v>
                </c:pt>
                <c:pt idx="36">
                  <c:v>4.3704018911767974</c:v>
                </c:pt>
                <c:pt idx="37">
                  <c:v>3.2695063666521911</c:v>
                </c:pt>
                <c:pt idx="38">
                  <c:v>5.5381897752328975</c:v>
                </c:pt>
                <c:pt idx="39">
                  <c:v>5.3511032177888858</c:v>
                </c:pt>
                <c:pt idx="40">
                  <c:v>3.8543154993739819</c:v>
                </c:pt>
                <c:pt idx="41">
                  <c:v>4.4604428940361913</c:v>
                </c:pt>
                <c:pt idx="42">
                  <c:v>9.0133747021861268</c:v>
                </c:pt>
                <c:pt idx="43">
                  <c:v>8.4857828196129894</c:v>
                </c:pt>
                <c:pt idx="44">
                  <c:v>8.4987374641656253</c:v>
                </c:pt>
                <c:pt idx="45">
                  <c:v>6.5960754351079842</c:v>
                </c:pt>
                <c:pt idx="46">
                  <c:v>7.188727606538265</c:v>
                </c:pt>
                <c:pt idx="47">
                  <c:v>6.3086942558012886</c:v>
                </c:pt>
                <c:pt idx="48">
                  <c:v>5.8105105861530859</c:v>
                </c:pt>
                <c:pt idx="49">
                  <c:v>6.4575312679826666</c:v>
                </c:pt>
                <c:pt idx="50">
                  <c:v>4.9073384908967839</c:v>
                </c:pt>
                <c:pt idx="51">
                  <c:v>4.4049450711645868</c:v>
                </c:pt>
                <c:pt idx="52">
                  <c:v>0.43572781763279522</c:v>
                </c:pt>
                <c:pt idx="53">
                  <c:v>3.3721156058092348</c:v>
                </c:pt>
                <c:pt idx="54">
                  <c:v>1.1223790542049805</c:v>
                </c:pt>
                <c:pt idx="55">
                  <c:v>-4.6615440456020245</c:v>
                </c:pt>
                <c:pt idx="56">
                  <c:v>-4.9712577218270937</c:v>
                </c:pt>
                <c:pt idx="57">
                  <c:v>-2.4630363560303792</c:v>
                </c:pt>
                <c:pt idx="58">
                  <c:v>-0.47226817328914805</c:v>
                </c:pt>
                <c:pt idx="59">
                  <c:v>0.60580497056120208</c:v>
                </c:pt>
                <c:pt idx="60">
                  <c:v>3.1726310016440529</c:v>
                </c:pt>
                <c:pt idx="61">
                  <c:v>-0.30777780419869671</c:v>
                </c:pt>
                <c:pt idx="62">
                  <c:v>-1.1547052812812666</c:v>
                </c:pt>
                <c:pt idx="63">
                  <c:v>-1.4673711937110738</c:v>
                </c:pt>
                <c:pt idx="64">
                  <c:v>-0.92423951947176164</c:v>
                </c:pt>
                <c:pt idx="65">
                  <c:v>-3.7851086000723839</c:v>
                </c:pt>
                <c:pt idx="66">
                  <c:v>-2.7859107192024339</c:v>
                </c:pt>
                <c:pt idx="67">
                  <c:v>-2.8320686285368843</c:v>
                </c:pt>
                <c:pt idx="68">
                  <c:v>-1.9129245160112234</c:v>
                </c:pt>
                <c:pt idx="69">
                  <c:v>-1.385710732431491</c:v>
                </c:pt>
                <c:pt idx="70">
                  <c:v>-2.3042795732737176</c:v>
                </c:pt>
                <c:pt idx="71">
                  <c:v>-2.2788650578295453</c:v>
                </c:pt>
                <c:pt idx="72">
                  <c:v>-2.5695476221849383</c:v>
                </c:pt>
                <c:pt idx="73">
                  <c:v>-4.3602446019809378</c:v>
                </c:pt>
                <c:pt idx="74">
                  <c:v>-3.3129247272142273</c:v>
                </c:pt>
                <c:pt idx="75">
                  <c:v>-2.0101393964394383</c:v>
                </c:pt>
                <c:pt idx="76">
                  <c:v>-1.9712718393157154</c:v>
                </c:pt>
                <c:pt idx="77">
                  <c:v>-5.2298300779164286</c:v>
                </c:pt>
                <c:pt idx="78">
                  <c:v>-7.2920904189198481</c:v>
                </c:pt>
                <c:pt idx="79">
                  <c:v>-3.4615937990292203</c:v>
                </c:pt>
                <c:pt idx="80">
                  <c:v>-0.96782568572911032</c:v>
                </c:pt>
                <c:pt idx="81">
                  <c:v>-2.0029606937105768</c:v>
                </c:pt>
                <c:pt idx="82">
                  <c:v>-6.6411886459825773</c:v>
                </c:pt>
                <c:pt idx="83">
                  <c:v>-11.864439170746991</c:v>
                </c:pt>
                <c:pt idx="84">
                  <c:v>-4.0934900990546481</c:v>
                </c:pt>
                <c:pt idx="85">
                  <c:v>-4.2000655978151897</c:v>
                </c:pt>
                <c:pt idx="86">
                  <c:v>-4.2480630609014227</c:v>
                </c:pt>
                <c:pt idx="87">
                  <c:v>-5.1100076492204174</c:v>
                </c:pt>
                <c:pt idx="88">
                  <c:v>-6.0454256191181983</c:v>
                </c:pt>
                <c:pt idx="89">
                  <c:v>-7.4896366706310467</c:v>
                </c:pt>
                <c:pt idx="90">
                  <c:v>-12.948260084534422</c:v>
                </c:pt>
                <c:pt idx="91">
                  <c:v>-10.543179104404302</c:v>
                </c:pt>
                <c:pt idx="92">
                  <c:v>-11.782360798092309</c:v>
                </c:pt>
                <c:pt idx="93">
                  <c:v>-10.948760407427503</c:v>
                </c:pt>
                <c:pt idx="94">
                  <c:v>-17.065965023469243</c:v>
                </c:pt>
                <c:pt idx="95">
                  <c:v>-9.5430677865452509</c:v>
                </c:pt>
                <c:pt idx="96">
                  <c:v>-9.5426544241553302</c:v>
                </c:pt>
                <c:pt idx="97">
                  <c:v>-11.468735153902948</c:v>
                </c:pt>
                <c:pt idx="98">
                  <c:v>-13.223539241398285</c:v>
                </c:pt>
                <c:pt idx="99">
                  <c:v>-9.537380988257059</c:v>
                </c:pt>
                <c:pt idx="100">
                  <c:v>-9.2179796416151234</c:v>
                </c:pt>
                <c:pt idx="101">
                  <c:v>-12.247158407034952</c:v>
                </c:pt>
                <c:pt idx="102">
                  <c:v>-10.037331397269558</c:v>
                </c:pt>
                <c:pt idx="103">
                  <c:v>-6.4824433252878748</c:v>
                </c:pt>
                <c:pt idx="104">
                  <c:v>-7.9334670514521335</c:v>
                </c:pt>
                <c:pt idx="105">
                  <c:v>-9.4557361576268306</c:v>
                </c:pt>
                <c:pt idx="106">
                  <c:v>-10.151441854774919</c:v>
                </c:pt>
                <c:pt idx="107">
                  <c:v>-16.134411508101167</c:v>
                </c:pt>
                <c:pt idx="108">
                  <c:v>-13.886924195336995</c:v>
                </c:pt>
                <c:pt idx="109">
                  <c:v>-14.398887610590762</c:v>
                </c:pt>
                <c:pt idx="110">
                  <c:v>-16.900320711157047</c:v>
                </c:pt>
                <c:pt idx="111">
                  <c:v>-17.980392170670545</c:v>
                </c:pt>
                <c:pt idx="112">
                  <c:v>-19.524917797590987</c:v>
                </c:pt>
                <c:pt idx="113">
                  <c:v>-22.206388919122045</c:v>
                </c:pt>
                <c:pt idx="114">
                  <c:v>-23.351695304220492</c:v>
                </c:pt>
                <c:pt idx="115">
                  <c:v>-23.74336925706087</c:v>
                </c:pt>
                <c:pt idx="116">
                  <c:v>-20.666394637034188</c:v>
                </c:pt>
                <c:pt idx="117">
                  <c:v>-22.183478767132197</c:v>
                </c:pt>
                <c:pt idx="118">
                  <c:v>-19.039163374474924</c:v>
                </c:pt>
                <c:pt idx="119">
                  <c:v>-14.606430238039529</c:v>
                </c:pt>
                <c:pt idx="120">
                  <c:v>-15.060986749767689</c:v>
                </c:pt>
                <c:pt idx="121">
                  <c:v>-15.164745596426179</c:v>
                </c:pt>
                <c:pt idx="122">
                  <c:v>-14.882179370183362</c:v>
                </c:pt>
                <c:pt idx="123">
                  <c:v>-16.021778984390384</c:v>
                </c:pt>
                <c:pt idx="124">
                  <c:v>-14.238346440350288</c:v>
                </c:pt>
                <c:pt idx="125">
                  <c:v>-15.159515233437979</c:v>
                </c:pt>
                <c:pt idx="126">
                  <c:v>-16.820677203898754</c:v>
                </c:pt>
                <c:pt idx="127">
                  <c:v>-16.368605657989963</c:v>
                </c:pt>
                <c:pt idx="128">
                  <c:v>-15.721130492078132</c:v>
                </c:pt>
                <c:pt idx="129">
                  <c:v>-15.896478909385404</c:v>
                </c:pt>
                <c:pt idx="130">
                  <c:v>-17.243120366358543</c:v>
                </c:pt>
                <c:pt idx="131">
                  <c:v>-13.929291233360686</c:v>
                </c:pt>
                <c:pt idx="132">
                  <c:v>-11.548308101515396</c:v>
                </c:pt>
                <c:pt idx="133">
                  <c:v>-13.168375354781933</c:v>
                </c:pt>
                <c:pt idx="134">
                  <c:v>-12.311261201033108</c:v>
                </c:pt>
                <c:pt idx="135">
                  <c:v>-12.947559275104584</c:v>
                </c:pt>
                <c:pt idx="136">
                  <c:v>-14.074769817814747</c:v>
                </c:pt>
                <c:pt idx="137">
                  <c:v>-18.473297515975027</c:v>
                </c:pt>
                <c:pt idx="138">
                  <c:v>-15.643055426047505</c:v>
                </c:pt>
                <c:pt idx="139">
                  <c:v>-14.393469704116082</c:v>
                </c:pt>
                <c:pt idx="140">
                  <c:v>-12.879893582210428</c:v>
                </c:pt>
                <c:pt idx="141">
                  <c:v>-10.926864093789597</c:v>
                </c:pt>
                <c:pt idx="142">
                  <c:v>-7.8277312400094381</c:v>
                </c:pt>
                <c:pt idx="143">
                  <c:v>-9.7011885174262336</c:v>
                </c:pt>
                <c:pt idx="144">
                  <c:v>-9.2244549550010611</c:v>
                </c:pt>
                <c:pt idx="145">
                  <c:v>-11.090034968976759</c:v>
                </c:pt>
                <c:pt idx="146">
                  <c:v>-11.111290883870318</c:v>
                </c:pt>
                <c:pt idx="147">
                  <c:v>-7.7970581144787907</c:v>
                </c:pt>
                <c:pt idx="148">
                  <c:v>-8.2121511629860784</c:v>
                </c:pt>
                <c:pt idx="149">
                  <c:v>-7.5234853208740837</c:v>
                </c:pt>
                <c:pt idx="150">
                  <c:v>-8.1628285529401268</c:v>
                </c:pt>
                <c:pt idx="151">
                  <c:v>-6.2214259176728035</c:v>
                </c:pt>
                <c:pt idx="152">
                  <c:v>-5.6723369709291482</c:v>
                </c:pt>
                <c:pt idx="153">
                  <c:v>-5.9251208777018221</c:v>
                </c:pt>
                <c:pt idx="154">
                  <c:v>-7.1153729597420927</c:v>
                </c:pt>
                <c:pt idx="155">
                  <c:v>-7.5493844402168406</c:v>
                </c:pt>
                <c:pt idx="156">
                  <c:v>-6.5747190473939874</c:v>
                </c:pt>
                <c:pt idx="157">
                  <c:v>-10.909354391502163</c:v>
                </c:pt>
                <c:pt idx="158">
                  <c:v>-7.0279727167153965</c:v>
                </c:pt>
                <c:pt idx="159">
                  <c:v>-6.0156022134613352</c:v>
                </c:pt>
                <c:pt idx="160">
                  <c:v>-7.564866481988112</c:v>
                </c:pt>
                <c:pt idx="161">
                  <c:v>-7.6416323729609381</c:v>
                </c:pt>
                <c:pt idx="162">
                  <c:v>-11.567027074569317</c:v>
                </c:pt>
                <c:pt idx="163">
                  <c:v>-6.0545999825004273</c:v>
                </c:pt>
                <c:pt idx="164">
                  <c:v>-5.6758576535721197</c:v>
                </c:pt>
                <c:pt idx="165">
                  <c:v>-7.7123586064091576</c:v>
                </c:pt>
                <c:pt idx="166">
                  <c:v>-8.8281353004019287</c:v>
                </c:pt>
                <c:pt idx="167">
                  <c:v>-10.045712778432343</c:v>
                </c:pt>
                <c:pt idx="168">
                  <c:v>-11.691492410053545</c:v>
                </c:pt>
                <c:pt idx="169">
                  <c:v>-14.061850493116856</c:v>
                </c:pt>
                <c:pt idx="170">
                  <c:v>-16.885852703740902</c:v>
                </c:pt>
                <c:pt idx="171">
                  <c:v>-16.010587659164969</c:v>
                </c:pt>
                <c:pt idx="172">
                  <c:v>-12.018466363476417</c:v>
                </c:pt>
                <c:pt idx="173">
                  <c:v>-11.984931612962804</c:v>
                </c:pt>
                <c:pt idx="174">
                  <c:v>-10.212071096817279</c:v>
                </c:pt>
                <c:pt idx="175">
                  <c:v>-11.520278447393345</c:v>
                </c:pt>
                <c:pt idx="176">
                  <c:v>-12.166536716177838</c:v>
                </c:pt>
                <c:pt idx="177">
                  <c:v>-11.056677910621616</c:v>
                </c:pt>
                <c:pt idx="178">
                  <c:v>-9.1335684337212975</c:v>
                </c:pt>
                <c:pt idx="179">
                  <c:v>-7.7597487924999413</c:v>
                </c:pt>
                <c:pt idx="180">
                  <c:v>-8.4228187991093506</c:v>
                </c:pt>
                <c:pt idx="181">
                  <c:v>-12.005214381939361</c:v>
                </c:pt>
                <c:pt idx="182">
                  <c:v>-10.174834340827864</c:v>
                </c:pt>
                <c:pt idx="183">
                  <c:v>-10.240158052256728</c:v>
                </c:pt>
                <c:pt idx="184">
                  <c:v>-9.9991342751383918</c:v>
                </c:pt>
                <c:pt idx="185">
                  <c:v>-8.6777222096888877</c:v>
                </c:pt>
                <c:pt idx="186">
                  <c:v>-5.216484138262178</c:v>
                </c:pt>
                <c:pt idx="187">
                  <c:v>-6.2638189410271252</c:v>
                </c:pt>
                <c:pt idx="188">
                  <c:v>-6.7439431880915421</c:v>
                </c:pt>
                <c:pt idx="189">
                  <c:v>-4.5927036865793269</c:v>
                </c:pt>
                <c:pt idx="190">
                  <c:v>-4.7271467363565414</c:v>
                </c:pt>
                <c:pt idx="191">
                  <c:v>-7.8827387061398611</c:v>
                </c:pt>
                <c:pt idx="192">
                  <c:v>-7.6729116134276154</c:v>
                </c:pt>
                <c:pt idx="193">
                  <c:v>-10.70172532375474</c:v>
                </c:pt>
                <c:pt idx="194">
                  <c:v>-10.292473044775562</c:v>
                </c:pt>
                <c:pt idx="195">
                  <c:v>-12.844431176703946</c:v>
                </c:pt>
                <c:pt idx="196">
                  <c:v>-9.3172571111189981</c:v>
                </c:pt>
                <c:pt idx="197">
                  <c:v>-8.350441246292025</c:v>
                </c:pt>
                <c:pt idx="198">
                  <c:v>-10.84770691401993</c:v>
                </c:pt>
                <c:pt idx="199">
                  <c:v>-11.328269438455198</c:v>
                </c:pt>
                <c:pt idx="200">
                  <c:v>-12.458543017263047</c:v>
                </c:pt>
                <c:pt idx="201">
                  <c:v>-10.61763112817637</c:v>
                </c:pt>
                <c:pt idx="202">
                  <c:v>-11.83999315289195</c:v>
                </c:pt>
                <c:pt idx="203">
                  <c:v>-13.184891120658582</c:v>
                </c:pt>
                <c:pt idx="204">
                  <c:v>-12.435416515623444</c:v>
                </c:pt>
                <c:pt idx="205">
                  <c:v>-11.488924353636197</c:v>
                </c:pt>
                <c:pt idx="206">
                  <c:v>-8.2165444619412433</c:v>
                </c:pt>
                <c:pt idx="207">
                  <c:v>-7.3436024603904535</c:v>
                </c:pt>
                <c:pt idx="208">
                  <c:v>-6.3573540998354794</c:v>
                </c:pt>
                <c:pt idx="209">
                  <c:v>-5.7856575169792812</c:v>
                </c:pt>
                <c:pt idx="210">
                  <c:v>-7.55903707893766</c:v>
                </c:pt>
                <c:pt idx="211">
                  <c:v>-8.078350825615999</c:v>
                </c:pt>
                <c:pt idx="212">
                  <c:v>-7.4375507397810097</c:v>
                </c:pt>
                <c:pt idx="213">
                  <c:v>-8.0593284153225504</c:v>
                </c:pt>
                <c:pt idx="214">
                  <c:v>-6.6464614628230834</c:v>
                </c:pt>
                <c:pt idx="215">
                  <c:v>-12.017464576931019</c:v>
                </c:pt>
                <c:pt idx="216">
                  <c:v>-13.635620017339585</c:v>
                </c:pt>
                <c:pt idx="217">
                  <c:v>-10.459120067841253</c:v>
                </c:pt>
                <c:pt idx="218">
                  <c:v>-15.6481130554023</c:v>
                </c:pt>
                <c:pt idx="219">
                  <c:v>-17.057562358909323</c:v>
                </c:pt>
                <c:pt idx="220">
                  <c:v>-19.699469952748053</c:v>
                </c:pt>
                <c:pt idx="221">
                  <c:v>-21.109260763050351</c:v>
                </c:pt>
                <c:pt idx="222">
                  <c:v>-20.861685013725289</c:v>
                </c:pt>
                <c:pt idx="223">
                  <c:v>-18.279024447431226</c:v>
                </c:pt>
                <c:pt idx="224">
                  <c:v>-21.460384404260058</c:v>
                </c:pt>
                <c:pt idx="225">
                  <c:v>-17.272524042770481</c:v>
                </c:pt>
                <c:pt idx="226">
                  <c:v>-19.430472310830922</c:v>
                </c:pt>
                <c:pt idx="227">
                  <c:v>-19.529027811308534</c:v>
                </c:pt>
                <c:pt idx="228">
                  <c:v>-17.954204721864841</c:v>
                </c:pt>
                <c:pt idx="229">
                  <c:v>-20.056512237529581</c:v>
                </c:pt>
                <c:pt idx="230">
                  <c:v>-37.781350116954997</c:v>
                </c:pt>
                <c:pt idx="231">
                  <c:v>-20.224100092088158</c:v>
                </c:pt>
                <c:pt idx="232">
                  <c:v>-20.989689021300102</c:v>
                </c:pt>
                <c:pt idx="233">
                  <c:v>-19.292053003655443</c:v>
                </c:pt>
                <c:pt idx="234">
                  <c:v>-20.04310802123792</c:v>
                </c:pt>
                <c:pt idx="235">
                  <c:v>-22.066071800590958</c:v>
                </c:pt>
                <c:pt idx="236">
                  <c:v>-21.19846985698581</c:v>
                </c:pt>
                <c:pt idx="237">
                  <c:v>-14.77103171683817</c:v>
                </c:pt>
                <c:pt idx="238">
                  <c:v>-14.677062987466346</c:v>
                </c:pt>
                <c:pt idx="239">
                  <c:v>-14.24821935018208</c:v>
                </c:pt>
                <c:pt idx="240">
                  <c:v>-17.544395984571008</c:v>
                </c:pt>
                <c:pt idx="241">
                  <c:v>-16.670966289284269</c:v>
                </c:pt>
                <c:pt idx="242">
                  <c:v>-16.160690438238824</c:v>
                </c:pt>
                <c:pt idx="243">
                  <c:v>-15.047458528771632</c:v>
                </c:pt>
                <c:pt idx="244">
                  <c:v>-15.061877151120584</c:v>
                </c:pt>
                <c:pt idx="245">
                  <c:v>-10.514374810709054</c:v>
                </c:pt>
                <c:pt idx="246">
                  <c:v>-15.24635467226344</c:v>
                </c:pt>
                <c:pt idx="247">
                  <c:v>-15.06644730925651</c:v>
                </c:pt>
                <c:pt idx="248">
                  <c:v>-11.774857356449374</c:v>
                </c:pt>
                <c:pt idx="249">
                  <c:v>-10.794621995723237</c:v>
                </c:pt>
                <c:pt idx="250">
                  <c:v>-10.471463159631238</c:v>
                </c:pt>
                <c:pt idx="251">
                  <c:v>-11.229012675431964</c:v>
                </c:pt>
                <c:pt idx="252">
                  <c:v>-11.651514516210387</c:v>
                </c:pt>
                <c:pt idx="253">
                  <c:v>-12.302618808866896</c:v>
                </c:pt>
                <c:pt idx="254">
                  <c:v>-9.6139703248826791</c:v>
                </c:pt>
                <c:pt idx="255">
                  <c:v>-8.7139687188342094</c:v>
                </c:pt>
                <c:pt idx="256">
                  <c:v>-10.070707422719398</c:v>
                </c:pt>
                <c:pt idx="257">
                  <c:v>-11.278597070100677</c:v>
                </c:pt>
                <c:pt idx="258">
                  <c:v>-11.602201805513825</c:v>
                </c:pt>
                <c:pt idx="259">
                  <c:v>-11.30996192930666</c:v>
                </c:pt>
                <c:pt idx="260">
                  <c:v>-9.9439293616626188</c:v>
                </c:pt>
                <c:pt idx="261">
                  <c:v>-7.9666837995236257</c:v>
                </c:pt>
                <c:pt idx="262">
                  <c:v>-8.3413735109346199</c:v>
                </c:pt>
                <c:pt idx="263">
                  <c:v>-7.2090080379105466</c:v>
                </c:pt>
                <c:pt idx="264">
                  <c:v>-6.5625153594846459</c:v>
                </c:pt>
                <c:pt idx="265">
                  <c:v>-6.5598484344400063</c:v>
                </c:pt>
                <c:pt idx="266">
                  <c:v>-5.509330943527754</c:v>
                </c:pt>
                <c:pt idx="267">
                  <c:v>-5.9653917753230594</c:v>
                </c:pt>
                <c:pt idx="268">
                  <c:v>-5.8027902211992668</c:v>
                </c:pt>
                <c:pt idx="269">
                  <c:v>-5.9522421478586729</c:v>
                </c:pt>
                <c:pt idx="270">
                  <c:v>-7.6290079680935499</c:v>
                </c:pt>
                <c:pt idx="271">
                  <c:v>-8.6759323360862801</c:v>
                </c:pt>
                <c:pt idx="272">
                  <c:v>-10.108150381800126</c:v>
                </c:pt>
                <c:pt idx="273">
                  <c:v>-9.7706554176576468</c:v>
                </c:pt>
                <c:pt idx="274">
                  <c:v>-8.7447807270433948</c:v>
                </c:pt>
                <c:pt idx="275">
                  <c:v>-10.302883709601179</c:v>
                </c:pt>
                <c:pt idx="276">
                  <c:v>-9.561568359887211</c:v>
                </c:pt>
                <c:pt idx="277">
                  <c:v>-11.349045610162229</c:v>
                </c:pt>
                <c:pt idx="278">
                  <c:v>-4.6801850608317572</c:v>
                </c:pt>
                <c:pt idx="279">
                  <c:v>-11.771155348952206</c:v>
                </c:pt>
                <c:pt idx="280">
                  <c:v>-9.5041788469889212</c:v>
                </c:pt>
                <c:pt idx="281">
                  <c:v>-8.7609186642864216</c:v>
                </c:pt>
                <c:pt idx="282">
                  <c:v>-10.470837128826744</c:v>
                </c:pt>
                <c:pt idx="283">
                  <c:v>-7.9262904369472302</c:v>
                </c:pt>
                <c:pt idx="284">
                  <c:v>-6.2042739059664918</c:v>
                </c:pt>
                <c:pt idx="285">
                  <c:v>-7.729280689041282</c:v>
                </c:pt>
                <c:pt idx="286">
                  <c:v>-9.6113113382362663</c:v>
                </c:pt>
                <c:pt idx="287">
                  <c:v>-10.047636058316993</c:v>
                </c:pt>
                <c:pt idx="288">
                  <c:v>-9.5313377165704196</c:v>
                </c:pt>
                <c:pt idx="289">
                  <c:v>-10.694597619881552</c:v>
                </c:pt>
                <c:pt idx="290">
                  <c:v>-10.198172844639924</c:v>
                </c:pt>
                <c:pt idx="291">
                  <c:v>-11.867186361942707</c:v>
                </c:pt>
                <c:pt idx="292">
                  <c:v>-9.7941465768474352</c:v>
                </c:pt>
                <c:pt idx="293">
                  <c:v>-8.4404935719355834</c:v>
                </c:pt>
                <c:pt idx="294">
                  <c:v>-9.5624965618124484</c:v>
                </c:pt>
                <c:pt idx="295">
                  <c:v>-8.0003052272372059</c:v>
                </c:pt>
                <c:pt idx="296">
                  <c:v>-10.656053767642863</c:v>
                </c:pt>
                <c:pt idx="297">
                  <c:v>-8.7968662149328161</c:v>
                </c:pt>
                <c:pt idx="298">
                  <c:v>-7.1102034497091964</c:v>
                </c:pt>
                <c:pt idx="299">
                  <c:v>-8.7648181035125674</c:v>
                </c:pt>
                <c:pt idx="300">
                  <c:v>-8.5461452778838023</c:v>
                </c:pt>
                <c:pt idx="301">
                  <c:v>-9.6224538466917444</c:v>
                </c:pt>
                <c:pt idx="302">
                  <c:v>-10.957199484246175</c:v>
                </c:pt>
                <c:pt idx="303">
                  <c:v>-10.358270097646098</c:v>
                </c:pt>
                <c:pt idx="304">
                  <c:v>-9.1801127486001377</c:v>
                </c:pt>
                <c:pt idx="305">
                  <c:v>-8.6534499423958344</c:v>
                </c:pt>
                <c:pt idx="306">
                  <c:v>-10.328256012347826</c:v>
                </c:pt>
                <c:pt idx="307">
                  <c:v>-13.444421129912902</c:v>
                </c:pt>
                <c:pt idx="308">
                  <c:v>-8.4167224950641923</c:v>
                </c:pt>
                <c:pt idx="309">
                  <c:v>-6.8595945196191224</c:v>
                </c:pt>
                <c:pt idx="310">
                  <c:v>-6.0644168225726176</c:v>
                </c:pt>
                <c:pt idx="311">
                  <c:v>-9.0148584428311125</c:v>
                </c:pt>
                <c:pt idx="312">
                  <c:v>-9.8798595076832711</c:v>
                </c:pt>
                <c:pt idx="313">
                  <c:v>-9.2583726627383385</c:v>
                </c:pt>
                <c:pt idx="314">
                  <c:v>-9.0318883466471966</c:v>
                </c:pt>
                <c:pt idx="315">
                  <c:v>-7.2678730742183681</c:v>
                </c:pt>
                <c:pt idx="316">
                  <c:v>-4.6449422206751869</c:v>
                </c:pt>
                <c:pt idx="317">
                  <c:v>-7.8159276378083717</c:v>
                </c:pt>
                <c:pt idx="318">
                  <c:v>-7.3103591899839415</c:v>
                </c:pt>
                <c:pt idx="319">
                  <c:v>-8.7720553058258286</c:v>
                </c:pt>
                <c:pt idx="320">
                  <c:v>-7.8520780044201679</c:v>
                </c:pt>
                <c:pt idx="321">
                  <c:v>-7.7735796819626835</c:v>
                </c:pt>
                <c:pt idx="322">
                  <c:v>-7.0964687059468723</c:v>
                </c:pt>
                <c:pt idx="323">
                  <c:v>-10.103380381907147</c:v>
                </c:pt>
                <c:pt idx="324">
                  <c:v>-6.8382607958562716</c:v>
                </c:pt>
                <c:pt idx="325">
                  <c:v>-5.3335111574316549</c:v>
                </c:pt>
                <c:pt idx="326">
                  <c:v>-4.2408497778611007</c:v>
                </c:pt>
                <c:pt idx="327">
                  <c:v>-2.5104904233572682</c:v>
                </c:pt>
                <c:pt idx="328">
                  <c:v>-2.5471647038922711</c:v>
                </c:pt>
                <c:pt idx="329">
                  <c:v>-1.264171649867091</c:v>
                </c:pt>
                <c:pt idx="330">
                  <c:v>-1.0205051184068736</c:v>
                </c:pt>
                <c:pt idx="331">
                  <c:v>-1.0373646957129949</c:v>
                </c:pt>
                <c:pt idx="332">
                  <c:v>-1.3627425090259706</c:v>
                </c:pt>
                <c:pt idx="333">
                  <c:v>-0.43899796144309633</c:v>
                </c:pt>
                <c:pt idx="334">
                  <c:v>0.13942095725299453</c:v>
                </c:pt>
                <c:pt idx="335">
                  <c:v>0.4627745500795406</c:v>
                </c:pt>
                <c:pt idx="336">
                  <c:v>0.68006170470474814</c:v>
                </c:pt>
                <c:pt idx="337">
                  <c:v>-1.018109607558106</c:v>
                </c:pt>
                <c:pt idx="338">
                  <c:v>-1.5568169413988926</c:v>
                </c:pt>
                <c:pt idx="339">
                  <c:v>-0.92278223065174103</c:v>
                </c:pt>
                <c:pt idx="340">
                  <c:v>-0.13548263202310551</c:v>
                </c:pt>
                <c:pt idx="341">
                  <c:v>7.1003941025153949E-3</c:v>
                </c:pt>
                <c:pt idx="342">
                  <c:v>-0.93146564213795457</c:v>
                </c:pt>
                <c:pt idx="343">
                  <c:v>-0.84465686994218814</c:v>
                </c:pt>
                <c:pt idx="344">
                  <c:v>-1.5438898587762893</c:v>
                </c:pt>
                <c:pt idx="345">
                  <c:v>-0.53293005736255239</c:v>
                </c:pt>
                <c:pt idx="346">
                  <c:v>1.2278573169035489</c:v>
                </c:pt>
                <c:pt idx="347">
                  <c:v>2.4094293803537603</c:v>
                </c:pt>
                <c:pt idx="348">
                  <c:v>0.99612744013913712</c:v>
                </c:pt>
                <c:pt idx="349">
                  <c:v>0.27837798411882986</c:v>
                </c:pt>
                <c:pt idx="350">
                  <c:v>0.65170343483106663</c:v>
                </c:pt>
                <c:pt idx="351">
                  <c:v>-0.74314640334123183</c:v>
                </c:pt>
                <c:pt idx="352">
                  <c:v>0.17469925986330281</c:v>
                </c:pt>
                <c:pt idx="353">
                  <c:v>-2.6967769947778208</c:v>
                </c:pt>
                <c:pt idx="354">
                  <c:v>-2.6177428905284685</c:v>
                </c:pt>
                <c:pt idx="355">
                  <c:v>-3.8661155089345769</c:v>
                </c:pt>
                <c:pt idx="356">
                  <c:v>-5.8279025711030528</c:v>
                </c:pt>
                <c:pt idx="357">
                  <c:v>-1.2061715395335213</c:v>
                </c:pt>
                <c:pt idx="358">
                  <c:v>-1.7131881535810614</c:v>
                </c:pt>
                <c:pt idx="359">
                  <c:v>-0.99292881274455169</c:v>
                </c:pt>
                <c:pt idx="360">
                  <c:v>-3.8602074662343782</c:v>
                </c:pt>
                <c:pt idx="361">
                  <c:v>-4.5548245063382815</c:v>
                </c:pt>
                <c:pt idx="362">
                  <c:v>-3.7947669361717544</c:v>
                </c:pt>
                <c:pt idx="363">
                  <c:v>-3.4420606523725787</c:v>
                </c:pt>
                <c:pt idx="364">
                  <c:v>-0.20088941085157686</c:v>
                </c:pt>
                <c:pt idx="365">
                  <c:v>-1.6437025495230522</c:v>
                </c:pt>
                <c:pt idx="366">
                  <c:v>-4.0681378568911626</c:v>
                </c:pt>
                <c:pt idx="367">
                  <c:v>-7.3549923264706969</c:v>
                </c:pt>
                <c:pt idx="368">
                  <c:v>-4.8697378909122762</c:v>
                </c:pt>
                <c:pt idx="369">
                  <c:v>-6.5346749084903095</c:v>
                </c:pt>
                <c:pt idx="370">
                  <c:v>-5.859352535694871</c:v>
                </c:pt>
                <c:pt idx="371">
                  <c:v>-5.418146933154727</c:v>
                </c:pt>
                <c:pt idx="372">
                  <c:v>-7.07282054148504</c:v>
                </c:pt>
                <c:pt idx="373">
                  <c:v>-4.7797979745475523</c:v>
                </c:pt>
                <c:pt idx="374">
                  <c:v>-2.675388911750737</c:v>
                </c:pt>
                <c:pt idx="375">
                  <c:v>-1.4289521546678934</c:v>
                </c:pt>
                <c:pt idx="376">
                  <c:v>-2.9719846264849394</c:v>
                </c:pt>
                <c:pt idx="377">
                  <c:v>-7.0442642386869068</c:v>
                </c:pt>
                <c:pt idx="378">
                  <c:v>-5.5061581470037773</c:v>
                </c:pt>
                <c:pt idx="379">
                  <c:v>-7.6626276571791614</c:v>
                </c:pt>
                <c:pt idx="380">
                  <c:v>-6.6088863673691911</c:v>
                </c:pt>
                <c:pt idx="381">
                  <c:v>-6.5168260718165811</c:v>
                </c:pt>
                <c:pt idx="382">
                  <c:v>-9.163018456382261</c:v>
                </c:pt>
                <c:pt idx="383">
                  <c:v>-10.384857720657447</c:v>
                </c:pt>
                <c:pt idx="384">
                  <c:v>-12.227064952159839</c:v>
                </c:pt>
                <c:pt idx="385">
                  <c:v>-11.20412209743688</c:v>
                </c:pt>
                <c:pt idx="386">
                  <c:v>-13.776539829076203</c:v>
                </c:pt>
                <c:pt idx="387">
                  <c:v>-13.263573372205045</c:v>
                </c:pt>
                <c:pt idx="388">
                  <c:v>-8.5369450700332941</c:v>
                </c:pt>
                <c:pt idx="389">
                  <c:v>-8.6552550136147879</c:v>
                </c:pt>
                <c:pt idx="390">
                  <c:v>-5.6477917580713566</c:v>
                </c:pt>
                <c:pt idx="391">
                  <c:v>-7.89374025508938</c:v>
                </c:pt>
                <c:pt idx="392">
                  <c:v>-3.4392967827316454</c:v>
                </c:pt>
                <c:pt idx="393">
                  <c:v>-9.9882467773397643</c:v>
                </c:pt>
                <c:pt idx="394">
                  <c:v>-4.2534083728745884</c:v>
                </c:pt>
                <c:pt idx="395">
                  <c:v>-5.1214271480144049</c:v>
                </c:pt>
                <c:pt idx="396">
                  <c:v>-9.7002420388961248</c:v>
                </c:pt>
                <c:pt idx="397">
                  <c:v>-19.58198021919479</c:v>
                </c:pt>
                <c:pt idx="398">
                  <c:v>-15.044877053274696</c:v>
                </c:pt>
                <c:pt idx="399">
                  <c:v>-17.849681605685607</c:v>
                </c:pt>
                <c:pt idx="400">
                  <c:v>-14.106804494146573</c:v>
                </c:pt>
                <c:pt idx="401">
                  <c:v>-14.481316616874281</c:v>
                </c:pt>
                <c:pt idx="402">
                  <c:v>-15.059833936728992</c:v>
                </c:pt>
                <c:pt idx="403">
                  <c:v>-14.137917621788912</c:v>
                </c:pt>
                <c:pt idx="404">
                  <c:v>-14.186932979642648</c:v>
                </c:pt>
                <c:pt idx="405">
                  <c:v>-15.604471773725159</c:v>
                </c:pt>
                <c:pt idx="406">
                  <c:v>-16.377919708608015</c:v>
                </c:pt>
                <c:pt idx="407">
                  <c:v>-11.756326914544157</c:v>
                </c:pt>
                <c:pt idx="408">
                  <c:v>-10.914855773482689</c:v>
                </c:pt>
                <c:pt idx="409">
                  <c:v>-11.436002753232788</c:v>
                </c:pt>
                <c:pt idx="410">
                  <c:v>-11.318617471407091</c:v>
                </c:pt>
                <c:pt idx="411">
                  <c:v>-12.733858299482357</c:v>
                </c:pt>
                <c:pt idx="412">
                  <c:v>-11.919197584495819</c:v>
                </c:pt>
                <c:pt idx="413">
                  <c:v>-13.221142619164535</c:v>
                </c:pt>
                <c:pt idx="414">
                  <c:v>-12.98062823656203</c:v>
                </c:pt>
                <c:pt idx="415">
                  <c:v>-14.69443333875687</c:v>
                </c:pt>
                <c:pt idx="416">
                  <c:v>-12.691298594353878</c:v>
                </c:pt>
                <c:pt idx="417">
                  <c:v>-9.5310417910506082</c:v>
                </c:pt>
                <c:pt idx="418">
                  <c:v>-11.718209909740217</c:v>
                </c:pt>
                <c:pt idx="419">
                  <c:v>-13.584519774874703</c:v>
                </c:pt>
                <c:pt idx="420">
                  <c:v>-14.89754436729492</c:v>
                </c:pt>
                <c:pt idx="421">
                  <c:v>-15.449817092945807</c:v>
                </c:pt>
                <c:pt idx="422">
                  <c:v>-13.762707274261537</c:v>
                </c:pt>
                <c:pt idx="423">
                  <c:v>-13.015422136799476</c:v>
                </c:pt>
                <c:pt idx="424">
                  <c:v>-13.005293210603305</c:v>
                </c:pt>
                <c:pt idx="425">
                  <c:v>-14.20447496898467</c:v>
                </c:pt>
                <c:pt idx="426">
                  <c:v>-14.788049103865724</c:v>
                </c:pt>
                <c:pt idx="427">
                  <c:v>-19.011832818320883</c:v>
                </c:pt>
                <c:pt idx="428">
                  <c:v>-17.624395624847711</c:v>
                </c:pt>
                <c:pt idx="429">
                  <c:v>-18.517256848761509</c:v>
                </c:pt>
                <c:pt idx="430">
                  <c:v>-17.910035005552768</c:v>
                </c:pt>
                <c:pt idx="431">
                  <c:v>-19.063426708171551</c:v>
                </c:pt>
                <c:pt idx="432">
                  <c:v>-17.721431787869538</c:v>
                </c:pt>
                <c:pt idx="433">
                  <c:v>-13.072418433862453</c:v>
                </c:pt>
                <c:pt idx="434">
                  <c:v>-14.488071835366043</c:v>
                </c:pt>
                <c:pt idx="435">
                  <c:v>-15.931550370000217</c:v>
                </c:pt>
                <c:pt idx="436">
                  <c:v>-17.592390191705334</c:v>
                </c:pt>
                <c:pt idx="437">
                  <c:v>-21.496341841854644</c:v>
                </c:pt>
                <c:pt idx="438">
                  <c:v>-19.62540373600919</c:v>
                </c:pt>
                <c:pt idx="439">
                  <c:v>-21.648880289036466</c:v>
                </c:pt>
                <c:pt idx="440">
                  <c:v>-22.404267264608862</c:v>
                </c:pt>
                <c:pt idx="441">
                  <c:v>-19.487212640550897</c:v>
                </c:pt>
                <c:pt idx="442">
                  <c:v>-19.091061320177968</c:v>
                </c:pt>
                <c:pt idx="443">
                  <c:v>-20.891799655068692</c:v>
                </c:pt>
                <c:pt idx="444">
                  <c:v>-18.907908317348163</c:v>
                </c:pt>
                <c:pt idx="445">
                  <c:v>-20.020536708984597</c:v>
                </c:pt>
                <c:pt idx="446">
                  <c:v>-19.448323988491225</c:v>
                </c:pt>
                <c:pt idx="447">
                  <c:v>-20.501906353614643</c:v>
                </c:pt>
                <c:pt idx="448">
                  <c:v>-18.516925684432302</c:v>
                </c:pt>
                <c:pt idx="449">
                  <c:v>-20.273615373359767</c:v>
                </c:pt>
                <c:pt idx="450">
                  <c:v>-24.842931827849362</c:v>
                </c:pt>
                <c:pt idx="451">
                  <c:v>-22.393135668471842</c:v>
                </c:pt>
                <c:pt idx="452">
                  <c:v>-17.41502323614241</c:v>
                </c:pt>
                <c:pt idx="453">
                  <c:v>-17.668143538926739</c:v>
                </c:pt>
                <c:pt idx="454">
                  <c:v>-19.501006470999947</c:v>
                </c:pt>
                <c:pt idx="455">
                  <c:v>-20.216339465638633</c:v>
                </c:pt>
                <c:pt idx="456">
                  <c:v>-18.47917986997312</c:v>
                </c:pt>
                <c:pt idx="457">
                  <c:v>-20.864953407098191</c:v>
                </c:pt>
                <c:pt idx="458">
                  <c:v>-20.44935490098484</c:v>
                </c:pt>
                <c:pt idx="459">
                  <c:v>-17.80292081894039</c:v>
                </c:pt>
                <c:pt idx="460">
                  <c:v>-17.973889931661468</c:v>
                </c:pt>
                <c:pt idx="461">
                  <c:v>-15.635917025903581</c:v>
                </c:pt>
                <c:pt idx="462">
                  <c:v>-17.023641842777472</c:v>
                </c:pt>
                <c:pt idx="463">
                  <c:v>-14.845246023025965</c:v>
                </c:pt>
                <c:pt idx="464">
                  <c:v>-15.326742073691506</c:v>
                </c:pt>
                <c:pt idx="465">
                  <c:v>-17.7304072282679</c:v>
                </c:pt>
                <c:pt idx="466">
                  <c:v>-16.098692365459335</c:v>
                </c:pt>
                <c:pt idx="467">
                  <c:v>-16.54060578998682</c:v>
                </c:pt>
                <c:pt idx="468">
                  <c:v>-13.988133923423106</c:v>
                </c:pt>
                <c:pt idx="469">
                  <c:v>-15.975536277383235</c:v>
                </c:pt>
                <c:pt idx="470">
                  <c:v>-15.801675760309855</c:v>
                </c:pt>
                <c:pt idx="471">
                  <c:v>-15.558448403112742</c:v>
                </c:pt>
                <c:pt idx="472">
                  <c:v>-11.309543214100167</c:v>
                </c:pt>
                <c:pt idx="473">
                  <c:v>-13.528683976064819</c:v>
                </c:pt>
                <c:pt idx="474">
                  <c:v>-12.591310182804285</c:v>
                </c:pt>
                <c:pt idx="475">
                  <c:v>-11.648293542654635</c:v>
                </c:pt>
                <c:pt idx="476">
                  <c:v>-14.124326566125738</c:v>
                </c:pt>
                <c:pt idx="477">
                  <c:v>-12.979847058251153</c:v>
                </c:pt>
                <c:pt idx="478">
                  <c:v>-14.004047597321076</c:v>
                </c:pt>
                <c:pt idx="479">
                  <c:v>-13.504025930863229</c:v>
                </c:pt>
                <c:pt idx="480">
                  <c:v>-11.215015781213012</c:v>
                </c:pt>
                <c:pt idx="481">
                  <c:v>-10.665130251105474</c:v>
                </c:pt>
                <c:pt idx="482">
                  <c:v>-14.120646788053698</c:v>
                </c:pt>
                <c:pt idx="483">
                  <c:v>-15.574477632774531</c:v>
                </c:pt>
                <c:pt idx="484">
                  <c:v>-14.707462472360639</c:v>
                </c:pt>
                <c:pt idx="485">
                  <c:v>-14.987958252763477</c:v>
                </c:pt>
                <c:pt idx="486">
                  <c:v>-15.991167958662636</c:v>
                </c:pt>
                <c:pt idx="487">
                  <c:v>-16.27867071719713</c:v>
                </c:pt>
                <c:pt idx="488">
                  <c:v>-17.329577627654118</c:v>
                </c:pt>
                <c:pt idx="489">
                  <c:v>-16.62653758196489</c:v>
                </c:pt>
                <c:pt idx="490">
                  <c:v>-19.979862201165737</c:v>
                </c:pt>
                <c:pt idx="491">
                  <c:v>-18.825830889024559</c:v>
                </c:pt>
                <c:pt idx="492">
                  <c:v>-20.12922531855753</c:v>
                </c:pt>
                <c:pt idx="493">
                  <c:v>-18.913181630161947</c:v>
                </c:pt>
                <c:pt idx="494">
                  <c:v>-18.800366454034787</c:v>
                </c:pt>
                <c:pt idx="495">
                  <c:v>-18.204515106078436</c:v>
                </c:pt>
                <c:pt idx="496">
                  <c:v>-18.514563518408437</c:v>
                </c:pt>
                <c:pt idx="497">
                  <c:v>-19.748869568625697</c:v>
                </c:pt>
                <c:pt idx="498">
                  <c:v>-18.194380135903</c:v>
                </c:pt>
                <c:pt idx="499">
                  <c:v>-17.146771345089853</c:v>
                </c:pt>
                <c:pt idx="500">
                  <c:v>-18.045974353965146</c:v>
                </c:pt>
                <c:pt idx="501">
                  <c:v>-17.093751091052891</c:v>
                </c:pt>
                <c:pt idx="502">
                  <c:v>-15.87550240806506</c:v>
                </c:pt>
                <c:pt idx="503">
                  <c:v>-15.950500659629324</c:v>
                </c:pt>
                <c:pt idx="504">
                  <c:v>-16.225980960497026</c:v>
                </c:pt>
                <c:pt idx="505">
                  <c:v>-15.550271486803915</c:v>
                </c:pt>
                <c:pt idx="506">
                  <c:v>-15.289105321576915</c:v>
                </c:pt>
                <c:pt idx="507">
                  <c:v>-13.360036555246179</c:v>
                </c:pt>
                <c:pt idx="508">
                  <c:v>-12.927124816025469</c:v>
                </c:pt>
                <c:pt idx="509">
                  <c:v>-11.637995219207756</c:v>
                </c:pt>
                <c:pt idx="510">
                  <c:v>-12.162443151880577</c:v>
                </c:pt>
                <c:pt idx="511">
                  <c:v>-9.7187701537870019</c:v>
                </c:pt>
                <c:pt idx="512">
                  <c:v>-10.512709754203147</c:v>
                </c:pt>
                <c:pt idx="513">
                  <c:v>-9.410627373957233</c:v>
                </c:pt>
                <c:pt idx="514">
                  <c:v>-8.9275440428143433</c:v>
                </c:pt>
                <c:pt idx="515">
                  <c:v>-9.9529218221921596</c:v>
                </c:pt>
                <c:pt idx="516">
                  <c:v>-9.3942482662980851</c:v>
                </c:pt>
                <c:pt idx="517">
                  <c:v>-12.97125861186429</c:v>
                </c:pt>
                <c:pt idx="518">
                  <c:v>-11.841276635445048</c:v>
                </c:pt>
                <c:pt idx="519">
                  <c:v>-14.794406097449453</c:v>
                </c:pt>
                <c:pt idx="520">
                  <c:v>-13.563362626662059</c:v>
                </c:pt>
                <c:pt idx="521">
                  <c:v>-13.199437630532472</c:v>
                </c:pt>
                <c:pt idx="522">
                  <c:v>-13.323201186535094</c:v>
                </c:pt>
                <c:pt idx="523">
                  <c:v>-14.555751996143712</c:v>
                </c:pt>
                <c:pt idx="524">
                  <c:v>-13.574969249155966</c:v>
                </c:pt>
                <c:pt idx="525">
                  <c:v>-12.976574075136405</c:v>
                </c:pt>
                <c:pt idx="526">
                  <c:v>-13.058046850140204</c:v>
                </c:pt>
                <c:pt idx="527">
                  <c:v>-14.242032285988049</c:v>
                </c:pt>
                <c:pt idx="528">
                  <c:v>-14.629370866503525</c:v>
                </c:pt>
                <c:pt idx="529">
                  <c:v>-15.508857345349274</c:v>
                </c:pt>
                <c:pt idx="530">
                  <c:v>-13.761948246637097</c:v>
                </c:pt>
                <c:pt idx="531">
                  <c:v>-11.246328223388893</c:v>
                </c:pt>
                <c:pt idx="532">
                  <c:v>-12.916566194521856</c:v>
                </c:pt>
                <c:pt idx="533">
                  <c:v>-12.120873933373264</c:v>
                </c:pt>
                <c:pt idx="534">
                  <c:v>-11.588620092303632</c:v>
                </c:pt>
                <c:pt idx="535">
                  <c:v>-14.67048951217193</c:v>
                </c:pt>
                <c:pt idx="536">
                  <c:v>-13.899079093971512</c:v>
                </c:pt>
                <c:pt idx="537">
                  <c:v>-12.976339844127356</c:v>
                </c:pt>
                <c:pt idx="538">
                  <c:v>-14.868025647665934</c:v>
                </c:pt>
                <c:pt idx="539">
                  <c:v>-16.084811087269234</c:v>
                </c:pt>
                <c:pt idx="540">
                  <c:v>-13.969002234813733</c:v>
                </c:pt>
                <c:pt idx="541">
                  <c:v>-13.204573016132677</c:v>
                </c:pt>
                <c:pt idx="542">
                  <c:v>-12.863954463262964</c:v>
                </c:pt>
                <c:pt idx="543">
                  <c:v>-13.547796421072274</c:v>
                </c:pt>
                <c:pt idx="544">
                  <c:v>-8.8472396798732333</c:v>
                </c:pt>
                <c:pt idx="545">
                  <c:v>-11.125697980425787</c:v>
                </c:pt>
                <c:pt idx="546">
                  <c:v>-12.311483925702372</c:v>
                </c:pt>
                <c:pt idx="547">
                  <c:v>-13.153230985047372</c:v>
                </c:pt>
                <c:pt idx="548">
                  <c:v>-13.784869640554152</c:v>
                </c:pt>
                <c:pt idx="549">
                  <c:v>-13.273238594533833</c:v>
                </c:pt>
                <c:pt idx="550">
                  <c:v>-14.184486988807834</c:v>
                </c:pt>
                <c:pt idx="551">
                  <c:v>-14.069158529319424</c:v>
                </c:pt>
                <c:pt idx="552">
                  <c:v>-12.590474513608591</c:v>
                </c:pt>
                <c:pt idx="553">
                  <c:v>-15.080336802489452</c:v>
                </c:pt>
                <c:pt idx="554">
                  <c:v>-14.058793163505168</c:v>
                </c:pt>
                <c:pt idx="555">
                  <c:v>-13.994875680522682</c:v>
                </c:pt>
                <c:pt idx="556">
                  <c:v>-14.347013690940077</c:v>
                </c:pt>
                <c:pt idx="557">
                  <c:v>-13.964179455682473</c:v>
                </c:pt>
                <c:pt idx="558">
                  <c:v>-10.248907148322662</c:v>
                </c:pt>
                <c:pt idx="559">
                  <c:v>-12.373098029557813</c:v>
                </c:pt>
                <c:pt idx="560">
                  <c:v>-13.775155428909404</c:v>
                </c:pt>
                <c:pt idx="561">
                  <c:v>-12.889660937360244</c:v>
                </c:pt>
                <c:pt idx="562">
                  <c:v>-12.849513705732356</c:v>
                </c:pt>
                <c:pt idx="563">
                  <c:v>-12.292280227751306</c:v>
                </c:pt>
                <c:pt idx="564">
                  <c:v>-11.046730377225465</c:v>
                </c:pt>
                <c:pt idx="565">
                  <c:v>-13.296495633534295</c:v>
                </c:pt>
                <c:pt idx="566">
                  <c:v>-10.534295149770081</c:v>
                </c:pt>
                <c:pt idx="567">
                  <c:v>-9.3148112166836157</c:v>
                </c:pt>
                <c:pt idx="568">
                  <c:v>-13.041176375663454</c:v>
                </c:pt>
                <c:pt idx="569">
                  <c:v>-10.926277127846539</c:v>
                </c:pt>
                <c:pt idx="570">
                  <c:v>-12.582162482556885</c:v>
                </c:pt>
                <c:pt idx="571">
                  <c:v>-10.861519101965104</c:v>
                </c:pt>
                <c:pt idx="572">
                  <c:v>-10.574912027792312</c:v>
                </c:pt>
                <c:pt idx="573">
                  <c:v>-8.8183546429565425</c:v>
                </c:pt>
                <c:pt idx="574">
                  <c:v>-9.7189607752856233</c:v>
                </c:pt>
                <c:pt idx="575">
                  <c:v>-9.071710705407817</c:v>
                </c:pt>
                <c:pt idx="576">
                  <c:v>-9.9727800467498398</c:v>
                </c:pt>
                <c:pt idx="577">
                  <c:v>-8.0207358315156583</c:v>
                </c:pt>
                <c:pt idx="578">
                  <c:v>-9.0996730646559811</c:v>
                </c:pt>
                <c:pt idx="579">
                  <c:v>-9.0075210105439893</c:v>
                </c:pt>
                <c:pt idx="580">
                  <c:v>-8.9880620201781554</c:v>
                </c:pt>
                <c:pt idx="581">
                  <c:v>-12.361751469238097</c:v>
                </c:pt>
                <c:pt idx="582">
                  <c:v>-12.612588243006893</c:v>
                </c:pt>
                <c:pt idx="583">
                  <c:v>-15.359072937363617</c:v>
                </c:pt>
                <c:pt idx="584">
                  <c:v>-12.390104376065693</c:v>
                </c:pt>
                <c:pt idx="585">
                  <c:v>-14.126493442809881</c:v>
                </c:pt>
                <c:pt idx="586">
                  <c:v>-13.568141867037966</c:v>
                </c:pt>
                <c:pt idx="587">
                  <c:v>-16.160480806922152</c:v>
                </c:pt>
                <c:pt idx="588">
                  <c:v>-13.487636228250885</c:v>
                </c:pt>
                <c:pt idx="589">
                  <c:v>-15.754559972462797</c:v>
                </c:pt>
                <c:pt idx="590">
                  <c:v>-10.756805635990176</c:v>
                </c:pt>
                <c:pt idx="591">
                  <c:v>-11.249648052827716</c:v>
                </c:pt>
                <c:pt idx="592">
                  <c:v>-11.253209906378707</c:v>
                </c:pt>
                <c:pt idx="593">
                  <c:v>-16.777954781003295</c:v>
                </c:pt>
                <c:pt idx="594">
                  <c:v>-14.711883712322901</c:v>
                </c:pt>
                <c:pt idx="595">
                  <c:v>-17.060886825587559</c:v>
                </c:pt>
                <c:pt idx="596">
                  <c:v>-15.911288304059589</c:v>
                </c:pt>
                <c:pt idx="597">
                  <c:v>-18.81189045679432</c:v>
                </c:pt>
                <c:pt idx="598">
                  <c:v>-17.673030928040635</c:v>
                </c:pt>
                <c:pt idx="599">
                  <c:v>-23.476273752725231</c:v>
                </c:pt>
                <c:pt idx="600">
                  <c:v>-18.651708717027084</c:v>
                </c:pt>
                <c:pt idx="601">
                  <c:v>-22.390799636417022</c:v>
                </c:pt>
                <c:pt idx="602">
                  <c:v>-17.503474520419722</c:v>
                </c:pt>
                <c:pt idx="603">
                  <c:v>-21.39205085073948</c:v>
                </c:pt>
                <c:pt idx="604">
                  <c:v>-23.22428219239935</c:v>
                </c:pt>
                <c:pt idx="605">
                  <c:v>-23.993714667321093</c:v>
                </c:pt>
                <c:pt idx="606">
                  <c:v>-20.544710069009046</c:v>
                </c:pt>
                <c:pt idx="607">
                  <c:v>-21.372317521332597</c:v>
                </c:pt>
                <c:pt idx="608">
                  <c:v>-16.731078175061402</c:v>
                </c:pt>
                <c:pt idx="609">
                  <c:v>-21.249241006603228</c:v>
                </c:pt>
                <c:pt idx="610">
                  <c:v>-19.648079112741378</c:v>
                </c:pt>
                <c:pt idx="611">
                  <c:v>-18.726538375040743</c:v>
                </c:pt>
                <c:pt idx="612">
                  <c:v>-19.239970296458615</c:v>
                </c:pt>
                <c:pt idx="613">
                  <c:v>-17.804282218774009</c:v>
                </c:pt>
                <c:pt idx="614">
                  <c:v>-21.537447155430208</c:v>
                </c:pt>
                <c:pt idx="615">
                  <c:v>-19.775217137710893</c:v>
                </c:pt>
                <c:pt idx="616">
                  <c:v>-18.104343798590687</c:v>
                </c:pt>
                <c:pt idx="617">
                  <c:v>-18.022392098623389</c:v>
                </c:pt>
                <c:pt idx="618">
                  <c:v>-19.671417797587175</c:v>
                </c:pt>
                <c:pt idx="619">
                  <c:v>-19.834839751821526</c:v>
                </c:pt>
                <c:pt idx="620">
                  <c:v>-18.7982500184971</c:v>
                </c:pt>
                <c:pt idx="621">
                  <c:v>-18.456213879433093</c:v>
                </c:pt>
                <c:pt idx="622">
                  <c:v>-16.17207597423706</c:v>
                </c:pt>
                <c:pt idx="623">
                  <c:v>-18.83714689238511</c:v>
                </c:pt>
                <c:pt idx="624">
                  <c:v>-16.155258459422679</c:v>
                </c:pt>
                <c:pt idx="625">
                  <c:v>-15.503253130680145</c:v>
                </c:pt>
                <c:pt idx="626">
                  <c:v>-14.300087453141188</c:v>
                </c:pt>
                <c:pt idx="627">
                  <c:v>-13.849820762616378</c:v>
                </c:pt>
                <c:pt idx="628">
                  <c:v>-14.267017705062781</c:v>
                </c:pt>
                <c:pt idx="629">
                  <c:v>-15.820357082134519</c:v>
                </c:pt>
                <c:pt idx="630">
                  <c:v>-17.278677171639515</c:v>
                </c:pt>
                <c:pt idx="631">
                  <c:v>-18.011638393849935</c:v>
                </c:pt>
                <c:pt idx="632">
                  <c:v>-14.462670766997606</c:v>
                </c:pt>
                <c:pt idx="633">
                  <c:v>-12.569847267481432</c:v>
                </c:pt>
                <c:pt idx="634">
                  <c:v>-15.14142346043265</c:v>
                </c:pt>
                <c:pt idx="635">
                  <c:v>-11.625294534161199</c:v>
                </c:pt>
                <c:pt idx="636">
                  <c:v>-14.501030454446516</c:v>
                </c:pt>
                <c:pt idx="637">
                  <c:v>-13.592900930906332</c:v>
                </c:pt>
                <c:pt idx="638">
                  <c:v>-16.430365495882416</c:v>
                </c:pt>
                <c:pt idx="639">
                  <c:v>-15.553590397775686</c:v>
                </c:pt>
                <c:pt idx="640">
                  <c:v>-14.047581899454073</c:v>
                </c:pt>
                <c:pt idx="641">
                  <c:v>-12.975733256192248</c:v>
                </c:pt>
                <c:pt idx="642">
                  <c:v>-13.978152186877992</c:v>
                </c:pt>
                <c:pt idx="643">
                  <c:v>-15.501051122991878</c:v>
                </c:pt>
                <c:pt idx="644">
                  <c:v>-16.149744067522022</c:v>
                </c:pt>
                <c:pt idx="645">
                  <c:v>-13.956220886615091</c:v>
                </c:pt>
                <c:pt idx="646">
                  <c:v>-12.371797758970644</c:v>
                </c:pt>
                <c:pt idx="647">
                  <c:v>-12.813358463994472</c:v>
                </c:pt>
                <c:pt idx="648">
                  <c:v>-12.516349887119759</c:v>
                </c:pt>
                <c:pt idx="649">
                  <c:v>-6.5557625013422332</c:v>
                </c:pt>
                <c:pt idx="650">
                  <c:v>-11.228247320761295</c:v>
                </c:pt>
                <c:pt idx="651">
                  <c:v>-13.929660534622148</c:v>
                </c:pt>
                <c:pt idx="652">
                  <c:v>-11.365375123215404</c:v>
                </c:pt>
                <c:pt idx="653">
                  <c:v>-11.882364800883689</c:v>
                </c:pt>
                <c:pt idx="654">
                  <c:v>-13.136651099644014</c:v>
                </c:pt>
                <c:pt idx="655">
                  <c:v>-11.333017242030447</c:v>
                </c:pt>
                <c:pt idx="656">
                  <c:v>-7.1494893773485337</c:v>
                </c:pt>
                <c:pt idx="657">
                  <c:v>-12.428045879401344</c:v>
                </c:pt>
                <c:pt idx="658">
                  <c:v>-13.106919462610975</c:v>
                </c:pt>
                <c:pt idx="659">
                  <c:v>-16.414430659720907</c:v>
                </c:pt>
                <c:pt idx="660">
                  <c:v>-9.2361441376618281</c:v>
                </c:pt>
                <c:pt idx="661">
                  <c:v>-12.420703540324562</c:v>
                </c:pt>
                <c:pt idx="662">
                  <c:v>-12.470531801236774</c:v>
                </c:pt>
                <c:pt idx="663">
                  <c:v>-12.644674838265464</c:v>
                </c:pt>
                <c:pt idx="664">
                  <c:v>-8.2068401567792897</c:v>
                </c:pt>
                <c:pt idx="665">
                  <c:v>-15.416681374920181</c:v>
                </c:pt>
                <c:pt idx="666">
                  <c:v>-13.476904528375647</c:v>
                </c:pt>
                <c:pt idx="667">
                  <c:v>-13.136066440777796</c:v>
                </c:pt>
                <c:pt idx="668">
                  <c:v>-12.040339940348099</c:v>
                </c:pt>
                <c:pt idx="669">
                  <c:v>-15.685529270486976</c:v>
                </c:pt>
                <c:pt idx="670">
                  <c:v>-13.389217536776634</c:v>
                </c:pt>
                <c:pt idx="671">
                  <c:v>-13.973114856487181</c:v>
                </c:pt>
                <c:pt idx="672">
                  <c:v>-12.446593927897149</c:v>
                </c:pt>
                <c:pt idx="673">
                  <c:v>-13.457446558931355</c:v>
                </c:pt>
                <c:pt idx="674">
                  <c:v>-13.005453095690912</c:v>
                </c:pt>
                <c:pt idx="675">
                  <c:v>-10.472756640567553</c:v>
                </c:pt>
                <c:pt idx="676">
                  <c:v>-12.777810740023655</c:v>
                </c:pt>
                <c:pt idx="677">
                  <c:v>-12.570229507802122</c:v>
                </c:pt>
                <c:pt idx="678">
                  <c:v>-12.237112422465062</c:v>
                </c:pt>
                <c:pt idx="679">
                  <c:v>-14.859278144814937</c:v>
                </c:pt>
                <c:pt idx="680">
                  <c:v>-17.182463047883552</c:v>
                </c:pt>
                <c:pt idx="681">
                  <c:v>-13.912915067876002</c:v>
                </c:pt>
                <c:pt idx="682">
                  <c:v>-14.055498379398829</c:v>
                </c:pt>
                <c:pt idx="683">
                  <c:v>-14.403258045278333</c:v>
                </c:pt>
                <c:pt idx="684">
                  <c:v>-13.489073637167301</c:v>
                </c:pt>
                <c:pt idx="685">
                  <c:v>-13.324711206083721</c:v>
                </c:pt>
                <c:pt idx="686">
                  <c:v>-14.527821339477718</c:v>
                </c:pt>
                <c:pt idx="687">
                  <c:v>-18.537924114732331</c:v>
                </c:pt>
                <c:pt idx="688">
                  <c:v>-15.28268357698628</c:v>
                </c:pt>
                <c:pt idx="689">
                  <c:v>-13.8439617292163</c:v>
                </c:pt>
                <c:pt idx="690">
                  <c:v>-16.21625476374625</c:v>
                </c:pt>
                <c:pt idx="691">
                  <c:v>-14.5451274734643</c:v>
                </c:pt>
                <c:pt idx="692">
                  <c:v>-15.327832991424231</c:v>
                </c:pt>
                <c:pt idx="693">
                  <c:v>-17.648542667521358</c:v>
                </c:pt>
                <c:pt idx="694">
                  <c:v>-14.479220101029947</c:v>
                </c:pt>
                <c:pt idx="695">
                  <c:v>-16.123961904112754</c:v>
                </c:pt>
                <c:pt idx="696">
                  <c:v>-14.754257612391587</c:v>
                </c:pt>
                <c:pt idx="697">
                  <c:v>-15.755892012347669</c:v>
                </c:pt>
                <c:pt idx="698">
                  <c:v>-18.820581947168826</c:v>
                </c:pt>
                <c:pt idx="699">
                  <c:v>-15.049137116586756</c:v>
                </c:pt>
                <c:pt idx="700">
                  <c:v>-12.202093491054539</c:v>
                </c:pt>
                <c:pt idx="701">
                  <c:v>-13.707689554045738</c:v>
                </c:pt>
                <c:pt idx="702">
                  <c:v>-14.263925035110262</c:v>
                </c:pt>
                <c:pt idx="703">
                  <c:v>-13.322104648708569</c:v>
                </c:pt>
                <c:pt idx="704">
                  <c:v>-14.190870524191505</c:v>
                </c:pt>
                <c:pt idx="705">
                  <c:v>-12.691118445928224</c:v>
                </c:pt>
                <c:pt idx="706">
                  <c:v>-15.25954736524246</c:v>
                </c:pt>
                <c:pt idx="707">
                  <c:v>-17.479463040669319</c:v>
                </c:pt>
                <c:pt idx="708">
                  <c:v>-17.300118137773467</c:v>
                </c:pt>
                <c:pt idx="709">
                  <c:v>-16.383259958134211</c:v>
                </c:pt>
                <c:pt idx="710">
                  <c:v>-15.421753660422215</c:v>
                </c:pt>
                <c:pt idx="711">
                  <c:v>-13.920612474154808</c:v>
                </c:pt>
                <c:pt idx="712">
                  <c:v>-14.539945352269223</c:v>
                </c:pt>
                <c:pt idx="713">
                  <c:v>-13.773969667126931</c:v>
                </c:pt>
                <c:pt idx="714">
                  <c:v>-13.514071807568172</c:v>
                </c:pt>
                <c:pt idx="715">
                  <c:v>-14.391600022916689</c:v>
                </c:pt>
                <c:pt idx="716">
                  <c:v>-14.358920665502122</c:v>
                </c:pt>
                <c:pt idx="717">
                  <c:v>-14.063299013791127</c:v>
                </c:pt>
                <c:pt idx="718">
                  <c:v>-14.885286316214113</c:v>
                </c:pt>
                <c:pt idx="719">
                  <c:v>-15.2874616809562</c:v>
                </c:pt>
                <c:pt idx="720">
                  <c:v>-15.221968078525377</c:v>
                </c:pt>
                <c:pt idx="721">
                  <c:v>-15.595494340067866</c:v>
                </c:pt>
                <c:pt idx="722">
                  <c:v>-15.75255089128933</c:v>
                </c:pt>
                <c:pt idx="723">
                  <c:v>-16.472133298193658</c:v>
                </c:pt>
                <c:pt idx="724">
                  <c:v>-13.326791867143539</c:v>
                </c:pt>
                <c:pt idx="725">
                  <c:v>-15.521721470377623</c:v>
                </c:pt>
                <c:pt idx="726">
                  <c:v>-16.337157583195111</c:v>
                </c:pt>
                <c:pt idx="727">
                  <c:v>-15.341323509471012</c:v>
                </c:pt>
                <c:pt idx="728">
                  <c:v>-15.967883760447506</c:v>
                </c:pt>
                <c:pt idx="729">
                  <c:v>-15.762910711796174</c:v>
                </c:pt>
                <c:pt idx="730">
                  <c:v>-16.062544383356439</c:v>
                </c:pt>
                <c:pt idx="731">
                  <c:v>-13.582044531966975</c:v>
                </c:pt>
                <c:pt idx="732">
                  <c:v>-12.935119865159008</c:v>
                </c:pt>
                <c:pt idx="733">
                  <c:v>-13.379746682614206</c:v>
                </c:pt>
                <c:pt idx="734">
                  <c:v>-14.576211821062843</c:v>
                </c:pt>
                <c:pt idx="735">
                  <c:v>-15.996209571541852</c:v>
                </c:pt>
                <c:pt idx="736">
                  <c:v>-17.619383182952859</c:v>
                </c:pt>
                <c:pt idx="737">
                  <c:v>-13.692963490424299</c:v>
                </c:pt>
                <c:pt idx="738">
                  <c:v>-15.328008034311553</c:v>
                </c:pt>
                <c:pt idx="739">
                  <c:v>-14.165024040268865</c:v>
                </c:pt>
                <c:pt idx="740">
                  <c:v>-13.047361135818308</c:v>
                </c:pt>
                <c:pt idx="741">
                  <c:v>-14.352498127326903</c:v>
                </c:pt>
                <c:pt idx="742">
                  <c:v>-12.56100951400615</c:v>
                </c:pt>
                <c:pt idx="743">
                  <c:v>-12.663390184249128</c:v>
                </c:pt>
                <c:pt idx="744">
                  <c:v>-13.440372585904827</c:v>
                </c:pt>
                <c:pt idx="745">
                  <c:v>-13.968088160002143</c:v>
                </c:pt>
                <c:pt idx="746">
                  <c:v>-16.637213407268657</c:v>
                </c:pt>
                <c:pt idx="747">
                  <c:v>-12.223071590308749</c:v>
                </c:pt>
                <c:pt idx="748">
                  <c:v>-12.231521885948544</c:v>
                </c:pt>
                <c:pt idx="749">
                  <c:v>-12.289998916136081</c:v>
                </c:pt>
                <c:pt idx="750">
                  <c:v>-12.989384320010908</c:v>
                </c:pt>
                <c:pt idx="751">
                  <c:v>-15.783146884019036</c:v>
                </c:pt>
                <c:pt idx="752">
                  <c:v>-12.687747472821886</c:v>
                </c:pt>
                <c:pt idx="753">
                  <c:v>-12.615678401240235</c:v>
                </c:pt>
                <c:pt idx="754">
                  <c:v>-11.638172548935652</c:v>
                </c:pt>
                <c:pt idx="755">
                  <c:v>-11.192413653247529</c:v>
                </c:pt>
                <c:pt idx="756">
                  <c:v>-12.78904007137586</c:v>
                </c:pt>
                <c:pt idx="757">
                  <c:v>-11.164667174920222</c:v>
                </c:pt>
                <c:pt idx="758">
                  <c:v>-11.227565380946549</c:v>
                </c:pt>
                <c:pt idx="759">
                  <c:v>-11.152488071693492</c:v>
                </c:pt>
                <c:pt idx="760">
                  <c:v>-12.384542831136743</c:v>
                </c:pt>
                <c:pt idx="761">
                  <c:v>-12.014985008233012</c:v>
                </c:pt>
                <c:pt idx="762">
                  <c:v>-12.056546413054747</c:v>
                </c:pt>
                <c:pt idx="763">
                  <c:v>-12.061987504709315</c:v>
                </c:pt>
                <c:pt idx="764">
                  <c:v>-13.187541060439353</c:v>
                </c:pt>
                <c:pt idx="765">
                  <c:v>-12.412867201397566</c:v>
                </c:pt>
                <c:pt idx="766">
                  <c:v>-11.223160748712674</c:v>
                </c:pt>
                <c:pt idx="767">
                  <c:v>-13.554140078660261</c:v>
                </c:pt>
                <c:pt idx="768">
                  <c:v>-12.007220955937912</c:v>
                </c:pt>
                <c:pt idx="769">
                  <c:v>-12.531745124446758</c:v>
                </c:pt>
                <c:pt idx="770">
                  <c:v>-12.696082037655497</c:v>
                </c:pt>
                <c:pt idx="771">
                  <c:v>-12.887685983662257</c:v>
                </c:pt>
                <c:pt idx="772">
                  <c:v>-11.90870124004609</c:v>
                </c:pt>
                <c:pt idx="773">
                  <c:v>-12.230639519998533</c:v>
                </c:pt>
                <c:pt idx="774">
                  <c:v>-11.910873637529393</c:v>
                </c:pt>
                <c:pt idx="775">
                  <c:v>-11.965786982485326</c:v>
                </c:pt>
                <c:pt idx="776">
                  <c:v>-12.456538438429584</c:v>
                </c:pt>
                <c:pt idx="777">
                  <c:v>-12.42150901712051</c:v>
                </c:pt>
                <c:pt idx="778">
                  <c:v>-11.915224371323378</c:v>
                </c:pt>
                <c:pt idx="779">
                  <c:v>-13.774360500965997</c:v>
                </c:pt>
                <c:pt idx="780">
                  <c:v>-13.472621525999845</c:v>
                </c:pt>
                <c:pt idx="781">
                  <c:v>-13.87294902330884</c:v>
                </c:pt>
                <c:pt idx="782">
                  <c:v>-13.87294902330884</c:v>
                </c:pt>
                <c:pt idx="783">
                  <c:v>-13.87294902330884</c:v>
                </c:pt>
                <c:pt idx="784">
                  <c:v>-13.87294902330884</c:v>
                </c:pt>
                <c:pt idx="785">
                  <c:v>-13.87294902330884</c:v>
                </c:pt>
                <c:pt idx="786">
                  <c:v>-11.852155774769097</c:v>
                </c:pt>
                <c:pt idx="787">
                  <c:v>-13.006226865923058</c:v>
                </c:pt>
                <c:pt idx="788">
                  <c:v>-13.552684726170225</c:v>
                </c:pt>
                <c:pt idx="789">
                  <c:v>-12.816553747739444</c:v>
                </c:pt>
                <c:pt idx="790">
                  <c:v>-12.630053686306333</c:v>
                </c:pt>
                <c:pt idx="791">
                  <c:v>-12.211761757509397</c:v>
                </c:pt>
                <c:pt idx="792">
                  <c:v>-11.230998559074285</c:v>
                </c:pt>
                <c:pt idx="793">
                  <c:v>-12.400340693663793</c:v>
                </c:pt>
                <c:pt idx="794">
                  <c:v>-12.311178313872665</c:v>
                </c:pt>
                <c:pt idx="795">
                  <c:v>-11.786116783236077</c:v>
                </c:pt>
                <c:pt idx="796">
                  <c:v>-11.562054082189887</c:v>
                </c:pt>
                <c:pt idx="797">
                  <c:v>-12.32740304826585</c:v>
                </c:pt>
                <c:pt idx="798">
                  <c:v>-12.621454536176627</c:v>
                </c:pt>
                <c:pt idx="799">
                  <c:v>-12.498534230172631</c:v>
                </c:pt>
                <c:pt idx="800">
                  <c:v>-13.291843480499285</c:v>
                </c:pt>
                <c:pt idx="801">
                  <c:v>-13.353616534224983</c:v>
                </c:pt>
                <c:pt idx="802">
                  <c:v>-12.539648204443461</c:v>
                </c:pt>
                <c:pt idx="803">
                  <c:v>-12.660239392242689</c:v>
                </c:pt>
                <c:pt idx="804">
                  <c:v>-13.229885812333572</c:v>
                </c:pt>
                <c:pt idx="805">
                  <c:v>-12.761833197480932</c:v>
                </c:pt>
                <c:pt idx="806">
                  <c:v>-13.432903522174486</c:v>
                </c:pt>
                <c:pt idx="807">
                  <c:v>-13.264793560268267</c:v>
                </c:pt>
                <c:pt idx="808">
                  <c:v>-13.142739599989413</c:v>
                </c:pt>
                <c:pt idx="809">
                  <c:v>-12.710883955994875</c:v>
                </c:pt>
                <c:pt idx="810">
                  <c:v>-13.552810688061951</c:v>
                </c:pt>
                <c:pt idx="811">
                  <c:v>-12.358096654719004</c:v>
                </c:pt>
                <c:pt idx="812">
                  <c:v>-12.032290893018388</c:v>
                </c:pt>
                <c:pt idx="813">
                  <c:v>-12.57251943489336</c:v>
                </c:pt>
                <c:pt idx="814">
                  <c:v>-11.245717490184056</c:v>
                </c:pt>
                <c:pt idx="815">
                  <c:v>-10.95446789791926</c:v>
                </c:pt>
                <c:pt idx="816">
                  <c:v>-11.882121128638433</c:v>
                </c:pt>
                <c:pt idx="817">
                  <c:v>-12.295332103828589</c:v>
                </c:pt>
                <c:pt idx="818">
                  <c:v>-11.964055122157331</c:v>
                </c:pt>
                <c:pt idx="819">
                  <c:v>-11.559130523801592</c:v>
                </c:pt>
                <c:pt idx="820">
                  <c:v>-12.023437656114009</c:v>
                </c:pt>
                <c:pt idx="821">
                  <c:v>-11.493072808567318</c:v>
                </c:pt>
                <c:pt idx="822">
                  <c:v>-11.487549220420865</c:v>
                </c:pt>
                <c:pt idx="823">
                  <c:v>-11.465976061722584</c:v>
                </c:pt>
                <c:pt idx="824">
                  <c:v>-11.104049835864052</c:v>
                </c:pt>
                <c:pt idx="825">
                  <c:v>-11.200772065162472</c:v>
                </c:pt>
                <c:pt idx="826">
                  <c:v>-13.203066704568151</c:v>
                </c:pt>
                <c:pt idx="827">
                  <c:v>-12.382544750667247</c:v>
                </c:pt>
                <c:pt idx="828">
                  <c:v>-12.511105095321362</c:v>
                </c:pt>
                <c:pt idx="829">
                  <c:v>-12.042606992608246</c:v>
                </c:pt>
                <c:pt idx="830">
                  <c:v>-12.991064092426855</c:v>
                </c:pt>
                <c:pt idx="831">
                  <c:v>-11.536467486408798</c:v>
                </c:pt>
                <c:pt idx="832">
                  <c:v>-11.137357030883933</c:v>
                </c:pt>
                <c:pt idx="833">
                  <c:v>-10.28625207442323</c:v>
                </c:pt>
                <c:pt idx="834">
                  <c:v>-12.054037173955633</c:v>
                </c:pt>
                <c:pt idx="835">
                  <c:v>-12.200788864928683</c:v>
                </c:pt>
                <c:pt idx="836">
                  <c:v>-11.781709050294172</c:v>
                </c:pt>
                <c:pt idx="837">
                  <c:v>-11.409381498276264</c:v>
                </c:pt>
                <c:pt idx="838">
                  <c:v>-11.263028923812207</c:v>
                </c:pt>
                <c:pt idx="839">
                  <c:v>-10.835255122937562</c:v>
                </c:pt>
                <c:pt idx="840">
                  <c:v>-11.259988439222736</c:v>
                </c:pt>
                <c:pt idx="841">
                  <c:v>-9.3593774518358934</c:v>
                </c:pt>
                <c:pt idx="842">
                  <c:v>-10.259867901483016</c:v>
                </c:pt>
                <c:pt idx="843">
                  <c:v>-11.034189768599909</c:v>
                </c:pt>
                <c:pt idx="844">
                  <c:v>-11.439322929776228</c:v>
                </c:pt>
                <c:pt idx="845">
                  <c:v>-12.917254654690195</c:v>
                </c:pt>
                <c:pt idx="846">
                  <c:v>-11.471822769804449</c:v>
                </c:pt>
                <c:pt idx="847">
                  <c:v>-10.686980215012461</c:v>
                </c:pt>
                <c:pt idx="848">
                  <c:v>-11.361713756904201</c:v>
                </c:pt>
                <c:pt idx="849">
                  <c:v>-11.175933404369664</c:v>
                </c:pt>
                <c:pt idx="850">
                  <c:v>-11.344255268465847</c:v>
                </c:pt>
                <c:pt idx="851">
                  <c:v>-13.005753603423763</c:v>
                </c:pt>
                <c:pt idx="852">
                  <c:v>-14.871924099471521</c:v>
                </c:pt>
                <c:pt idx="853">
                  <c:v>-15.709701308452058</c:v>
                </c:pt>
                <c:pt idx="854">
                  <c:v>-13.773038576022683</c:v>
                </c:pt>
                <c:pt idx="855">
                  <c:v>-14.527623517132115</c:v>
                </c:pt>
                <c:pt idx="856">
                  <c:v>-13.907138533108741</c:v>
                </c:pt>
                <c:pt idx="857">
                  <c:v>-14.136062452026803</c:v>
                </c:pt>
                <c:pt idx="858">
                  <c:v>-12.970186229714804</c:v>
                </c:pt>
                <c:pt idx="859">
                  <c:v>-13.401515376231472</c:v>
                </c:pt>
                <c:pt idx="860">
                  <c:v>-15.538691221393851</c:v>
                </c:pt>
                <c:pt idx="861">
                  <c:v>-12.407044777494246</c:v>
                </c:pt>
                <c:pt idx="862">
                  <c:v>-13.072050494810341</c:v>
                </c:pt>
                <c:pt idx="863">
                  <c:v>-11.493634473029433</c:v>
                </c:pt>
                <c:pt idx="864">
                  <c:v>-13.75095420457907</c:v>
                </c:pt>
                <c:pt idx="865">
                  <c:v>-13.93147700855854</c:v>
                </c:pt>
                <c:pt idx="866">
                  <c:v>-13.762998677801596</c:v>
                </c:pt>
                <c:pt idx="867">
                  <c:v>-14.095090493189</c:v>
                </c:pt>
                <c:pt idx="868">
                  <c:v>-13.822170895476786</c:v>
                </c:pt>
                <c:pt idx="869">
                  <c:v>-14.136841907825339</c:v>
                </c:pt>
                <c:pt idx="870">
                  <c:v>-14.263161866392249</c:v>
                </c:pt>
                <c:pt idx="871">
                  <c:v>-14.290553657926601</c:v>
                </c:pt>
                <c:pt idx="872">
                  <c:v>-14.471816582674146</c:v>
                </c:pt>
                <c:pt idx="873">
                  <c:v>-15.585102106855622</c:v>
                </c:pt>
                <c:pt idx="874">
                  <c:v>-15.319970075267626</c:v>
                </c:pt>
                <c:pt idx="875">
                  <c:v>-15.079232910312273</c:v>
                </c:pt>
                <c:pt idx="876">
                  <c:v>-15.952922467407264</c:v>
                </c:pt>
                <c:pt idx="877">
                  <c:v>-15.962026290513961</c:v>
                </c:pt>
                <c:pt idx="878">
                  <c:v>-14.526931240606057</c:v>
                </c:pt>
                <c:pt idx="879">
                  <c:v>-15.494551995591122</c:v>
                </c:pt>
                <c:pt idx="880">
                  <c:v>-14.507229196124772</c:v>
                </c:pt>
                <c:pt idx="881">
                  <c:v>-14.799908789820606</c:v>
                </c:pt>
                <c:pt idx="882">
                  <c:v>-15.282377207573267</c:v>
                </c:pt>
                <c:pt idx="883">
                  <c:v>-14.991766683759591</c:v>
                </c:pt>
                <c:pt idx="884">
                  <c:v>-15.510410532625468</c:v>
                </c:pt>
                <c:pt idx="885">
                  <c:v>-15.647622708076234</c:v>
                </c:pt>
                <c:pt idx="886">
                  <c:v>-16.225668235691558</c:v>
                </c:pt>
                <c:pt idx="887">
                  <c:v>-16.907951177006375</c:v>
                </c:pt>
                <c:pt idx="888">
                  <c:v>-16.592941050295231</c:v>
                </c:pt>
                <c:pt idx="889">
                  <c:v>-15.901937836788845</c:v>
                </c:pt>
                <c:pt idx="890">
                  <c:v>-16.873196439006431</c:v>
                </c:pt>
                <c:pt idx="891">
                  <c:v>-17.029846984519263</c:v>
                </c:pt>
                <c:pt idx="892">
                  <c:v>-17.566860111621207</c:v>
                </c:pt>
                <c:pt idx="893">
                  <c:v>-17.79908535013903</c:v>
                </c:pt>
                <c:pt idx="894">
                  <c:v>-17.719062772848147</c:v>
                </c:pt>
                <c:pt idx="895">
                  <c:v>-16.712268335225861</c:v>
                </c:pt>
                <c:pt idx="896">
                  <c:v>-18.010367467443054</c:v>
                </c:pt>
                <c:pt idx="897">
                  <c:v>-17.213475534030966</c:v>
                </c:pt>
                <c:pt idx="898">
                  <c:v>-17.359525162384152</c:v>
                </c:pt>
                <c:pt idx="899">
                  <c:v>-17.485443126797723</c:v>
                </c:pt>
                <c:pt idx="900">
                  <c:v>-17.665262235520814</c:v>
                </c:pt>
                <c:pt idx="901">
                  <c:v>-17.746455734855054</c:v>
                </c:pt>
                <c:pt idx="902">
                  <c:v>-18.275333111256245</c:v>
                </c:pt>
                <c:pt idx="903">
                  <c:v>-18.22171508610413</c:v>
                </c:pt>
                <c:pt idx="904">
                  <c:v>-18.295510527768336</c:v>
                </c:pt>
                <c:pt idx="905">
                  <c:v>-18.471680560725773</c:v>
                </c:pt>
                <c:pt idx="906">
                  <c:v>-19.084178343204506</c:v>
                </c:pt>
                <c:pt idx="907">
                  <c:v>-19.090697022353943</c:v>
                </c:pt>
                <c:pt idx="908">
                  <c:v>-20.136139928338743</c:v>
                </c:pt>
                <c:pt idx="909">
                  <c:v>-18.685078183383887</c:v>
                </c:pt>
                <c:pt idx="910">
                  <c:v>-19.192974743619288</c:v>
                </c:pt>
                <c:pt idx="911">
                  <c:v>-19.701564187398525</c:v>
                </c:pt>
                <c:pt idx="912">
                  <c:v>-18.770741556942475</c:v>
                </c:pt>
                <c:pt idx="913">
                  <c:v>-20.130994433950001</c:v>
                </c:pt>
                <c:pt idx="914">
                  <c:v>-19.924591919629048</c:v>
                </c:pt>
                <c:pt idx="915">
                  <c:v>-20.299251497942986</c:v>
                </c:pt>
                <c:pt idx="916">
                  <c:v>-20.331532674346846</c:v>
                </c:pt>
                <c:pt idx="917">
                  <c:v>-20.584770980002858</c:v>
                </c:pt>
                <c:pt idx="918">
                  <c:v>-21.313067441823485</c:v>
                </c:pt>
                <c:pt idx="919">
                  <c:v>-20.129892123432057</c:v>
                </c:pt>
                <c:pt idx="920">
                  <c:v>-20.127901491346691</c:v>
                </c:pt>
                <c:pt idx="921">
                  <c:v>-20.771002654154017</c:v>
                </c:pt>
                <c:pt idx="922">
                  <c:v>-20.429855803591789</c:v>
                </c:pt>
                <c:pt idx="923">
                  <c:v>-20.860111269848947</c:v>
                </c:pt>
                <c:pt idx="924">
                  <c:v>-21.98730261733153</c:v>
                </c:pt>
                <c:pt idx="925">
                  <c:v>-22.45391918630494</c:v>
                </c:pt>
                <c:pt idx="926">
                  <c:v>-24.949792637747297</c:v>
                </c:pt>
                <c:pt idx="927">
                  <c:v>-24.774051211230219</c:v>
                </c:pt>
                <c:pt idx="928">
                  <c:v>-23.201907228145707</c:v>
                </c:pt>
                <c:pt idx="929">
                  <c:v>-25.182115754674047</c:v>
                </c:pt>
                <c:pt idx="930">
                  <c:v>-24.334973006249847</c:v>
                </c:pt>
                <c:pt idx="931">
                  <c:v>-21.76206722822684</c:v>
                </c:pt>
                <c:pt idx="932">
                  <c:v>-21.073197216799336</c:v>
                </c:pt>
                <c:pt idx="933">
                  <c:v>-21.628766777080116</c:v>
                </c:pt>
                <c:pt idx="934">
                  <c:v>-21.019091581911859</c:v>
                </c:pt>
                <c:pt idx="935">
                  <c:v>-20.95044255722997</c:v>
                </c:pt>
                <c:pt idx="936">
                  <c:v>-21.918828781771744</c:v>
                </c:pt>
                <c:pt idx="937">
                  <c:v>-21.1600299485617</c:v>
                </c:pt>
                <c:pt idx="938">
                  <c:v>-21.616505958510544</c:v>
                </c:pt>
                <c:pt idx="939">
                  <c:v>-22.056566861945875</c:v>
                </c:pt>
                <c:pt idx="940">
                  <c:v>-21.753524544002779</c:v>
                </c:pt>
                <c:pt idx="941">
                  <c:v>-22.131318310675415</c:v>
                </c:pt>
                <c:pt idx="942">
                  <c:v>-22.4950454052656</c:v>
                </c:pt>
                <c:pt idx="943">
                  <c:v>-22.026605800532923</c:v>
                </c:pt>
                <c:pt idx="944">
                  <c:v>-21.868909628001767</c:v>
                </c:pt>
                <c:pt idx="945">
                  <c:v>-22.409792053696957</c:v>
                </c:pt>
                <c:pt idx="946">
                  <c:v>-23.212081077669168</c:v>
                </c:pt>
                <c:pt idx="947">
                  <c:v>-23.299140045880993</c:v>
                </c:pt>
                <c:pt idx="948">
                  <c:v>-24.121842682621487</c:v>
                </c:pt>
                <c:pt idx="949">
                  <c:v>-25.240041000412251</c:v>
                </c:pt>
                <c:pt idx="950">
                  <c:v>-23.921758017655563</c:v>
                </c:pt>
                <c:pt idx="951">
                  <c:v>-24.544537858776902</c:v>
                </c:pt>
                <c:pt idx="952">
                  <c:v>-25.483235825637323</c:v>
                </c:pt>
                <c:pt idx="953">
                  <c:v>-23.275030477997358</c:v>
                </c:pt>
                <c:pt idx="954">
                  <c:v>-23.646493013006396</c:v>
                </c:pt>
                <c:pt idx="955">
                  <c:v>-25.813385725690623</c:v>
                </c:pt>
                <c:pt idx="956">
                  <c:v>-25.085343329001823</c:v>
                </c:pt>
                <c:pt idx="957">
                  <c:v>-24.722789602645797</c:v>
                </c:pt>
                <c:pt idx="958">
                  <c:v>-23.65442233136541</c:v>
                </c:pt>
                <c:pt idx="959">
                  <c:v>-23.63431507451924</c:v>
                </c:pt>
                <c:pt idx="960">
                  <c:v>-23.50091634524253</c:v>
                </c:pt>
                <c:pt idx="961">
                  <c:v>-23.14581783693551</c:v>
                </c:pt>
                <c:pt idx="962">
                  <c:v>-22.405333531669179</c:v>
                </c:pt>
                <c:pt idx="963">
                  <c:v>-22.243411034828437</c:v>
                </c:pt>
                <c:pt idx="964">
                  <c:v>-22.098218466796759</c:v>
                </c:pt>
                <c:pt idx="965">
                  <c:v>-23.220352229645762</c:v>
                </c:pt>
                <c:pt idx="966">
                  <c:v>-22.474195244200278</c:v>
                </c:pt>
                <c:pt idx="967">
                  <c:v>-24.092048643369559</c:v>
                </c:pt>
                <c:pt idx="968">
                  <c:v>-23.050519978652591</c:v>
                </c:pt>
                <c:pt idx="969">
                  <c:v>-22.657619085595581</c:v>
                </c:pt>
                <c:pt idx="970">
                  <c:v>-22.644835468939061</c:v>
                </c:pt>
                <c:pt idx="971">
                  <c:v>-22.994330940031013</c:v>
                </c:pt>
                <c:pt idx="972">
                  <c:v>-22.842607441372106</c:v>
                </c:pt>
                <c:pt idx="973">
                  <c:v>-24.494619391646424</c:v>
                </c:pt>
                <c:pt idx="974">
                  <c:v>-25.233944532273846</c:v>
                </c:pt>
                <c:pt idx="975">
                  <c:v>-24.000921193967859</c:v>
                </c:pt>
                <c:pt idx="976">
                  <c:v>-25.674347465315485</c:v>
                </c:pt>
                <c:pt idx="977">
                  <c:v>-24.367329409086842</c:v>
                </c:pt>
                <c:pt idx="978">
                  <c:v>-24.91457111365585</c:v>
                </c:pt>
                <c:pt idx="979">
                  <c:v>-24.455023267994576</c:v>
                </c:pt>
                <c:pt idx="980">
                  <c:v>-23.800331216916558</c:v>
                </c:pt>
                <c:pt idx="981">
                  <c:v>-24.04296838526102</c:v>
                </c:pt>
                <c:pt idx="982">
                  <c:v>-23.396072528726108</c:v>
                </c:pt>
                <c:pt idx="983">
                  <c:v>-22.423454009565397</c:v>
                </c:pt>
                <c:pt idx="984">
                  <c:v>-22.076033833024791</c:v>
                </c:pt>
                <c:pt idx="985">
                  <c:v>-21.893873749206037</c:v>
                </c:pt>
                <c:pt idx="986">
                  <c:v>-21.940319278433066</c:v>
                </c:pt>
                <c:pt idx="987">
                  <c:v>-21.282889709661092</c:v>
                </c:pt>
                <c:pt idx="988">
                  <c:v>-20.956427920706545</c:v>
                </c:pt>
                <c:pt idx="989">
                  <c:v>-19.848531541348201</c:v>
                </c:pt>
                <c:pt idx="990">
                  <c:v>-19.839652900255224</c:v>
                </c:pt>
                <c:pt idx="991">
                  <c:v>-20.7679768318825</c:v>
                </c:pt>
                <c:pt idx="992">
                  <c:v>-20.873339032904788</c:v>
                </c:pt>
                <c:pt idx="993">
                  <c:v>-20.31315175613069</c:v>
                </c:pt>
                <c:pt idx="994">
                  <c:v>-19.337692770910806</c:v>
                </c:pt>
                <c:pt idx="995">
                  <c:v>-19.658404318688721</c:v>
                </c:pt>
                <c:pt idx="996">
                  <c:v>-21.427888078718375</c:v>
                </c:pt>
                <c:pt idx="997">
                  <c:v>-21.213625910801685</c:v>
                </c:pt>
                <c:pt idx="998">
                  <c:v>-20.530819391662657</c:v>
                </c:pt>
                <c:pt idx="999">
                  <c:v>-19.741048805768738</c:v>
                </c:pt>
                <c:pt idx="1000">
                  <c:v>-18.180382745237683</c:v>
                </c:pt>
                <c:pt idx="1001">
                  <c:v>-19.219988312970823</c:v>
                </c:pt>
                <c:pt idx="1002">
                  <c:v>-19.330275611930027</c:v>
                </c:pt>
                <c:pt idx="1003">
                  <c:v>-18.453316525665013</c:v>
                </c:pt>
                <c:pt idx="1004">
                  <c:v>-18.480120464793497</c:v>
                </c:pt>
                <c:pt idx="1005">
                  <c:v>-19.288415625598255</c:v>
                </c:pt>
                <c:pt idx="1006">
                  <c:v>-21.79181730689583</c:v>
                </c:pt>
                <c:pt idx="1007">
                  <c:v>-21.342646732710563</c:v>
                </c:pt>
                <c:pt idx="1008">
                  <c:v>-22.490059789876184</c:v>
                </c:pt>
                <c:pt idx="1009">
                  <c:v>-21.610646305809816</c:v>
                </c:pt>
                <c:pt idx="1010">
                  <c:v>-22.994102705965084</c:v>
                </c:pt>
                <c:pt idx="1011">
                  <c:v>-21.48961629220905</c:v>
                </c:pt>
                <c:pt idx="1012">
                  <c:v>-20.76319448067866</c:v>
                </c:pt>
                <c:pt idx="1013">
                  <c:v>-20.280044683708404</c:v>
                </c:pt>
                <c:pt idx="1014">
                  <c:v>-20.725532502247091</c:v>
                </c:pt>
                <c:pt idx="1015">
                  <c:v>-20.425217785716136</c:v>
                </c:pt>
                <c:pt idx="1016">
                  <c:v>-20.903544906139754</c:v>
                </c:pt>
                <c:pt idx="1017">
                  <c:v>-21.131999348554562</c:v>
                </c:pt>
                <c:pt idx="1018">
                  <c:v>-21.614353052635092</c:v>
                </c:pt>
                <c:pt idx="1019">
                  <c:v>-21.337495950362452</c:v>
                </c:pt>
                <c:pt idx="1020">
                  <c:v>-20.615224688254891</c:v>
                </c:pt>
                <c:pt idx="1021">
                  <c:v>-20.193699526844391</c:v>
                </c:pt>
                <c:pt idx="1022">
                  <c:v>-20.28641161065714</c:v>
                </c:pt>
                <c:pt idx="1023">
                  <c:v>-17.798372625994411</c:v>
                </c:pt>
                <c:pt idx="1024">
                  <c:v>-19.330405736224439</c:v>
                </c:pt>
                <c:pt idx="1025">
                  <c:v>-19.535081544107804</c:v>
                </c:pt>
                <c:pt idx="1026">
                  <c:v>-19.552653841979623</c:v>
                </c:pt>
                <c:pt idx="1027">
                  <c:v>-20.909300039048915</c:v>
                </c:pt>
                <c:pt idx="1028">
                  <c:v>-20.19894358159814</c:v>
                </c:pt>
                <c:pt idx="1029">
                  <c:v>-19.150368115889414</c:v>
                </c:pt>
                <c:pt idx="1030">
                  <c:v>-18.578376165054838</c:v>
                </c:pt>
                <c:pt idx="1031">
                  <c:v>-18.076257672608268</c:v>
                </c:pt>
                <c:pt idx="1032">
                  <c:v>-18.195052291167379</c:v>
                </c:pt>
                <c:pt idx="1033">
                  <c:v>-18.581751299935739</c:v>
                </c:pt>
                <c:pt idx="1034">
                  <c:v>-18.529303158433343</c:v>
                </c:pt>
                <c:pt idx="1035">
                  <c:v>-19.577992381368013</c:v>
                </c:pt>
                <c:pt idx="1036">
                  <c:v>-17.710863332555299</c:v>
                </c:pt>
                <c:pt idx="1037">
                  <c:v>-18.631548919723897</c:v>
                </c:pt>
                <c:pt idx="1038">
                  <c:v>-17.949557076607164</c:v>
                </c:pt>
                <c:pt idx="1039">
                  <c:v>-18.52253498251827</c:v>
                </c:pt>
                <c:pt idx="1040">
                  <c:v>-17.238689588572512</c:v>
                </c:pt>
                <c:pt idx="1041">
                  <c:v>-17.816529288740455</c:v>
                </c:pt>
                <c:pt idx="1042">
                  <c:v>-18.463716045958975</c:v>
                </c:pt>
                <c:pt idx="1043">
                  <c:v>-16.599921825028474</c:v>
                </c:pt>
                <c:pt idx="1044">
                  <c:v>-16.341087928668916</c:v>
                </c:pt>
                <c:pt idx="1045">
                  <c:v>-17.516520230788153</c:v>
                </c:pt>
                <c:pt idx="1046">
                  <c:v>-16.910609584668808</c:v>
                </c:pt>
                <c:pt idx="1047">
                  <c:v>-17.084299555808869</c:v>
                </c:pt>
                <c:pt idx="1048">
                  <c:v>-16.864275432048057</c:v>
                </c:pt>
                <c:pt idx="1049">
                  <c:v>-16.433788043862169</c:v>
                </c:pt>
                <c:pt idx="1050">
                  <c:v>-15.467826493255787</c:v>
                </c:pt>
                <c:pt idx="1051">
                  <c:v>-15.869687171780885</c:v>
                </c:pt>
                <c:pt idx="1052">
                  <c:v>-15.291320956460986</c:v>
                </c:pt>
                <c:pt idx="1053">
                  <c:v>-15.701662472409071</c:v>
                </c:pt>
                <c:pt idx="1054">
                  <c:v>-15.449424903586618</c:v>
                </c:pt>
                <c:pt idx="1055">
                  <c:v>-15.676838324016567</c:v>
                </c:pt>
                <c:pt idx="1056">
                  <c:v>-15.23425535527368</c:v>
                </c:pt>
                <c:pt idx="1057">
                  <c:v>-16.744546233251121</c:v>
                </c:pt>
                <c:pt idx="1058">
                  <c:v>-14.026483805348992</c:v>
                </c:pt>
                <c:pt idx="1059">
                  <c:v>-14.792501135206184</c:v>
                </c:pt>
                <c:pt idx="1060">
                  <c:v>-15.247681781693451</c:v>
                </c:pt>
                <c:pt idx="1061">
                  <c:v>-14.779959620651688</c:v>
                </c:pt>
                <c:pt idx="1062">
                  <c:v>-13.921633026966443</c:v>
                </c:pt>
                <c:pt idx="1063">
                  <c:v>-13.566174949027948</c:v>
                </c:pt>
                <c:pt idx="1064">
                  <c:v>-13.623791373075047</c:v>
                </c:pt>
                <c:pt idx="1065">
                  <c:v>-13.595234976789403</c:v>
                </c:pt>
                <c:pt idx="1066">
                  <c:v>-13.680190203061201</c:v>
                </c:pt>
                <c:pt idx="1067">
                  <c:v>-13.707269040946741</c:v>
                </c:pt>
                <c:pt idx="1068">
                  <c:v>-13.517921506556796</c:v>
                </c:pt>
                <c:pt idx="1069">
                  <c:v>-13.738730852621918</c:v>
                </c:pt>
                <c:pt idx="1070">
                  <c:v>-13.401071561275202</c:v>
                </c:pt>
                <c:pt idx="1071">
                  <c:v>-12.250594034367019</c:v>
                </c:pt>
                <c:pt idx="1072">
                  <c:v>-12.223545947779405</c:v>
                </c:pt>
                <c:pt idx="1073">
                  <c:v>-12.469012068801376</c:v>
                </c:pt>
                <c:pt idx="1074">
                  <c:v>-13.068189009516434</c:v>
                </c:pt>
                <c:pt idx="1075">
                  <c:v>-13.181125154161215</c:v>
                </c:pt>
                <c:pt idx="1076">
                  <c:v>-12.848338074906446</c:v>
                </c:pt>
                <c:pt idx="1077">
                  <c:v>-13.922709860446714</c:v>
                </c:pt>
                <c:pt idx="1078">
                  <c:v>-14.394727210284504</c:v>
                </c:pt>
                <c:pt idx="1079">
                  <c:v>-14.937392565754632</c:v>
                </c:pt>
                <c:pt idx="1080">
                  <c:v>-13.440912741471376</c:v>
                </c:pt>
                <c:pt idx="1081">
                  <c:v>-13.061848729055956</c:v>
                </c:pt>
                <c:pt idx="1082">
                  <c:v>-13.273622240254127</c:v>
                </c:pt>
                <c:pt idx="1083">
                  <c:v>-13.324416850588694</c:v>
                </c:pt>
                <c:pt idx="1084">
                  <c:v>-13.326739210732914</c:v>
                </c:pt>
                <c:pt idx="1085">
                  <c:v>-13.906542914364341</c:v>
                </c:pt>
                <c:pt idx="1086">
                  <c:v>-13.706458792126913</c:v>
                </c:pt>
                <c:pt idx="1087">
                  <c:v>-13.166973397913125</c:v>
                </c:pt>
                <c:pt idx="1088">
                  <c:v>-13.458276834168602</c:v>
                </c:pt>
                <c:pt idx="1089">
                  <c:v>-12.529786378296428</c:v>
                </c:pt>
                <c:pt idx="1090">
                  <c:v>-13.708901146874199</c:v>
                </c:pt>
                <c:pt idx="1091">
                  <c:v>-13.0820436354339</c:v>
                </c:pt>
                <c:pt idx="1092">
                  <c:v>-13.762552815835306</c:v>
                </c:pt>
                <c:pt idx="1093">
                  <c:v>-14.371095532670164</c:v>
                </c:pt>
                <c:pt idx="1094">
                  <c:v>-13.020349252112016</c:v>
                </c:pt>
                <c:pt idx="1095">
                  <c:v>-13.937920399354311</c:v>
                </c:pt>
                <c:pt idx="1096">
                  <c:v>-10.849053619650459</c:v>
                </c:pt>
                <c:pt idx="1097">
                  <c:v>-12.186092833899282</c:v>
                </c:pt>
                <c:pt idx="1098">
                  <c:v>-12.088310029569751</c:v>
                </c:pt>
                <c:pt idx="1099">
                  <c:v>-12.571720194677075</c:v>
                </c:pt>
                <c:pt idx="1100">
                  <c:v>-12.321434413609728</c:v>
                </c:pt>
                <c:pt idx="1101">
                  <c:v>-11.130417245357481</c:v>
                </c:pt>
                <c:pt idx="1102">
                  <c:v>-12.368202380573951</c:v>
                </c:pt>
                <c:pt idx="1103">
                  <c:v>-11.452761487846086</c:v>
                </c:pt>
                <c:pt idx="1104">
                  <c:v>-11.32577911057184</c:v>
                </c:pt>
                <c:pt idx="1105">
                  <c:v>-11.768946917673896</c:v>
                </c:pt>
                <c:pt idx="1106">
                  <c:v>-11.665886402416351</c:v>
                </c:pt>
                <c:pt idx="1107">
                  <c:v>-11.300778457242448</c:v>
                </c:pt>
                <c:pt idx="1108">
                  <c:v>-11.460075576550171</c:v>
                </c:pt>
                <c:pt idx="1109">
                  <c:v>-11.478296953150849</c:v>
                </c:pt>
                <c:pt idx="1110">
                  <c:v>-12.571606222589059</c:v>
                </c:pt>
                <c:pt idx="1111">
                  <c:v>-14.118348024288608</c:v>
                </c:pt>
                <c:pt idx="1112">
                  <c:v>-13.87586376945</c:v>
                </c:pt>
                <c:pt idx="1113">
                  <c:v>-14.099504831566815</c:v>
                </c:pt>
                <c:pt idx="1114">
                  <c:v>-13.556714499420682</c:v>
                </c:pt>
                <c:pt idx="1115">
                  <c:v>-13.151909501415508</c:v>
                </c:pt>
                <c:pt idx="1116">
                  <c:v>-11.294336560542103</c:v>
                </c:pt>
                <c:pt idx="1117">
                  <c:v>-12.310708703133415</c:v>
                </c:pt>
                <c:pt idx="1118">
                  <c:v>-11.533821319568201</c:v>
                </c:pt>
                <c:pt idx="1119">
                  <c:v>-11.70518707980564</c:v>
                </c:pt>
                <c:pt idx="1120">
                  <c:v>-11.909839304426903</c:v>
                </c:pt>
                <c:pt idx="1121">
                  <c:v>-12.529358527895313</c:v>
                </c:pt>
                <c:pt idx="1122">
                  <c:v>-11.888870759509024</c:v>
                </c:pt>
                <c:pt idx="1123">
                  <c:v>-12.141885644955092</c:v>
                </c:pt>
                <c:pt idx="1124">
                  <c:v>-11.899537094778506</c:v>
                </c:pt>
                <c:pt idx="1125">
                  <c:v>-12.522996792390995</c:v>
                </c:pt>
                <c:pt idx="1126">
                  <c:v>-11.893962886108461</c:v>
                </c:pt>
                <c:pt idx="1127">
                  <c:v>-10.006203080211606</c:v>
                </c:pt>
                <c:pt idx="1128">
                  <c:v>-10.342766640126838</c:v>
                </c:pt>
                <c:pt idx="1129">
                  <c:v>-8.8613986221020884</c:v>
                </c:pt>
                <c:pt idx="1130">
                  <c:v>-9.959029706110762</c:v>
                </c:pt>
                <c:pt idx="1131">
                  <c:v>-8.2096504245035558</c:v>
                </c:pt>
                <c:pt idx="1132">
                  <c:v>-10.348364737991345</c:v>
                </c:pt>
                <c:pt idx="1133">
                  <c:v>-10.335763138465728</c:v>
                </c:pt>
                <c:pt idx="1134">
                  <c:v>-10.745489264374715</c:v>
                </c:pt>
                <c:pt idx="1135">
                  <c:v>-10.955211104518128</c:v>
                </c:pt>
                <c:pt idx="1136">
                  <c:v>-10.584985188109695</c:v>
                </c:pt>
                <c:pt idx="1137">
                  <c:v>-9.7890768529188001</c:v>
                </c:pt>
                <c:pt idx="1138">
                  <c:v>-8.4976219896913552</c:v>
                </c:pt>
                <c:pt idx="1139">
                  <c:v>-8.5074269743595003</c:v>
                </c:pt>
                <c:pt idx="1140">
                  <c:v>-10.816125392381119</c:v>
                </c:pt>
                <c:pt idx="1141">
                  <c:v>-10.628271134667937</c:v>
                </c:pt>
                <c:pt idx="1142">
                  <c:v>-12.722329428337174</c:v>
                </c:pt>
                <c:pt idx="1143">
                  <c:v>-10.254492894500094</c:v>
                </c:pt>
                <c:pt idx="1144">
                  <c:v>-10.697553911069404</c:v>
                </c:pt>
                <c:pt idx="1145">
                  <c:v>-10.519689363897568</c:v>
                </c:pt>
                <c:pt idx="1146">
                  <c:v>-9.7385021983696518</c:v>
                </c:pt>
                <c:pt idx="1147">
                  <c:v>-8.6082778507597144</c:v>
                </c:pt>
                <c:pt idx="1148">
                  <c:v>-11.273340626357566</c:v>
                </c:pt>
                <c:pt idx="1149">
                  <c:v>-10.408048937036115</c:v>
                </c:pt>
                <c:pt idx="1150">
                  <c:v>-11.596436818012817</c:v>
                </c:pt>
                <c:pt idx="1151">
                  <c:v>-12.245371465160263</c:v>
                </c:pt>
                <c:pt idx="1152">
                  <c:v>-11.959687688061496</c:v>
                </c:pt>
                <c:pt idx="1153">
                  <c:v>-11.827846384057381</c:v>
                </c:pt>
                <c:pt idx="1154">
                  <c:v>-10.74075083242928</c:v>
                </c:pt>
                <c:pt idx="1155">
                  <c:v>-10.574895831846895</c:v>
                </c:pt>
                <c:pt idx="1156">
                  <c:v>-11.304655425968072</c:v>
                </c:pt>
                <c:pt idx="1157">
                  <c:v>-8.8555599843329791</c:v>
                </c:pt>
                <c:pt idx="1158">
                  <c:v>-8.2899517678174384</c:v>
                </c:pt>
                <c:pt idx="1159">
                  <c:v>-8.1886786437072079</c:v>
                </c:pt>
                <c:pt idx="1160">
                  <c:v>-8.207242529617977</c:v>
                </c:pt>
                <c:pt idx="1161">
                  <c:v>-8.4755792771772089</c:v>
                </c:pt>
                <c:pt idx="1162">
                  <c:v>-9.1990204260133694</c:v>
                </c:pt>
                <c:pt idx="1163">
                  <c:v>-9.1769371607847461</c:v>
                </c:pt>
                <c:pt idx="1164">
                  <c:v>-9.1279978948080434</c:v>
                </c:pt>
                <c:pt idx="1165">
                  <c:v>-7.4539506066826693</c:v>
                </c:pt>
                <c:pt idx="1166">
                  <c:v>-8.0350202673226558</c:v>
                </c:pt>
                <c:pt idx="1167">
                  <c:v>-5.153398374744258</c:v>
                </c:pt>
                <c:pt idx="1168">
                  <c:v>-4.8803251810169677</c:v>
                </c:pt>
                <c:pt idx="1169">
                  <c:v>-4.1209143781153266</c:v>
                </c:pt>
                <c:pt idx="1170">
                  <c:v>-4.0311634623540975</c:v>
                </c:pt>
                <c:pt idx="1171">
                  <c:v>-4.3294246954827713</c:v>
                </c:pt>
                <c:pt idx="1172">
                  <c:v>-4.1436328999760974</c:v>
                </c:pt>
                <c:pt idx="1173">
                  <c:v>-4.139373419169285</c:v>
                </c:pt>
                <c:pt idx="1174">
                  <c:v>-5.0079522960300196</c:v>
                </c:pt>
                <c:pt idx="1175">
                  <c:v>-4.6138066519286163</c:v>
                </c:pt>
                <c:pt idx="1176">
                  <c:v>-4.614223478595207</c:v>
                </c:pt>
                <c:pt idx="1177">
                  <c:v>-5.1116681793125522</c:v>
                </c:pt>
                <c:pt idx="1178">
                  <c:v>-7.956631428578687</c:v>
                </c:pt>
                <c:pt idx="1179">
                  <c:v>-7.5686789025544563</c:v>
                </c:pt>
                <c:pt idx="1180">
                  <c:v>-7.3291774792032509</c:v>
                </c:pt>
                <c:pt idx="1181">
                  <c:v>-8.329719001498372</c:v>
                </c:pt>
                <c:pt idx="1182">
                  <c:v>-9.1723789877953426</c:v>
                </c:pt>
                <c:pt idx="1183">
                  <c:v>-8.5774295623511243</c:v>
                </c:pt>
                <c:pt idx="1184">
                  <c:v>-8.8956414656614626</c:v>
                </c:pt>
                <c:pt idx="1185">
                  <c:v>-8.7120886564820381</c:v>
                </c:pt>
                <c:pt idx="1186">
                  <c:v>-8.3584081596441084</c:v>
                </c:pt>
                <c:pt idx="1187">
                  <c:v>-9.7867157839858923</c:v>
                </c:pt>
                <c:pt idx="1188">
                  <c:v>-8.5409077025402045</c:v>
                </c:pt>
                <c:pt idx="1189">
                  <c:v>-8.754740829353663</c:v>
                </c:pt>
                <c:pt idx="1190">
                  <c:v>-9.9387583244619933</c:v>
                </c:pt>
                <c:pt idx="1191">
                  <c:v>-10.064503243869819</c:v>
                </c:pt>
                <c:pt idx="1192">
                  <c:v>-10.144284839952475</c:v>
                </c:pt>
                <c:pt idx="1193">
                  <c:v>-9.270265533824448</c:v>
                </c:pt>
                <c:pt idx="1194">
                  <c:v>-11.099664282645472</c:v>
                </c:pt>
                <c:pt idx="1195">
                  <c:v>-8.5110952001878886</c:v>
                </c:pt>
                <c:pt idx="1196">
                  <c:v>-8.9610296942871077</c:v>
                </c:pt>
                <c:pt idx="1197">
                  <c:v>-9.4098557397558658</c:v>
                </c:pt>
                <c:pt idx="1198">
                  <c:v>-8.1869550367427344</c:v>
                </c:pt>
                <c:pt idx="1199">
                  <c:v>-8.5404170141642268</c:v>
                </c:pt>
                <c:pt idx="1200">
                  <c:v>-11.656442952952128</c:v>
                </c:pt>
                <c:pt idx="1201">
                  <c:v>-10.590879406569098</c:v>
                </c:pt>
                <c:pt idx="1202">
                  <c:v>-10.205908618793949</c:v>
                </c:pt>
                <c:pt idx="1203">
                  <c:v>-9.9449606695216755</c:v>
                </c:pt>
                <c:pt idx="1204">
                  <c:v>-9.3257624581134486</c:v>
                </c:pt>
                <c:pt idx="1205">
                  <c:v>-8.5747628671237379</c:v>
                </c:pt>
                <c:pt idx="1206">
                  <c:v>-8.1915179624203454</c:v>
                </c:pt>
                <c:pt idx="1207">
                  <c:v>-7.9423426262247645</c:v>
                </c:pt>
                <c:pt idx="1208">
                  <c:v>-5.0480434580366929</c:v>
                </c:pt>
                <c:pt idx="1209">
                  <c:v>-10.035188266588458</c:v>
                </c:pt>
                <c:pt idx="1210">
                  <c:v>-8.7999414428280165</c:v>
                </c:pt>
                <c:pt idx="1211">
                  <c:v>-7.8134695205070113</c:v>
                </c:pt>
                <c:pt idx="1212">
                  <c:v>-7.3170035088695471</c:v>
                </c:pt>
                <c:pt idx="1213">
                  <c:v>-8.8194113174725324</c:v>
                </c:pt>
                <c:pt idx="1214">
                  <c:v>-6.7069149141026223</c:v>
                </c:pt>
                <c:pt idx="1215">
                  <c:v>-6.4174719633828339</c:v>
                </c:pt>
                <c:pt idx="1216">
                  <c:v>-5.9226635352808046</c:v>
                </c:pt>
                <c:pt idx="1217">
                  <c:v>-5.3226930532521823</c:v>
                </c:pt>
                <c:pt idx="1218">
                  <c:v>-5.1756286585912008</c:v>
                </c:pt>
                <c:pt idx="1219">
                  <c:v>-5.9496455724363013</c:v>
                </c:pt>
                <c:pt idx="1220">
                  <c:v>-6.7781573126714463</c:v>
                </c:pt>
                <c:pt idx="1221">
                  <c:v>-8.1736976866883531</c:v>
                </c:pt>
                <c:pt idx="1222">
                  <c:v>-8.2690476743734482</c:v>
                </c:pt>
                <c:pt idx="1223">
                  <c:v>-7.1463356900739594</c:v>
                </c:pt>
                <c:pt idx="1224">
                  <c:v>-5.3442452929410713</c:v>
                </c:pt>
                <c:pt idx="1225">
                  <c:v>-8.597848672385398</c:v>
                </c:pt>
                <c:pt idx="1226">
                  <c:v>-8.3475921928000236</c:v>
                </c:pt>
                <c:pt idx="1227">
                  <c:v>-8.6857349606852718</c:v>
                </c:pt>
                <c:pt idx="1228">
                  <c:v>-7.220337377453415</c:v>
                </c:pt>
                <c:pt idx="1229">
                  <c:v>-7.2810863785169921</c:v>
                </c:pt>
                <c:pt idx="1230">
                  <c:v>-6.1720159057953499</c:v>
                </c:pt>
                <c:pt idx="1231">
                  <c:v>-7.9371624315439284</c:v>
                </c:pt>
                <c:pt idx="1232">
                  <c:v>-6.494588627219203</c:v>
                </c:pt>
                <c:pt idx="1233">
                  <c:v>-5.5889410228345344</c:v>
                </c:pt>
                <c:pt idx="1234">
                  <c:v>-7.1274731324145044</c:v>
                </c:pt>
                <c:pt idx="1235">
                  <c:v>-6.7922806430475848</c:v>
                </c:pt>
                <c:pt idx="1236">
                  <c:v>-6.3313278906157642</c:v>
                </c:pt>
                <c:pt idx="1237">
                  <c:v>-8.1273765768651334</c:v>
                </c:pt>
                <c:pt idx="1238">
                  <c:v>-8.895448739110515</c:v>
                </c:pt>
                <c:pt idx="1239">
                  <c:v>-4.1965937430140308</c:v>
                </c:pt>
                <c:pt idx="1240">
                  <c:v>-7.5195594401104184</c:v>
                </c:pt>
                <c:pt idx="1241">
                  <c:v>-5.7951543934332701</c:v>
                </c:pt>
                <c:pt idx="1242">
                  <c:v>-8.234909670448463</c:v>
                </c:pt>
                <c:pt idx="1243">
                  <c:v>-6.0743860673635144</c:v>
                </c:pt>
                <c:pt idx="1244">
                  <c:v>-4.9807764374168073</c:v>
                </c:pt>
                <c:pt idx="1245">
                  <c:v>-5.7224850734978752</c:v>
                </c:pt>
                <c:pt idx="1246">
                  <c:v>-5.8450567899700054</c:v>
                </c:pt>
                <c:pt idx="1247">
                  <c:v>-4.8858992062852789</c:v>
                </c:pt>
                <c:pt idx="1248">
                  <c:v>-6.1605199542664941</c:v>
                </c:pt>
                <c:pt idx="1249">
                  <c:v>-4.645095995208905</c:v>
                </c:pt>
                <c:pt idx="1250">
                  <c:v>-6.6021265516701817</c:v>
                </c:pt>
                <c:pt idx="1251">
                  <c:v>-7.3318495450637435</c:v>
                </c:pt>
                <c:pt idx="1252">
                  <c:v>-4.5574452898955826</c:v>
                </c:pt>
                <c:pt idx="1253">
                  <c:v>-6.531100547288867</c:v>
                </c:pt>
                <c:pt idx="1254">
                  <c:v>-8.4345770961428066</c:v>
                </c:pt>
                <c:pt idx="1255">
                  <c:v>-8.7036275035473203</c:v>
                </c:pt>
                <c:pt idx="1256">
                  <c:v>-8.5595530788934422</c:v>
                </c:pt>
                <c:pt idx="1257">
                  <c:v>-9.4964237763008121</c:v>
                </c:pt>
                <c:pt idx="1258">
                  <c:v>-8.6684425859740148</c:v>
                </c:pt>
                <c:pt idx="1259">
                  <c:v>-10.010720622863973</c:v>
                </c:pt>
                <c:pt idx="1260">
                  <c:v>-8.4890356836791732</c:v>
                </c:pt>
                <c:pt idx="1261">
                  <c:v>-8.9634418916900263</c:v>
                </c:pt>
                <c:pt idx="1262">
                  <c:v>-9.1934000005866388</c:v>
                </c:pt>
                <c:pt idx="1263">
                  <c:v>-9.0580354252541984</c:v>
                </c:pt>
                <c:pt idx="1264">
                  <c:v>-7.136787000566196</c:v>
                </c:pt>
                <c:pt idx="1265">
                  <c:v>-7.2504286857454829</c:v>
                </c:pt>
                <c:pt idx="1266">
                  <c:v>-7.5971357972114166</c:v>
                </c:pt>
                <c:pt idx="1267">
                  <c:v>-8.7023175227684</c:v>
                </c:pt>
                <c:pt idx="1268">
                  <c:v>-9.6006153712269438</c:v>
                </c:pt>
                <c:pt idx="1269">
                  <c:v>-15.069885597822335</c:v>
                </c:pt>
                <c:pt idx="1270">
                  <c:v>-7.4162250008243369</c:v>
                </c:pt>
                <c:pt idx="1271">
                  <c:v>-7.6007047366487122</c:v>
                </c:pt>
                <c:pt idx="1272">
                  <c:v>-6.3992890616881297</c:v>
                </c:pt>
                <c:pt idx="1273">
                  <c:v>-4.955944010295017</c:v>
                </c:pt>
                <c:pt idx="1274">
                  <c:v>-1.6407749345896754</c:v>
                </c:pt>
                <c:pt idx="1275">
                  <c:v>-5.0827952288328575</c:v>
                </c:pt>
                <c:pt idx="1276">
                  <c:v>-0.7040552176930106</c:v>
                </c:pt>
                <c:pt idx="1277">
                  <c:v>-2.4954564332461864</c:v>
                </c:pt>
                <c:pt idx="1278">
                  <c:v>-2.0808643992876483</c:v>
                </c:pt>
                <c:pt idx="1279">
                  <c:v>-0.17034957237775572</c:v>
                </c:pt>
                <c:pt idx="1280">
                  <c:v>-3.0665339742702287</c:v>
                </c:pt>
                <c:pt idx="1281">
                  <c:v>-4.7259536867088983</c:v>
                </c:pt>
                <c:pt idx="1282">
                  <c:v>-4.697750530184873</c:v>
                </c:pt>
                <c:pt idx="1283">
                  <c:v>-3.5497822357536322</c:v>
                </c:pt>
                <c:pt idx="1284">
                  <c:v>-1.5920297055766284</c:v>
                </c:pt>
                <c:pt idx="1285">
                  <c:v>-2.3383468572482506</c:v>
                </c:pt>
                <c:pt idx="1286">
                  <c:v>-5.300911662339697</c:v>
                </c:pt>
                <c:pt idx="1287">
                  <c:v>-5.6487681612166369</c:v>
                </c:pt>
                <c:pt idx="1288">
                  <c:v>-5.5631178477851755</c:v>
                </c:pt>
                <c:pt idx="1289">
                  <c:v>-3.4083351487839977</c:v>
                </c:pt>
                <c:pt idx="1290">
                  <c:v>-4.4405231282989241</c:v>
                </c:pt>
                <c:pt idx="1291">
                  <c:v>-6.4381523864140142</c:v>
                </c:pt>
                <c:pt idx="1292">
                  <c:v>-4.0592503951877319</c:v>
                </c:pt>
                <c:pt idx="1293">
                  <c:v>-5.9724237751099594</c:v>
                </c:pt>
                <c:pt idx="1294">
                  <c:v>-3.8664600089399599</c:v>
                </c:pt>
                <c:pt idx="1295">
                  <c:v>-5.1452261069349632</c:v>
                </c:pt>
                <c:pt idx="1296">
                  <c:v>-4.708912618386158</c:v>
                </c:pt>
                <c:pt idx="1297">
                  <c:v>-4.7460153748289571</c:v>
                </c:pt>
                <c:pt idx="1298">
                  <c:v>-1.6866350033804061</c:v>
                </c:pt>
                <c:pt idx="1299">
                  <c:v>-4.711029257350468</c:v>
                </c:pt>
                <c:pt idx="1300">
                  <c:v>-4.4473386749541177</c:v>
                </c:pt>
                <c:pt idx="1301">
                  <c:v>-4.5383362515107422</c:v>
                </c:pt>
                <c:pt idx="1302">
                  <c:v>-3.0924828223433352</c:v>
                </c:pt>
                <c:pt idx="1303">
                  <c:v>-6.3306024463063686</c:v>
                </c:pt>
                <c:pt idx="1304">
                  <c:v>-3.8026258396833263</c:v>
                </c:pt>
                <c:pt idx="1305">
                  <c:v>-4.5251075682838682</c:v>
                </c:pt>
                <c:pt idx="1306">
                  <c:v>-4.0968901506286457</c:v>
                </c:pt>
                <c:pt idx="1307">
                  <c:v>-3.243923862639484</c:v>
                </c:pt>
                <c:pt idx="1308">
                  <c:v>-6.6699214862655722</c:v>
                </c:pt>
                <c:pt idx="1309">
                  <c:v>-6.0126548576428327</c:v>
                </c:pt>
                <c:pt idx="1310">
                  <c:v>-6.7742750328306922</c:v>
                </c:pt>
                <c:pt idx="1311">
                  <c:v>-5.7917184000468929</c:v>
                </c:pt>
                <c:pt idx="1312">
                  <c:v>-5.9785380463528739</c:v>
                </c:pt>
                <c:pt idx="1313">
                  <c:v>-6.2230163564345204</c:v>
                </c:pt>
                <c:pt idx="1314">
                  <c:v>-6.2418329000732484</c:v>
                </c:pt>
                <c:pt idx="1315">
                  <c:v>-5.755600000674864</c:v>
                </c:pt>
                <c:pt idx="1316">
                  <c:v>-5.4784120585515943</c:v>
                </c:pt>
                <c:pt idx="1317">
                  <c:v>-6.2330603832283131</c:v>
                </c:pt>
                <c:pt idx="1318">
                  <c:v>-14.759996812659601</c:v>
                </c:pt>
                <c:pt idx="1319">
                  <c:v>-6.587599127476075</c:v>
                </c:pt>
                <c:pt idx="1320">
                  <c:v>-5.6103439250506106</c:v>
                </c:pt>
                <c:pt idx="1321">
                  <c:v>-7.2333296062713828</c:v>
                </c:pt>
                <c:pt idx="1322">
                  <c:v>-6.8186385518815946</c:v>
                </c:pt>
                <c:pt idx="1323">
                  <c:v>-17.362906083150364</c:v>
                </c:pt>
                <c:pt idx="1324">
                  <c:v>-5.9485032487899687</c:v>
                </c:pt>
                <c:pt idx="1325">
                  <c:v>-6.1936981679986935</c:v>
                </c:pt>
                <c:pt idx="1326">
                  <c:v>-4.8344222218192314</c:v>
                </c:pt>
                <c:pt idx="1327">
                  <c:v>-3.4035792675209926</c:v>
                </c:pt>
                <c:pt idx="1328">
                  <c:v>-3.9571862531492599</c:v>
                </c:pt>
                <c:pt idx="1329">
                  <c:v>-3.7346778474054929</c:v>
                </c:pt>
                <c:pt idx="1330">
                  <c:v>-4.2659918465658926</c:v>
                </c:pt>
                <c:pt idx="1331">
                  <c:v>-2.8466858681793852</c:v>
                </c:pt>
                <c:pt idx="1332">
                  <c:v>-9.3170207300788359</c:v>
                </c:pt>
                <c:pt idx="1333">
                  <c:v>-3.9037528604328564</c:v>
                </c:pt>
                <c:pt idx="1334">
                  <c:v>-5.1236116078018306</c:v>
                </c:pt>
                <c:pt idx="1335">
                  <c:v>-3.5383700084119063</c:v>
                </c:pt>
                <c:pt idx="1336">
                  <c:v>-4.9420537450349862</c:v>
                </c:pt>
                <c:pt idx="1337">
                  <c:v>-0.88882046530273584</c:v>
                </c:pt>
                <c:pt idx="1338">
                  <c:v>-5.2691824627339301</c:v>
                </c:pt>
                <c:pt idx="1339">
                  <c:v>-5.0218198139728791</c:v>
                </c:pt>
                <c:pt idx="1340">
                  <c:v>-4.4311184007889395</c:v>
                </c:pt>
                <c:pt idx="1341">
                  <c:v>-5.6230111015550328</c:v>
                </c:pt>
                <c:pt idx="1342">
                  <c:v>-2.3489599140377244</c:v>
                </c:pt>
                <c:pt idx="1343">
                  <c:v>-3.8914380893375053</c:v>
                </c:pt>
                <c:pt idx="1344">
                  <c:v>-3.8008786860473833</c:v>
                </c:pt>
                <c:pt idx="1345">
                  <c:v>-5.5875296580165319</c:v>
                </c:pt>
                <c:pt idx="1346">
                  <c:v>-4.9495241378939987</c:v>
                </c:pt>
                <c:pt idx="1347">
                  <c:v>-13.790380196587687</c:v>
                </c:pt>
                <c:pt idx="1348">
                  <c:v>-6.9612061627461266</c:v>
                </c:pt>
                <c:pt idx="1349">
                  <c:v>-7.0206100163167875</c:v>
                </c:pt>
                <c:pt idx="1350">
                  <c:v>-6.1246342778076936</c:v>
                </c:pt>
                <c:pt idx="1351">
                  <c:v>-6.3524004009528703</c:v>
                </c:pt>
                <c:pt idx="1352">
                  <c:v>5.0782085112744397</c:v>
                </c:pt>
                <c:pt idx="1353">
                  <c:v>-5.1497839215889876</c:v>
                </c:pt>
                <c:pt idx="1354">
                  <c:v>1.0691146737201898</c:v>
                </c:pt>
                <c:pt idx="1355">
                  <c:v>-5.0836685377019322</c:v>
                </c:pt>
                <c:pt idx="1356">
                  <c:v>-4.9039710895772437</c:v>
                </c:pt>
                <c:pt idx="1357">
                  <c:v>-7.4859713205350573</c:v>
                </c:pt>
                <c:pt idx="1358">
                  <c:v>-6.3503999476608364</c:v>
                </c:pt>
                <c:pt idx="1359">
                  <c:v>-13.401387882721989</c:v>
                </c:pt>
                <c:pt idx="1360">
                  <c:v>-7.0104220074204662</c:v>
                </c:pt>
                <c:pt idx="1361">
                  <c:v>-5.7855747120020098</c:v>
                </c:pt>
                <c:pt idx="1362">
                  <c:v>-5.9996582409325185</c:v>
                </c:pt>
                <c:pt idx="1363">
                  <c:v>-4.6781934146546007</c:v>
                </c:pt>
                <c:pt idx="1364">
                  <c:v>-4.6018812880248348</c:v>
                </c:pt>
                <c:pt idx="1365">
                  <c:v>-4.352190592239559</c:v>
                </c:pt>
                <c:pt idx="1366">
                  <c:v>-4.016432267857251</c:v>
                </c:pt>
                <c:pt idx="1367">
                  <c:v>-3.657506547081006</c:v>
                </c:pt>
                <c:pt idx="1368">
                  <c:v>-4.7675794399170108</c:v>
                </c:pt>
                <c:pt idx="1369">
                  <c:v>-4.0609159742154795</c:v>
                </c:pt>
                <c:pt idx="1370">
                  <c:v>-4.8861190085219697</c:v>
                </c:pt>
                <c:pt idx="1371">
                  <c:v>-4.7805191893405201</c:v>
                </c:pt>
                <c:pt idx="1372">
                  <c:v>-4.4500521804625706</c:v>
                </c:pt>
                <c:pt idx="1373">
                  <c:v>-4.3957151647899337</c:v>
                </c:pt>
                <c:pt idx="1374">
                  <c:v>-4.4621210876294093</c:v>
                </c:pt>
                <c:pt idx="1375">
                  <c:v>-5.3199333425999882</c:v>
                </c:pt>
                <c:pt idx="1376">
                  <c:v>-5.1237468502944559</c:v>
                </c:pt>
                <c:pt idx="1377">
                  <c:v>-4.4599980220586133</c:v>
                </c:pt>
                <c:pt idx="1378">
                  <c:v>-4.1462562841097395</c:v>
                </c:pt>
                <c:pt idx="1379">
                  <c:v>-4.124269762645465</c:v>
                </c:pt>
                <c:pt idx="1380">
                  <c:v>-4.0963519343652095</c:v>
                </c:pt>
                <c:pt idx="1381">
                  <c:v>-3.8257218855885604</c:v>
                </c:pt>
                <c:pt idx="1382">
                  <c:v>-5.6913821086454419</c:v>
                </c:pt>
                <c:pt idx="1383">
                  <c:v>-5.4816945390674086</c:v>
                </c:pt>
                <c:pt idx="1384">
                  <c:v>-12.673964912290799</c:v>
                </c:pt>
                <c:pt idx="1385">
                  <c:v>-11.43036107793723</c:v>
                </c:pt>
                <c:pt idx="1386">
                  <c:v>-10.760256164660269</c:v>
                </c:pt>
                <c:pt idx="1387">
                  <c:v>-11.742420589513738</c:v>
                </c:pt>
                <c:pt idx="1388">
                  <c:v>-11.27150703038062</c:v>
                </c:pt>
                <c:pt idx="1389">
                  <c:v>-12.803775554635356</c:v>
                </c:pt>
                <c:pt idx="1390">
                  <c:v>-14.67468776408144</c:v>
                </c:pt>
                <c:pt idx="1391">
                  <c:v>-16.262347195941906</c:v>
                </c:pt>
                <c:pt idx="1392">
                  <c:v>-16.863289097379752</c:v>
                </c:pt>
                <c:pt idx="1393">
                  <c:v>-16.342208885560847</c:v>
                </c:pt>
                <c:pt idx="1394">
                  <c:v>-18.271911623830796</c:v>
                </c:pt>
                <c:pt idx="1395">
                  <c:v>-19.460928635486638</c:v>
                </c:pt>
                <c:pt idx="1396">
                  <c:v>-20.648362309945412</c:v>
                </c:pt>
                <c:pt idx="1397">
                  <c:v>-19.762140940422267</c:v>
                </c:pt>
                <c:pt idx="1398">
                  <c:v>-20.826143196623978</c:v>
                </c:pt>
                <c:pt idx="1399">
                  <c:v>-23.356125900927481</c:v>
                </c:pt>
                <c:pt idx="1400">
                  <c:v>-23.996689083630837</c:v>
                </c:pt>
                <c:pt idx="1401">
                  <c:v>-21.85889450832796</c:v>
                </c:pt>
                <c:pt idx="1402">
                  <c:v>-21.948919166699792</c:v>
                </c:pt>
                <c:pt idx="1403">
                  <c:v>-21.733830979006083</c:v>
                </c:pt>
                <c:pt idx="1404">
                  <c:v>-20.92981901146597</c:v>
                </c:pt>
                <c:pt idx="1405">
                  <c:v>-22.947091237154815</c:v>
                </c:pt>
                <c:pt idx="1406">
                  <c:v>-22.526018866697925</c:v>
                </c:pt>
                <c:pt idx="1407">
                  <c:v>-19.578351972628102</c:v>
                </c:pt>
                <c:pt idx="1408">
                  <c:v>-22.041733392996846</c:v>
                </c:pt>
                <c:pt idx="1409">
                  <c:v>-22.47483392527289</c:v>
                </c:pt>
                <c:pt idx="1410">
                  <c:v>-24.994883723323547</c:v>
                </c:pt>
                <c:pt idx="1411">
                  <c:v>-23.273997922137447</c:v>
                </c:pt>
                <c:pt idx="1412">
                  <c:v>-25.2015220452138</c:v>
                </c:pt>
                <c:pt idx="1413">
                  <c:v>-27.134612861037532</c:v>
                </c:pt>
                <c:pt idx="1414">
                  <c:v>-25.65879722102801</c:v>
                </c:pt>
                <c:pt idx="1415">
                  <c:v>-22.845081630766021</c:v>
                </c:pt>
                <c:pt idx="1416">
                  <c:v>-20.546131247135786</c:v>
                </c:pt>
                <c:pt idx="1417">
                  <c:v>-20.721009968353105</c:v>
                </c:pt>
                <c:pt idx="1418">
                  <c:v>-20.231624792770354</c:v>
                </c:pt>
                <c:pt idx="1419">
                  <c:v>-20.27386964049942</c:v>
                </c:pt>
                <c:pt idx="1420">
                  <c:v>-22.601472580306346</c:v>
                </c:pt>
                <c:pt idx="1421">
                  <c:v>-23.636010673935282</c:v>
                </c:pt>
                <c:pt idx="1422">
                  <c:v>-22.86925571115971</c:v>
                </c:pt>
                <c:pt idx="1423">
                  <c:v>-23.790453739244075</c:v>
                </c:pt>
                <c:pt idx="1424">
                  <c:v>-24.241748275940143</c:v>
                </c:pt>
                <c:pt idx="1425">
                  <c:v>-25.164895230316088</c:v>
                </c:pt>
                <c:pt idx="1426">
                  <c:v>-22.953009630653106</c:v>
                </c:pt>
                <c:pt idx="1427">
                  <c:v>-23.337873218777982</c:v>
                </c:pt>
                <c:pt idx="1428">
                  <c:v>-24.277762860249904</c:v>
                </c:pt>
                <c:pt idx="1429">
                  <c:v>-24.437733238763656</c:v>
                </c:pt>
                <c:pt idx="1430">
                  <c:v>-24.00450518636876</c:v>
                </c:pt>
                <c:pt idx="1431">
                  <c:v>-25.666218078549029</c:v>
                </c:pt>
                <c:pt idx="1432">
                  <c:v>-26.21163999561697</c:v>
                </c:pt>
                <c:pt idx="1433">
                  <c:v>-25.264911394604525</c:v>
                </c:pt>
                <c:pt idx="1434">
                  <c:v>-25.299529376329694</c:v>
                </c:pt>
                <c:pt idx="1435">
                  <c:v>-25.557602847251925</c:v>
                </c:pt>
                <c:pt idx="1436">
                  <c:v>-25.155658285692404</c:v>
                </c:pt>
                <c:pt idx="1437">
                  <c:v>-26.110489697308687</c:v>
                </c:pt>
                <c:pt idx="1438">
                  <c:v>-28.130518984899446</c:v>
                </c:pt>
                <c:pt idx="1439">
                  <c:v>-29.275908678059011</c:v>
                </c:pt>
                <c:pt idx="1440">
                  <c:v>-29.054035619844353</c:v>
                </c:pt>
                <c:pt idx="1441">
                  <c:v>-26.584874370803426</c:v>
                </c:pt>
                <c:pt idx="1442">
                  <c:v>-27.078034585113823</c:v>
                </c:pt>
                <c:pt idx="1443">
                  <c:v>-25.668607867362155</c:v>
                </c:pt>
                <c:pt idx="1444">
                  <c:v>-26.510508765816834</c:v>
                </c:pt>
                <c:pt idx="1445">
                  <c:v>-25.714066994852764</c:v>
                </c:pt>
                <c:pt idx="1446">
                  <c:v>-29.791554753271537</c:v>
                </c:pt>
                <c:pt idx="1447">
                  <c:v>-30.187893193160335</c:v>
                </c:pt>
                <c:pt idx="1448">
                  <c:v>-30.943512350805086</c:v>
                </c:pt>
                <c:pt idx="1449">
                  <c:v>-34.274466735587126</c:v>
                </c:pt>
                <c:pt idx="1450">
                  <c:v>-35.603342335886111</c:v>
                </c:pt>
                <c:pt idx="1451">
                  <c:v>-32.659924488678307</c:v>
                </c:pt>
                <c:pt idx="1452">
                  <c:v>-31.901251323741938</c:v>
                </c:pt>
                <c:pt idx="1453">
                  <c:v>-31.870829336085492</c:v>
                </c:pt>
                <c:pt idx="1454">
                  <c:v>-29.742687878442212</c:v>
                </c:pt>
                <c:pt idx="1455">
                  <c:v>-32.265451352642366</c:v>
                </c:pt>
                <c:pt idx="1456">
                  <c:v>-32.171205732114061</c:v>
                </c:pt>
                <c:pt idx="1457">
                  <c:v>-33.004212463439032</c:v>
                </c:pt>
                <c:pt idx="1458">
                  <c:v>-34.419973589322083</c:v>
                </c:pt>
                <c:pt idx="1459">
                  <c:v>-33.531618384789894</c:v>
                </c:pt>
                <c:pt idx="1460">
                  <c:v>-31.887316055752674</c:v>
                </c:pt>
                <c:pt idx="1461">
                  <c:v>-31.042224650242311</c:v>
                </c:pt>
                <c:pt idx="1462">
                  <c:v>-31.361495000603313</c:v>
                </c:pt>
                <c:pt idx="1463">
                  <c:v>-30.724169678054931</c:v>
                </c:pt>
                <c:pt idx="1464">
                  <c:v>-30.433035679920717</c:v>
                </c:pt>
                <c:pt idx="1465">
                  <c:v>-36.614481763837404</c:v>
                </c:pt>
                <c:pt idx="1466">
                  <c:v>-36.934832505369577</c:v>
                </c:pt>
                <c:pt idx="1467">
                  <c:v>-37.825021861561311</c:v>
                </c:pt>
                <c:pt idx="1468">
                  <c:v>-35.83336453907539</c:v>
                </c:pt>
                <c:pt idx="1469">
                  <c:v>-32.452425470636051</c:v>
                </c:pt>
                <c:pt idx="1470">
                  <c:v>-33.447630504438578</c:v>
                </c:pt>
                <c:pt idx="1471">
                  <c:v>-34.787073338051606</c:v>
                </c:pt>
                <c:pt idx="1472">
                  <c:v>-33.958775977822512</c:v>
                </c:pt>
                <c:pt idx="1473">
                  <c:v>-33.392628315502101</c:v>
                </c:pt>
                <c:pt idx="1474">
                  <c:v>-33.419659080551867</c:v>
                </c:pt>
                <c:pt idx="1475">
                  <c:v>-34.495600793656628</c:v>
                </c:pt>
                <c:pt idx="1476">
                  <c:v>-34.295326023005224</c:v>
                </c:pt>
                <c:pt idx="1477">
                  <c:v>-32.418719505622192</c:v>
                </c:pt>
                <c:pt idx="1478">
                  <c:v>-32.720182448832432</c:v>
                </c:pt>
                <c:pt idx="1479">
                  <c:v>-33.626345621076425</c:v>
                </c:pt>
                <c:pt idx="1480">
                  <c:v>-34.495549212997986</c:v>
                </c:pt>
                <c:pt idx="1481">
                  <c:v>-35.189938168660788</c:v>
                </c:pt>
                <c:pt idx="1482">
                  <c:v>-35.918516318262</c:v>
                </c:pt>
                <c:pt idx="1483">
                  <c:v>-37.89340890294919</c:v>
                </c:pt>
                <c:pt idx="1484">
                  <c:v>-37.075728519838286</c:v>
                </c:pt>
                <c:pt idx="1485">
                  <c:v>-37.196905679903367</c:v>
                </c:pt>
                <c:pt idx="1486">
                  <c:v>-37.84312168845608</c:v>
                </c:pt>
                <c:pt idx="1487">
                  <c:v>-37.923372221755841</c:v>
                </c:pt>
                <c:pt idx="1488">
                  <c:v>-38.297906289917421</c:v>
                </c:pt>
                <c:pt idx="1489">
                  <c:v>-37.566897690472388</c:v>
                </c:pt>
                <c:pt idx="1490">
                  <c:v>-36.732892086330736</c:v>
                </c:pt>
                <c:pt idx="1491">
                  <c:v>-36.377081069805762</c:v>
                </c:pt>
                <c:pt idx="1492">
                  <c:v>-35.925990748931952</c:v>
                </c:pt>
                <c:pt idx="1493">
                  <c:v>-35.685324602100067</c:v>
                </c:pt>
                <c:pt idx="1494">
                  <c:v>-33.458548097039696</c:v>
                </c:pt>
                <c:pt idx="1495">
                  <c:v>-33.402671371683148</c:v>
                </c:pt>
                <c:pt idx="1496">
                  <c:v>-32.372821253306263</c:v>
                </c:pt>
                <c:pt idx="1497">
                  <c:v>-37.167933963889062</c:v>
                </c:pt>
                <c:pt idx="1498">
                  <c:v>-32.346098792598241</c:v>
                </c:pt>
                <c:pt idx="1499">
                  <c:v>-34.297738349982723</c:v>
                </c:pt>
                <c:pt idx="1500">
                  <c:v>-32.263761546525132</c:v>
                </c:pt>
                <c:pt idx="1501">
                  <c:v>-32.162030977455174</c:v>
                </c:pt>
                <c:pt idx="1502">
                  <c:v>-34.135816890543055</c:v>
                </c:pt>
                <c:pt idx="1503">
                  <c:v>-35.552107759220149</c:v>
                </c:pt>
                <c:pt idx="1504">
                  <c:v>-38.199986399889532</c:v>
                </c:pt>
                <c:pt idx="1505">
                  <c:v>-40.286274830073481</c:v>
                </c:pt>
                <c:pt idx="1506">
                  <c:v>-39.658512001482585</c:v>
                </c:pt>
                <c:pt idx="1507">
                  <c:v>-43.81958425733032</c:v>
                </c:pt>
                <c:pt idx="1508">
                  <c:v>-44.448667416479239</c:v>
                </c:pt>
                <c:pt idx="1509">
                  <c:v>-43.159652585755573</c:v>
                </c:pt>
                <c:pt idx="1510">
                  <c:v>-42.650128841915546</c:v>
                </c:pt>
                <c:pt idx="1511">
                  <c:v>-43.105081932559216</c:v>
                </c:pt>
                <c:pt idx="1512">
                  <c:v>-44.725450898941432</c:v>
                </c:pt>
                <c:pt idx="1513">
                  <c:v>-43.414022376412618</c:v>
                </c:pt>
                <c:pt idx="1514">
                  <c:v>-43.837773870302115</c:v>
                </c:pt>
                <c:pt idx="1515">
                  <c:v>-44.930866159249433</c:v>
                </c:pt>
                <c:pt idx="1516">
                  <c:v>-41.87458021055162</c:v>
                </c:pt>
                <c:pt idx="1517">
                  <c:v>-43.851334510948533</c:v>
                </c:pt>
                <c:pt idx="1518">
                  <c:v>-43.37486024180339</c:v>
                </c:pt>
                <c:pt idx="1519">
                  <c:v>-43.078403562031589</c:v>
                </c:pt>
                <c:pt idx="1520">
                  <c:v>-42.348484182893472</c:v>
                </c:pt>
                <c:pt idx="1521">
                  <c:v>-41.905615948439092</c:v>
                </c:pt>
                <c:pt idx="1522">
                  <c:v>-41.649074541454659</c:v>
                </c:pt>
                <c:pt idx="1523">
                  <c:v>-42.08645370405744</c:v>
                </c:pt>
                <c:pt idx="1524">
                  <c:v>-42.121377000386616</c:v>
                </c:pt>
                <c:pt idx="1525">
                  <c:v>-42.368509716660299</c:v>
                </c:pt>
                <c:pt idx="1526">
                  <c:v>-40.772461943017724</c:v>
                </c:pt>
                <c:pt idx="1527">
                  <c:v>-40.098891997350442</c:v>
                </c:pt>
                <c:pt idx="1528">
                  <c:v>-39.661332688919686</c:v>
                </c:pt>
                <c:pt idx="1529">
                  <c:v>-38.860847934373787</c:v>
                </c:pt>
                <c:pt idx="1530">
                  <c:v>-37.213767070688348</c:v>
                </c:pt>
                <c:pt idx="1531">
                  <c:v>-36.920493312698504</c:v>
                </c:pt>
                <c:pt idx="1532">
                  <c:v>-37.551771352704435</c:v>
                </c:pt>
                <c:pt idx="1533">
                  <c:v>-33.912345783439214</c:v>
                </c:pt>
                <c:pt idx="1534">
                  <c:v>-32.642013112773327</c:v>
                </c:pt>
                <c:pt idx="1535">
                  <c:v>-32.973301118839998</c:v>
                </c:pt>
                <c:pt idx="1536">
                  <c:v>-31.469822585809688</c:v>
                </c:pt>
                <c:pt idx="1537">
                  <c:v>-29.88389804516039</c:v>
                </c:pt>
                <c:pt idx="1538">
                  <c:v>-31.757701909076975</c:v>
                </c:pt>
                <c:pt idx="1539">
                  <c:v>-33.042565447574816</c:v>
                </c:pt>
                <c:pt idx="1540">
                  <c:v>-32.150545560777914</c:v>
                </c:pt>
                <c:pt idx="1541">
                  <c:v>-31.13119848537762</c:v>
                </c:pt>
                <c:pt idx="1542">
                  <c:v>-29.830624574347603</c:v>
                </c:pt>
                <c:pt idx="1543">
                  <c:v>-30.714090949262875</c:v>
                </c:pt>
                <c:pt idx="1544">
                  <c:v>-31.843585106924163</c:v>
                </c:pt>
                <c:pt idx="1545">
                  <c:v>-34.432034645199273</c:v>
                </c:pt>
                <c:pt idx="1546">
                  <c:v>-34.382233718124098</c:v>
                </c:pt>
                <c:pt idx="1547">
                  <c:v>-33.771277618376303</c:v>
                </c:pt>
                <c:pt idx="1548">
                  <c:v>-33.603052264371648</c:v>
                </c:pt>
                <c:pt idx="1549">
                  <c:v>-32.767285547974232</c:v>
                </c:pt>
                <c:pt idx="1550">
                  <c:v>-32.501383112061212</c:v>
                </c:pt>
                <c:pt idx="1551">
                  <c:v>-33.061619903175554</c:v>
                </c:pt>
                <c:pt idx="1552">
                  <c:v>-33.999073954338606</c:v>
                </c:pt>
                <c:pt idx="1553">
                  <c:v>-33.737939322722333</c:v>
                </c:pt>
                <c:pt idx="1554">
                  <c:v>-32.996062136113373</c:v>
                </c:pt>
                <c:pt idx="1555">
                  <c:v>-31.726238644596336</c:v>
                </c:pt>
                <c:pt idx="1556">
                  <c:v>-30.908239354468162</c:v>
                </c:pt>
                <c:pt idx="1557">
                  <c:v>-31.021743449891297</c:v>
                </c:pt>
                <c:pt idx="1558">
                  <c:v>-30.967624015366386</c:v>
                </c:pt>
                <c:pt idx="1559">
                  <c:v>-30.145821246180027</c:v>
                </c:pt>
                <c:pt idx="1560">
                  <c:v>-31.327513883034943</c:v>
                </c:pt>
                <c:pt idx="1561">
                  <c:v>-31.232415028895321</c:v>
                </c:pt>
                <c:pt idx="1562">
                  <c:v>-31.891510168978144</c:v>
                </c:pt>
                <c:pt idx="1563">
                  <c:v>-32.949703278409501</c:v>
                </c:pt>
                <c:pt idx="1564">
                  <c:v>-32.347129998985736</c:v>
                </c:pt>
                <c:pt idx="1565">
                  <c:v>-32.451685691496735</c:v>
                </c:pt>
                <c:pt idx="1566">
                  <c:v>-31.94756437943207</c:v>
                </c:pt>
                <c:pt idx="1567">
                  <c:v>-30.387316893774418</c:v>
                </c:pt>
                <c:pt idx="1568">
                  <c:v>-31.810022054340092</c:v>
                </c:pt>
                <c:pt idx="1569">
                  <c:v>-31.485322342800988</c:v>
                </c:pt>
                <c:pt idx="1570">
                  <c:v>-32.020571760341532</c:v>
                </c:pt>
                <c:pt idx="1571">
                  <c:v>-30.617847726805646</c:v>
                </c:pt>
                <c:pt idx="1572">
                  <c:v>-29.766154515487969</c:v>
                </c:pt>
                <c:pt idx="1573">
                  <c:v>-29.418320410300122</c:v>
                </c:pt>
                <c:pt idx="1574">
                  <c:v>-27.460924176463013</c:v>
                </c:pt>
                <c:pt idx="1575">
                  <c:v>-27.666366945182077</c:v>
                </c:pt>
                <c:pt idx="1576">
                  <c:v>-27.215990253225808</c:v>
                </c:pt>
                <c:pt idx="1577">
                  <c:v>-27.422660611724467</c:v>
                </c:pt>
                <c:pt idx="1578">
                  <c:v>-28.138317173804374</c:v>
                </c:pt>
                <c:pt idx="1579">
                  <c:v>-28.25639769905214</c:v>
                </c:pt>
                <c:pt idx="1580">
                  <c:v>-27.702237236755867</c:v>
                </c:pt>
                <c:pt idx="1581">
                  <c:v>-29.181362000372456</c:v>
                </c:pt>
                <c:pt idx="1582">
                  <c:v>-29.804830197727444</c:v>
                </c:pt>
                <c:pt idx="1583">
                  <c:v>-28.389265016779881</c:v>
                </c:pt>
                <c:pt idx="1584">
                  <c:v>-30.022149975799024</c:v>
                </c:pt>
                <c:pt idx="1585">
                  <c:v>-30.357063135953716</c:v>
                </c:pt>
                <c:pt idx="1586">
                  <c:v>-30.481404000473738</c:v>
                </c:pt>
                <c:pt idx="1587">
                  <c:v>-28.528562186981684</c:v>
                </c:pt>
                <c:pt idx="1588">
                  <c:v>-28.666122000336838</c:v>
                </c:pt>
                <c:pt idx="1589">
                  <c:v>-29.890656000376886</c:v>
                </c:pt>
                <c:pt idx="1590">
                  <c:v>-30.993298000233342</c:v>
                </c:pt>
                <c:pt idx="1591">
                  <c:v>-30.025604128887487</c:v>
                </c:pt>
                <c:pt idx="1592">
                  <c:v>-31.153794000340014</c:v>
                </c:pt>
                <c:pt idx="1593">
                  <c:v>-31.257583718046792</c:v>
                </c:pt>
                <c:pt idx="1594">
                  <c:v>-30.958174692454705</c:v>
                </c:pt>
                <c:pt idx="1595">
                  <c:v>-31.568823173024253</c:v>
                </c:pt>
                <c:pt idx="1596">
                  <c:v>-32.380365000661591</c:v>
                </c:pt>
                <c:pt idx="1597">
                  <c:v>-33.193507015147219</c:v>
                </c:pt>
                <c:pt idx="1598">
                  <c:v>-32.735675098959184</c:v>
                </c:pt>
                <c:pt idx="1599">
                  <c:v>-31.617605300711638</c:v>
                </c:pt>
                <c:pt idx="1600">
                  <c:v>-30.48713200053907</c:v>
                </c:pt>
                <c:pt idx="1601">
                  <c:v>-28.709323000404506</c:v>
                </c:pt>
                <c:pt idx="1602">
                  <c:v>-28.42308800046785</c:v>
                </c:pt>
                <c:pt idx="1603">
                  <c:v>-28.979761000399879</c:v>
                </c:pt>
                <c:pt idx="1604">
                  <c:v>-30.86100292426574</c:v>
                </c:pt>
                <c:pt idx="1605">
                  <c:v>-28.964132832599951</c:v>
                </c:pt>
                <c:pt idx="1606">
                  <c:v>-29.06851054381681</c:v>
                </c:pt>
                <c:pt idx="1607">
                  <c:v>-29.97738582717032</c:v>
                </c:pt>
                <c:pt idx="1608">
                  <c:v>-31.166845866957136</c:v>
                </c:pt>
                <c:pt idx="1609">
                  <c:v>-30.239223000213446</c:v>
                </c:pt>
                <c:pt idx="1610">
                  <c:v>-30.253391045248023</c:v>
                </c:pt>
                <c:pt idx="1611">
                  <c:v>-31.417956200336025</c:v>
                </c:pt>
                <c:pt idx="1612">
                  <c:v>-30.718019323142855</c:v>
                </c:pt>
                <c:pt idx="1613">
                  <c:v>-30.41986543915106</c:v>
                </c:pt>
                <c:pt idx="1614">
                  <c:v>-27.054256000139276</c:v>
                </c:pt>
                <c:pt idx="1615">
                  <c:v>-27.274887000160362</c:v>
                </c:pt>
                <c:pt idx="1616">
                  <c:v>-29.360575000143566</c:v>
                </c:pt>
                <c:pt idx="1617">
                  <c:v>-31.041718000281115</c:v>
                </c:pt>
                <c:pt idx="1618">
                  <c:v>-29.28885600018716</c:v>
                </c:pt>
                <c:pt idx="1619">
                  <c:v>-29.655963548807371</c:v>
                </c:pt>
                <c:pt idx="1620">
                  <c:v>-29.547875843622673</c:v>
                </c:pt>
                <c:pt idx="1621">
                  <c:v>-29.434521089350852</c:v>
                </c:pt>
                <c:pt idx="1622">
                  <c:v>-30.396821898674904</c:v>
                </c:pt>
                <c:pt idx="1623">
                  <c:v>-29.915763938411942</c:v>
                </c:pt>
                <c:pt idx="1624">
                  <c:v>-28.768327489077009</c:v>
                </c:pt>
                <c:pt idx="1625">
                  <c:v>-29.532455000489364</c:v>
                </c:pt>
                <c:pt idx="1626">
                  <c:v>-29.441263000165375</c:v>
                </c:pt>
                <c:pt idx="1627">
                  <c:v>-29.961324000402804</c:v>
                </c:pt>
                <c:pt idx="1628">
                  <c:v>-29.523049000209603</c:v>
                </c:pt>
                <c:pt idx="1629">
                  <c:v>-29.538466000258062</c:v>
                </c:pt>
                <c:pt idx="1630">
                  <c:v>-27.828711000073586</c:v>
                </c:pt>
                <c:pt idx="1631">
                  <c:v>-28.700561000115464</c:v>
                </c:pt>
                <c:pt idx="1632">
                  <c:v>-33.552852000157003</c:v>
                </c:pt>
                <c:pt idx="1633">
                  <c:v>-33.628820000149375</c:v>
                </c:pt>
                <c:pt idx="1634">
                  <c:v>-32.896238000131902</c:v>
                </c:pt>
                <c:pt idx="1635">
                  <c:v>-34.164966182487504</c:v>
                </c:pt>
                <c:pt idx="1636">
                  <c:v>-34.498427422978146</c:v>
                </c:pt>
                <c:pt idx="1637">
                  <c:v>-34.389183032281259</c:v>
                </c:pt>
                <c:pt idx="1638">
                  <c:v>-34.719466308685703</c:v>
                </c:pt>
                <c:pt idx="1639">
                  <c:v>-33.287083869086757</c:v>
                </c:pt>
                <c:pt idx="1640">
                  <c:v>-33.835024332182321</c:v>
                </c:pt>
                <c:pt idx="1641">
                  <c:v>-32.683885793734952</c:v>
                </c:pt>
                <c:pt idx="1642">
                  <c:v>-33.964553984527583</c:v>
                </c:pt>
                <c:pt idx="1643">
                  <c:v>-33.362569000026085</c:v>
                </c:pt>
                <c:pt idx="1644">
                  <c:v>-33.27220118362564</c:v>
                </c:pt>
                <c:pt idx="1645">
                  <c:v>-33.810921975791786</c:v>
                </c:pt>
                <c:pt idx="1646">
                  <c:v>-34.271559000140755</c:v>
                </c:pt>
                <c:pt idx="1647">
                  <c:v>-33.919932000040049</c:v>
                </c:pt>
                <c:pt idx="1648">
                  <c:v>-34.43280015299473</c:v>
                </c:pt>
                <c:pt idx="1649">
                  <c:v>-34.292157173964576</c:v>
                </c:pt>
                <c:pt idx="1650">
                  <c:v>-35.153238047295176</c:v>
                </c:pt>
                <c:pt idx="1651">
                  <c:v>-36.400403000298844</c:v>
                </c:pt>
                <c:pt idx="1652">
                  <c:v>-34.436784059019232</c:v>
                </c:pt>
                <c:pt idx="1653">
                  <c:v>-33.763065000486925</c:v>
                </c:pt>
                <c:pt idx="1654">
                  <c:v>-33.534096000355696</c:v>
                </c:pt>
                <c:pt idx="1655">
                  <c:v>-33.451521000229029</c:v>
                </c:pt>
                <c:pt idx="1656">
                  <c:v>-33.198729000383878</c:v>
                </c:pt>
                <c:pt idx="1657">
                  <c:v>-32.14187965923302</c:v>
                </c:pt>
                <c:pt idx="1658">
                  <c:v>-32.466259975655888</c:v>
                </c:pt>
                <c:pt idx="1659">
                  <c:v>-32.466259975655888</c:v>
                </c:pt>
                <c:pt idx="1660">
                  <c:v>-32.164758000164994</c:v>
                </c:pt>
                <c:pt idx="1661">
                  <c:v>-32.269238000130521</c:v>
                </c:pt>
                <c:pt idx="1662">
                  <c:v>-33.253940000326253</c:v>
                </c:pt>
                <c:pt idx="1663">
                  <c:v>-31.223005000641582</c:v>
                </c:pt>
                <c:pt idx="1664">
                  <c:v>-34.899303481594224</c:v>
                </c:pt>
                <c:pt idx="1665">
                  <c:v>-33.652159000098266</c:v>
                </c:pt>
                <c:pt idx="1666">
                  <c:v>-34.799664000268642</c:v>
                </c:pt>
                <c:pt idx="1667">
                  <c:v>-36.605076566877358</c:v>
                </c:pt>
                <c:pt idx="1668">
                  <c:v>-33.956281396241096</c:v>
                </c:pt>
                <c:pt idx="1669">
                  <c:v>-33.956281396241096</c:v>
                </c:pt>
                <c:pt idx="1670">
                  <c:v>-36.35806157152291</c:v>
                </c:pt>
                <c:pt idx="1671">
                  <c:v>-35.801031823158105</c:v>
                </c:pt>
                <c:pt idx="1672">
                  <c:v>-34.388585237483341</c:v>
                </c:pt>
                <c:pt idx="1673">
                  <c:v>-34.388585237483341</c:v>
                </c:pt>
                <c:pt idx="1674">
                  <c:v>-33.916033110188728</c:v>
                </c:pt>
                <c:pt idx="1675">
                  <c:v>-34.417225101426197</c:v>
                </c:pt>
                <c:pt idx="1676">
                  <c:v>-33.794364394900413</c:v>
                </c:pt>
                <c:pt idx="1677">
                  <c:v>-32.668523000266262</c:v>
                </c:pt>
                <c:pt idx="1678">
                  <c:v>-32.99758600023452</c:v>
                </c:pt>
                <c:pt idx="1679">
                  <c:v>-33.035676000207339</c:v>
                </c:pt>
                <c:pt idx="1680">
                  <c:v>-33.004135252913109</c:v>
                </c:pt>
                <c:pt idx="1681">
                  <c:v>-33.209099000270164</c:v>
                </c:pt>
                <c:pt idx="1682">
                  <c:v>-33.803252064833593</c:v>
                </c:pt>
                <c:pt idx="1683">
                  <c:v>-33.130348610991909</c:v>
                </c:pt>
                <c:pt idx="1684">
                  <c:v>-32.796668518254087</c:v>
                </c:pt>
                <c:pt idx="1685">
                  <c:v>-31.712827084551733</c:v>
                </c:pt>
                <c:pt idx="1686">
                  <c:v>-31.776380774063586</c:v>
                </c:pt>
                <c:pt idx="1687">
                  <c:v>-30.533389192279742</c:v>
                </c:pt>
                <c:pt idx="1688">
                  <c:v>-30.533389192279742</c:v>
                </c:pt>
                <c:pt idx="1689">
                  <c:v>-30.17743520773865</c:v>
                </c:pt>
                <c:pt idx="1690">
                  <c:v>-29.963870033845041</c:v>
                </c:pt>
                <c:pt idx="1691">
                  <c:v>-42.82098000052207</c:v>
                </c:pt>
                <c:pt idx="1692">
                  <c:v>-29.430085000843327</c:v>
                </c:pt>
                <c:pt idx="1693">
                  <c:v>-32.137824000387511</c:v>
                </c:pt>
                <c:pt idx="1694">
                  <c:v>-32.554828000462081</c:v>
                </c:pt>
                <c:pt idx="1695">
                  <c:v>-32.056019000454853</c:v>
                </c:pt>
                <c:pt idx="1696">
                  <c:v>-33.740461000380307</c:v>
                </c:pt>
                <c:pt idx="1697">
                  <c:v>-39.576255738529404</c:v>
                </c:pt>
                <c:pt idx="1698">
                  <c:v>-35.12172900016251</c:v>
                </c:pt>
                <c:pt idx="1699">
                  <c:v>-36.21138008381083</c:v>
                </c:pt>
                <c:pt idx="1700">
                  <c:v>-35.71527828604836</c:v>
                </c:pt>
                <c:pt idx="1701">
                  <c:v>-35.639871746823637</c:v>
                </c:pt>
                <c:pt idx="1702">
                  <c:v>-36.357061435394456</c:v>
                </c:pt>
                <c:pt idx="1703">
                  <c:v>-36.927646000305081</c:v>
                </c:pt>
                <c:pt idx="1704">
                  <c:v>-37.299966000395713</c:v>
                </c:pt>
                <c:pt idx="1705">
                  <c:v>-37.711622000602503</c:v>
                </c:pt>
                <c:pt idx="1706">
                  <c:v>-37.711622000602503</c:v>
                </c:pt>
                <c:pt idx="1707">
                  <c:v>-35.831400000619681</c:v>
                </c:pt>
                <c:pt idx="1708">
                  <c:v>-33.988074000259047</c:v>
                </c:pt>
                <c:pt idx="1709">
                  <c:v>-33.422879000159028</c:v>
                </c:pt>
                <c:pt idx="1710">
                  <c:v>-33.707136000395892</c:v>
                </c:pt>
                <c:pt idx="1711">
                  <c:v>-33.707136000395892</c:v>
                </c:pt>
                <c:pt idx="1712">
                  <c:v>-33.940688000837135</c:v>
                </c:pt>
                <c:pt idx="1713">
                  <c:v>-34.058254000449438</c:v>
                </c:pt>
                <c:pt idx="1714">
                  <c:v>-32.837529000468088</c:v>
                </c:pt>
                <c:pt idx="1715">
                  <c:v>-33.264437000188487</c:v>
                </c:pt>
                <c:pt idx="1716">
                  <c:v>-31.276601000236443</c:v>
                </c:pt>
                <c:pt idx="1717">
                  <c:v>-31.728567000313994</c:v>
                </c:pt>
                <c:pt idx="1718">
                  <c:v>-31.455984000257477</c:v>
                </c:pt>
                <c:pt idx="1719">
                  <c:v>-31.479965716180558</c:v>
                </c:pt>
                <c:pt idx="1720">
                  <c:v>-31.702798738869671</c:v>
                </c:pt>
                <c:pt idx="1721">
                  <c:v>-30.41474721487106</c:v>
                </c:pt>
                <c:pt idx="1722">
                  <c:v>-30.328000000327759</c:v>
                </c:pt>
                <c:pt idx="1723">
                  <c:v>-28.47522100015674</c:v>
                </c:pt>
                <c:pt idx="1724">
                  <c:v>-27.215997000009438</c:v>
                </c:pt>
                <c:pt idx="1725">
                  <c:v>-24.84571800001914</c:v>
                </c:pt>
                <c:pt idx="1726">
                  <c:v>-26.908056000278854</c:v>
                </c:pt>
                <c:pt idx="1727">
                  <c:v>-29.241311000177049</c:v>
                </c:pt>
                <c:pt idx="1728">
                  <c:v>-27.375301000293771</c:v>
                </c:pt>
                <c:pt idx="1729">
                  <c:v>-27.965164314297112</c:v>
                </c:pt>
                <c:pt idx="1730">
                  <c:v>-28.29192301286572</c:v>
                </c:pt>
                <c:pt idx="1731">
                  <c:v>-27.212996875586551</c:v>
                </c:pt>
                <c:pt idx="1732">
                  <c:v>-28.118175972746215</c:v>
                </c:pt>
                <c:pt idx="1733">
                  <c:v>-27.789917729886362</c:v>
                </c:pt>
                <c:pt idx="1734">
                  <c:v>-26.886812000065145</c:v>
                </c:pt>
                <c:pt idx="1735">
                  <c:v>-28.824135336748462</c:v>
                </c:pt>
                <c:pt idx="1736">
                  <c:v>-29.181820617443606</c:v>
                </c:pt>
                <c:pt idx="1737">
                  <c:v>-28.755448000112509</c:v>
                </c:pt>
                <c:pt idx="1738">
                  <c:v>-28.358694000285666</c:v>
                </c:pt>
                <c:pt idx="1739">
                  <c:v>-27.362486000255654</c:v>
                </c:pt>
                <c:pt idx="1740">
                  <c:v>-32.930243498702168</c:v>
                </c:pt>
                <c:pt idx="1741">
                  <c:v>-29.446125000353398</c:v>
                </c:pt>
                <c:pt idx="1742">
                  <c:v>-26.791862496979014</c:v>
                </c:pt>
                <c:pt idx="1743">
                  <c:v>-25.397890000379178</c:v>
                </c:pt>
                <c:pt idx="1744">
                  <c:v>-25.416634583374098</c:v>
                </c:pt>
                <c:pt idx="1745">
                  <c:v>-26.882862132486814</c:v>
                </c:pt>
                <c:pt idx="1746">
                  <c:v>-26.198737318173876</c:v>
                </c:pt>
                <c:pt idx="1747">
                  <c:v>-26.227411521244669</c:v>
                </c:pt>
                <c:pt idx="1748">
                  <c:v>-27.620711357522339</c:v>
                </c:pt>
                <c:pt idx="1749">
                  <c:v>-23.807271700796214</c:v>
                </c:pt>
                <c:pt idx="1750">
                  <c:v>-25.762747000479386</c:v>
                </c:pt>
                <c:pt idx="1751">
                  <c:v>-25.660359000323044</c:v>
                </c:pt>
                <c:pt idx="1752">
                  <c:v>-25.670482000463956</c:v>
                </c:pt>
                <c:pt idx="1753">
                  <c:v>-25.329142000387272</c:v>
                </c:pt>
                <c:pt idx="1754">
                  <c:v>-25.735291000330747</c:v>
                </c:pt>
                <c:pt idx="1755">
                  <c:v>-25.912435000247442</c:v>
                </c:pt>
                <c:pt idx="1756">
                  <c:v>-24.509637000136486</c:v>
                </c:pt>
                <c:pt idx="1757">
                  <c:v>-20.439883875699167</c:v>
                </c:pt>
                <c:pt idx="1758">
                  <c:v>-23.514497000295869</c:v>
                </c:pt>
                <c:pt idx="1759">
                  <c:v>-20.954465000622481</c:v>
                </c:pt>
                <c:pt idx="1760">
                  <c:v>-22.699018231953787</c:v>
                </c:pt>
                <c:pt idx="1761">
                  <c:v>-19.60837664532033</c:v>
                </c:pt>
                <c:pt idx="1762">
                  <c:v>-21.771222708990251</c:v>
                </c:pt>
                <c:pt idx="1763">
                  <c:v>-22.240910000254104</c:v>
                </c:pt>
                <c:pt idx="1764">
                  <c:v>-22.866274000107268</c:v>
                </c:pt>
                <c:pt idx="1765">
                  <c:v>-24.479912000078791</c:v>
                </c:pt>
                <c:pt idx="1766">
                  <c:v>-26.877328057757907</c:v>
                </c:pt>
                <c:pt idx="1767">
                  <c:v>-19.921340000023882</c:v>
                </c:pt>
                <c:pt idx="1768">
                  <c:v>-20.485834000016709</c:v>
                </c:pt>
                <c:pt idx="1769">
                  <c:v>-23.447758925157942</c:v>
                </c:pt>
                <c:pt idx="1770">
                  <c:v>-25.902267592117322</c:v>
                </c:pt>
                <c:pt idx="1771">
                  <c:v>-22.270190000039264</c:v>
                </c:pt>
                <c:pt idx="1772">
                  <c:v>-20.747608000094431</c:v>
                </c:pt>
                <c:pt idx="1773">
                  <c:v>-21.497965000126413</c:v>
                </c:pt>
                <c:pt idx="1774">
                  <c:v>-21.323211000072831</c:v>
                </c:pt>
                <c:pt idx="1775">
                  <c:v>-11.150897207321691</c:v>
                </c:pt>
                <c:pt idx="1776">
                  <c:v>-20.011242000029476</c:v>
                </c:pt>
                <c:pt idx="1777">
                  <c:v>-18.402319000104828</c:v>
                </c:pt>
                <c:pt idx="1778">
                  <c:v>-17.012706000040314</c:v>
                </c:pt>
                <c:pt idx="1779">
                  <c:v>-16.949304467159287</c:v>
                </c:pt>
                <c:pt idx="1780">
                  <c:v>-16.203059280708651</c:v>
                </c:pt>
                <c:pt idx="1781">
                  <c:v>-14.811531906051346</c:v>
                </c:pt>
                <c:pt idx="1782">
                  <c:v>-13.960911921894947</c:v>
                </c:pt>
                <c:pt idx="1783">
                  <c:v>-13.114447917436012</c:v>
                </c:pt>
                <c:pt idx="1784">
                  <c:v>-16.439088340568834</c:v>
                </c:pt>
                <c:pt idx="1785">
                  <c:v>-13.94472826054365</c:v>
                </c:pt>
                <c:pt idx="1786">
                  <c:v>-14.020123854902737</c:v>
                </c:pt>
                <c:pt idx="1787">
                  <c:v>-8.95594610591316</c:v>
                </c:pt>
                <c:pt idx="1788">
                  <c:v>-10.896592929872241</c:v>
                </c:pt>
                <c:pt idx="1789">
                  <c:v>-12.746668000349718</c:v>
                </c:pt>
                <c:pt idx="1790">
                  <c:v>-10.688515133742563</c:v>
                </c:pt>
                <c:pt idx="1791">
                  <c:v>-12.250091907951102</c:v>
                </c:pt>
                <c:pt idx="1792">
                  <c:v>-13.413689374507905</c:v>
                </c:pt>
                <c:pt idx="1793">
                  <c:v>-13.236210007170397</c:v>
                </c:pt>
                <c:pt idx="1794">
                  <c:v>-13.359423850204028</c:v>
                </c:pt>
                <c:pt idx="1795">
                  <c:v>-12.274834306245154</c:v>
                </c:pt>
                <c:pt idx="1796">
                  <c:v>-12.081067006373772</c:v>
                </c:pt>
                <c:pt idx="1797">
                  <c:v>-13.009357901652319</c:v>
                </c:pt>
                <c:pt idx="1798">
                  <c:v>-9.9524340002524099</c:v>
                </c:pt>
                <c:pt idx="1799">
                  <c:v>-10.139038620532308</c:v>
                </c:pt>
                <c:pt idx="1800">
                  <c:v>-8.9955350004204035</c:v>
                </c:pt>
                <c:pt idx="1801">
                  <c:v>-8.2258960003484489</c:v>
                </c:pt>
                <c:pt idx="1802">
                  <c:v>-8.8671750002199161</c:v>
                </c:pt>
                <c:pt idx="1803">
                  <c:v>-8.5473375891335763</c:v>
                </c:pt>
                <c:pt idx="1804">
                  <c:v>-8.2611712850478085</c:v>
                </c:pt>
                <c:pt idx="1805">
                  <c:v>-9.4203862839730768</c:v>
                </c:pt>
                <c:pt idx="1806">
                  <c:v>-8.5853294062963457</c:v>
                </c:pt>
                <c:pt idx="1807">
                  <c:v>-9.0976141304708769</c:v>
                </c:pt>
                <c:pt idx="1808">
                  <c:v>-12.688604496150749</c:v>
                </c:pt>
                <c:pt idx="1809">
                  <c:v>-10.069320000050862</c:v>
                </c:pt>
                <c:pt idx="1810">
                  <c:v>-8.9415400001052241</c:v>
                </c:pt>
                <c:pt idx="1811">
                  <c:v>-10.339307000086123</c:v>
                </c:pt>
                <c:pt idx="1812">
                  <c:v>-10.981013354418474</c:v>
                </c:pt>
                <c:pt idx="1813">
                  <c:v>-10.184641000308298</c:v>
                </c:pt>
                <c:pt idx="1814">
                  <c:v>-9.8975610003622023</c:v>
                </c:pt>
                <c:pt idx="1815">
                  <c:v>-12.611762000445275</c:v>
                </c:pt>
                <c:pt idx="1816">
                  <c:v>-16.965499000307858</c:v>
                </c:pt>
                <c:pt idx="1817">
                  <c:v>-17.209692000292016</c:v>
                </c:pt>
                <c:pt idx="1818">
                  <c:v>-20.587621347851794</c:v>
                </c:pt>
                <c:pt idx="1819">
                  <c:v>-15.400778000222136</c:v>
                </c:pt>
                <c:pt idx="1820">
                  <c:v>-14.656019989296887</c:v>
                </c:pt>
                <c:pt idx="1821">
                  <c:v>-14.108247854932683</c:v>
                </c:pt>
                <c:pt idx="1822">
                  <c:v>-11.991093295757052</c:v>
                </c:pt>
                <c:pt idx="1823">
                  <c:v>-12.943901369139287</c:v>
                </c:pt>
                <c:pt idx="1824">
                  <c:v>-12.244086835292386</c:v>
                </c:pt>
                <c:pt idx="1825">
                  <c:v>-11.026917000082785</c:v>
                </c:pt>
                <c:pt idx="1826">
                  <c:v>-11.526189000094371</c:v>
                </c:pt>
                <c:pt idx="1827">
                  <c:v>-11.345988000151911</c:v>
                </c:pt>
                <c:pt idx="1828">
                  <c:v>-11.345988000151911</c:v>
                </c:pt>
                <c:pt idx="1829">
                  <c:v>-12.778755000081256</c:v>
                </c:pt>
                <c:pt idx="1830">
                  <c:v>-10.392653309677799</c:v>
                </c:pt>
                <c:pt idx="1831">
                  <c:v>-13.149767000088918</c:v>
                </c:pt>
                <c:pt idx="1832">
                  <c:v>-14.371576484805214</c:v>
                </c:pt>
                <c:pt idx="1833">
                  <c:v>-13.654844000104976</c:v>
                </c:pt>
                <c:pt idx="1834">
                  <c:v>-15.162825000164471</c:v>
                </c:pt>
                <c:pt idx="1835">
                  <c:v>-13.612589221603127</c:v>
                </c:pt>
                <c:pt idx="1836">
                  <c:v>-13.747144976410958</c:v>
                </c:pt>
                <c:pt idx="1837">
                  <c:v>-15.362037000112629</c:v>
                </c:pt>
                <c:pt idx="1838">
                  <c:v>-15.988063000107035</c:v>
                </c:pt>
                <c:pt idx="1839">
                  <c:v>-17.304574000292369</c:v>
                </c:pt>
                <c:pt idx="1840">
                  <c:v>-17.36328700019201</c:v>
                </c:pt>
                <c:pt idx="1841">
                  <c:v>-19.292155061864339</c:v>
                </c:pt>
                <c:pt idx="1842">
                  <c:v>-18.988839204894084</c:v>
                </c:pt>
                <c:pt idx="1843">
                  <c:v>-15.912657210936501</c:v>
                </c:pt>
                <c:pt idx="1844">
                  <c:v>-16.638415962351871</c:v>
                </c:pt>
                <c:pt idx="1845">
                  <c:v>-15.811274000484156</c:v>
                </c:pt>
                <c:pt idx="1846">
                  <c:v>-14.101730000530987</c:v>
                </c:pt>
                <c:pt idx="1847">
                  <c:v>-13.895986001090193</c:v>
                </c:pt>
                <c:pt idx="1848">
                  <c:v>-13.829216223978385</c:v>
                </c:pt>
                <c:pt idx="1849">
                  <c:v>-14.288187000424298</c:v>
                </c:pt>
                <c:pt idx="1850">
                  <c:v>-12.283604000347241</c:v>
                </c:pt>
                <c:pt idx="1851">
                  <c:v>-12.680381428890575</c:v>
                </c:pt>
                <c:pt idx="1852">
                  <c:v>-12.665270352289193</c:v>
                </c:pt>
                <c:pt idx="1853">
                  <c:v>-13.111654596905272</c:v>
                </c:pt>
                <c:pt idx="1854">
                  <c:v>-13.643388208562335</c:v>
                </c:pt>
                <c:pt idx="1855">
                  <c:v>-13.369222000541516</c:v>
                </c:pt>
                <c:pt idx="1856">
                  <c:v>-16.311888431791935</c:v>
                </c:pt>
                <c:pt idx="1857">
                  <c:v>-15.001502000349962</c:v>
                </c:pt>
                <c:pt idx="1858">
                  <c:v>-15.213272973998341</c:v>
                </c:pt>
                <c:pt idx="1859">
                  <c:v>-14.887042032851566</c:v>
                </c:pt>
                <c:pt idx="1860">
                  <c:v>-13.866932567906387</c:v>
                </c:pt>
                <c:pt idx="1861">
                  <c:v>-13.296661189023069</c:v>
                </c:pt>
                <c:pt idx="1862">
                  <c:v>-11.132218675006559</c:v>
                </c:pt>
                <c:pt idx="1863">
                  <c:v>-13.680833000205679</c:v>
                </c:pt>
                <c:pt idx="1864">
                  <c:v>-15.128392000444403</c:v>
                </c:pt>
                <c:pt idx="1865">
                  <c:v>-9.1057940713247341</c:v>
                </c:pt>
                <c:pt idx="1866">
                  <c:v>-14.449334000576542</c:v>
                </c:pt>
                <c:pt idx="1867">
                  <c:v>-14.449334000576542</c:v>
                </c:pt>
                <c:pt idx="1868">
                  <c:v>-14.655263239736984</c:v>
                </c:pt>
                <c:pt idx="1869">
                  <c:v>-15.103965824919245</c:v>
                </c:pt>
                <c:pt idx="1870">
                  <c:v>-15.371546686635901</c:v>
                </c:pt>
                <c:pt idx="1871">
                  <c:v>-13.719222149272793</c:v>
                </c:pt>
                <c:pt idx="1872">
                  <c:v>-13.719222149272793</c:v>
                </c:pt>
                <c:pt idx="1873">
                  <c:v>-15.2412962441687</c:v>
                </c:pt>
                <c:pt idx="1874">
                  <c:v>-14.081797992453783</c:v>
                </c:pt>
                <c:pt idx="1875">
                  <c:v>-11.575688508897194</c:v>
                </c:pt>
                <c:pt idx="1876">
                  <c:v>-14.116007989729697</c:v>
                </c:pt>
                <c:pt idx="1877">
                  <c:v>-13.841435188338327</c:v>
                </c:pt>
                <c:pt idx="1878">
                  <c:v>-14.07700919089716</c:v>
                </c:pt>
                <c:pt idx="1879">
                  <c:v>-14.578373216338477</c:v>
                </c:pt>
                <c:pt idx="1880">
                  <c:v>-15.566702144443635</c:v>
                </c:pt>
                <c:pt idx="1881">
                  <c:v>-13.712310310743872</c:v>
                </c:pt>
                <c:pt idx="1882">
                  <c:v>-15.060431035966049</c:v>
                </c:pt>
                <c:pt idx="1883">
                  <c:v>-15.472488044142647</c:v>
                </c:pt>
                <c:pt idx="1884">
                  <c:v>-16.044533160171035</c:v>
                </c:pt>
                <c:pt idx="1885">
                  <c:v>-15.768762151461182</c:v>
                </c:pt>
                <c:pt idx="1886">
                  <c:v>-18.2160675099503</c:v>
                </c:pt>
                <c:pt idx="1887">
                  <c:v>-16.6845930278648</c:v>
                </c:pt>
                <c:pt idx="1888">
                  <c:v>-15.996151698279483</c:v>
                </c:pt>
                <c:pt idx="1889">
                  <c:v>-15.830372232753025</c:v>
                </c:pt>
                <c:pt idx="1890">
                  <c:v>-17.431482804066992</c:v>
                </c:pt>
                <c:pt idx="1891">
                  <c:v>-14.703715084451805</c:v>
                </c:pt>
                <c:pt idx="1892">
                  <c:v>-15.060098202906861</c:v>
                </c:pt>
                <c:pt idx="1893">
                  <c:v>-13.081903988058466</c:v>
                </c:pt>
                <c:pt idx="1894">
                  <c:v>-12.548703197904169</c:v>
                </c:pt>
                <c:pt idx="1895">
                  <c:v>-10.561492072555874</c:v>
                </c:pt>
                <c:pt idx="1896">
                  <c:v>-10.41300066361185</c:v>
                </c:pt>
                <c:pt idx="1897">
                  <c:v>-11.579161011361805</c:v>
                </c:pt>
                <c:pt idx="1898">
                  <c:v>-14.791578028783373</c:v>
                </c:pt>
                <c:pt idx="1899">
                  <c:v>-10.842119988875679</c:v>
                </c:pt>
                <c:pt idx="1900">
                  <c:v>-9.9310010621077769</c:v>
                </c:pt>
                <c:pt idx="1901">
                  <c:v>-9.7068999902904931</c:v>
                </c:pt>
                <c:pt idx="1902">
                  <c:v>-9.8521472034649644</c:v>
                </c:pt>
                <c:pt idx="1903">
                  <c:v>-10.265986976648339</c:v>
                </c:pt>
                <c:pt idx="1904">
                  <c:v>-9.9527979760168197</c:v>
                </c:pt>
                <c:pt idx="1905">
                  <c:v>-10.807382916124691</c:v>
                </c:pt>
                <c:pt idx="1906">
                  <c:v>-9.1050111856200076</c:v>
                </c:pt>
                <c:pt idx="1907">
                  <c:v>-8.9160078572900829</c:v>
                </c:pt>
                <c:pt idx="1908">
                  <c:v>-10.076852846460014</c:v>
                </c:pt>
                <c:pt idx="1909">
                  <c:v>-9.3472959808480667</c:v>
                </c:pt>
                <c:pt idx="1910">
                  <c:v>-8.2425940500039729</c:v>
                </c:pt>
                <c:pt idx="1911">
                  <c:v>-8.5217183640636449</c:v>
                </c:pt>
                <c:pt idx="1912">
                  <c:v>-8.8641623040450668</c:v>
                </c:pt>
                <c:pt idx="1913">
                  <c:v>-9.1013726471941716</c:v>
                </c:pt>
                <c:pt idx="1914">
                  <c:v>-8.512907097538811</c:v>
                </c:pt>
                <c:pt idx="1915">
                  <c:v>-8.9710504058371541</c:v>
                </c:pt>
                <c:pt idx="1916">
                  <c:v>-8.2501158908089351</c:v>
                </c:pt>
                <c:pt idx="1917">
                  <c:v>-7.4854041527613084</c:v>
                </c:pt>
                <c:pt idx="1918">
                  <c:v>-7.6396723662213653</c:v>
                </c:pt>
                <c:pt idx="1919">
                  <c:v>-7.1957652061374553</c:v>
                </c:pt>
                <c:pt idx="1920">
                  <c:v>-6.1732889781167835</c:v>
                </c:pt>
                <c:pt idx="1921">
                  <c:v>-5.3539181483665281</c:v>
                </c:pt>
                <c:pt idx="1922">
                  <c:v>-5.3984716707398483</c:v>
                </c:pt>
                <c:pt idx="1923">
                  <c:v>-5.4048929373460055</c:v>
                </c:pt>
                <c:pt idx="1924">
                  <c:v>-5.0044579897366361</c:v>
                </c:pt>
                <c:pt idx="1925">
                  <c:v>-5.2072980020325303</c:v>
                </c:pt>
                <c:pt idx="1926">
                  <c:v>-5.2620080666232916</c:v>
                </c:pt>
                <c:pt idx="1927">
                  <c:v>-7.0988205619731808</c:v>
                </c:pt>
                <c:pt idx="1928">
                  <c:v>-7.4254020232372611</c:v>
                </c:pt>
                <c:pt idx="1929">
                  <c:v>-5.3910269797142192</c:v>
                </c:pt>
                <c:pt idx="1930">
                  <c:v>-4.4482029766240601</c:v>
                </c:pt>
                <c:pt idx="1931">
                  <c:v>-4.7883043064677864</c:v>
                </c:pt>
                <c:pt idx="1932">
                  <c:v>-5.3975517130382045</c:v>
                </c:pt>
                <c:pt idx="1933">
                  <c:v>-5.5212876912698903</c:v>
                </c:pt>
                <c:pt idx="1934">
                  <c:v>-5.8228093292370318</c:v>
                </c:pt>
                <c:pt idx="1935">
                  <c:v>-4.9440855425631618</c:v>
                </c:pt>
                <c:pt idx="1936">
                  <c:v>-6.1374115995773906</c:v>
                </c:pt>
                <c:pt idx="1937">
                  <c:v>-6.5132642457141579</c:v>
                </c:pt>
                <c:pt idx="1938">
                  <c:v>-8.2923990467837605</c:v>
                </c:pt>
                <c:pt idx="1939">
                  <c:v>-8.1214480000866907</c:v>
                </c:pt>
                <c:pt idx="1940">
                  <c:v>-7.649696021416684</c:v>
                </c:pt>
                <c:pt idx="1941">
                  <c:v>-10.220819581417881</c:v>
                </c:pt>
                <c:pt idx="1942">
                  <c:v>-8.1868046492856763</c:v>
                </c:pt>
                <c:pt idx="1943">
                  <c:v>-9.4561970202810706</c:v>
                </c:pt>
                <c:pt idx="1944">
                  <c:v>-14.908898892525352</c:v>
                </c:pt>
                <c:pt idx="1945">
                  <c:v>-12.455076018729693</c:v>
                </c:pt>
                <c:pt idx="1946">
                  <c:v>-13.064519000005264</c:v>
                </c:pt>
                <c:pt idx="1947">
                  <c:v>-12.219015105875352</c:v>
                </c:pt>
                <c:pt idx="1948">
                  <c:v>-11.451951005265814</c:v>
                </c:pt>
                <c:pt idx="1949">
                  <c:v>-11.17679298487522</c:v>
                </c:pt>
                <c:pt idx="1950">
                  <c:v>-11.695743307504307</c:v>
                </c:pt>
                <c:pt idx="1951">
                  <c:v>-11.496959280209879</c:v>
                </c:pt>
                <c:pt idx="1952">
                  <c:v>-14.947506125333424</c:v>
                </c:pt>
                <c:pt idx="1953">
                  <c:v>-13.193255209152861</c:v>
                </c:pt>
                <c:pt idx="1954">
                  <c:v>-13.235570093251678</c:v>
                </c:pt>
                <c:pt idx="1955">
                  <c:v>-16.782751403811567</c:v>
                </c:pt>
                <c:pt idx="1956">
                  <c:v>-14.56575292887285</c:v>
                </c:pt>
                <c:pt idx="1957">
                  <c:v>-14.570288861372315</c:v>
                </c:pt>
                <c:pt idx="1958">
                  <c:v>-14.374905995427701</c:v>
                </c:pt>
                <c:pt idx="1959">
                  <c:v>-13.957655082311511</c:v>
                </c:pt>
                <c:pt idx="1960">
                  <c:v>-14.242165989392811</c:v>
                </c:pt>
                <c:pt idx="1961">
                  <c:v>-15.336831173360727</c:v>
                </c:pt>
                <c:pt idx="1962">
                  <c:v>-13.37848085248357</c:v>
                </c:pt>
                <c:pt idx="1963">
                  <c:v>-13.955703338139053</c:v>
                </c:pt>
                <c:pt idx="1964">
                  <c:v>-14.936831112938272</c:v>
                </c:pt>
                <c:pt idx="1965">
                  <c:v>-14.794299936567461</c:v>
                </c:pt>
                <c:pt idx="1966">
                  <c:v>-15.213077043588582</c:v>
                </c:pt>
                <c:pt idx="1967">
                  <c:v>-15.666702996225849</c:v>
                </c:pt>
                <c:pt idx="1968">
                  <c:v>-15.640752003406453</c:v>
                </c:pt>
                <c:pt idx="1969">
                  <c:v>-15.158161844885397</c:v>
                </c:pt>
                <c:pt idx="1970">
                  <c:v>-15.196246283375647</c:v>
                </c:pt>
                <c:pt idx="1971">
                  <c:v>-13.126996000006619</c:v>
                </c:pt>
                <c:pt idx="1972">
                  <c:v>-14.402812894239007</c:v>
                </c:pt>
                <c:pt idx="1973">
                  <c:v>-13.962568096949806</c:v>
                </c:pt>
                <c:pt idx="1974">
                  <c:v>-15.074816121576278</c:v>
                </c:pt>
                <c:pt idx="1975">
                  <c:v>-14.799269774272544</c:v>
                </c:pt>
                <c:pt idx="1976">
                  <c:v>-13.866770000003536</c:v>
                </c:pt>
                <c:pt idx="1977">
                  <c:v>-15.871878810031326</c:v>
                </c:pt>
                <c:pt idx="1978">
                  <c:v>-15.284676441355822</c:v>
                </c:pt>
                <c:pt idx="1979">
                  <c:v>-14.840807857135221</c:v>
                </c:pt>
                <c:pt idx="1980">
                  <c:v>-14.487257007850387</c:v>
                </c:pt>
                <c:pt idx="1981">
                  <c:v>-15.069532012326228</c:v>
                </c:pt>
                <c:pt idx="1982">
                  <c:v>-14.349482119117813</c:v>
                </c:pt>
                <c:pt idx="1983">
                  <c:v>-14.339959138342733</c:v>
                </c:pt>
                <c:pt idx="1984">
                  <c:v>-15.022648274504853</c:v>
                </c:pt>
                <c:pt idx="1985">
                  <c:v>-15.676973217790362</c:v>
                </c:pt>
                <c:pt idx="1986">
                  <c:v>-14.416561082194159</c:v>
                </c:pt>
                <c:pt idx="1987">
                  <c:v>-14.099822261346297</c:v>
                </c:pt>
                <c:pt idx="1988">
                  <c:v>-13.923199000000642</c:v>
                </c:pt>
                <c:pt idx="1989">
                  <c:v>-14.60870399999493</c:v>
                </c:pt>
                <c:pt idx="1990">
                  <c:v>-14.833561999996332</c:v>
                </c:pt>
                <c:pt idx="1991">
                  <c:v>-15.709524999998674</c:v>
                </c:pt>
                <c:pt idx="1992">
                  <c:v>-17.676272925493222</c:v>
                </c:pt>
                <c:pt idx="1993">
                  <c:v>-15.876975771634127</c:v>
                </c:pt>
                <c:pt idx="1994">
                  <c:v>-15.394010280962652</c:v>
                </c:pt>
                <c:pt idx="1995">
                  <c:v>-19.576830700140807</c:v>
                </c:pt>
                <c:pt idx="1996">
                  <c:v>-16.521396103539935</c:v>
                </c:pt>
                <c:pt idx="1997">
                  <c:v>-7.4548646340655438</c:v>
                </c:pt>
                <c:pt idx="1998">
                  <c:v>-16.711871432930145</c:v>
                </c:pt>
                <c:pt idx="1999">
                  <c:v>-22.462751871646041</c:v>
                </c:pt>
                <c:pt idx="2000">
                  <c:v>-21.105247803142969</c:v>
                </c:pt>
                <c:pt idx="2001">
                  <c:v>-20.437528902999155</c:v>
                </c:pt>
                <c:pt idx="2002">
                  <c:v>-21.239133019977054</c:v>
                </c:pt>
                <c:pt idx="2003">
                  <c:v>-21.70825483592602</c:v>
                </c:pt>
                <c:pt idx="2004">
                  <c:v>-21.262099080394499</c:v>
                </c:pt>
                <c:pt idx="2005">
                  <c:v>-21.867726093084428</c:v>
                </c:pt>
                <c:pt idx="2006">
                  <c:v>-23.040456882136244</c:v>
                </c:pt>
                <c:pt idx="2007">
                  <c:v>-23.657917826137396</c:v>
                </c:pt>
                <c:pt idx="2008">
                  <c:v>-21.634543000003767</c:v>
                </c:pt>
                <c:pt idx="2009">
                  <c:v>-21.585394352547844</c:v>
                </c:pt>
                <c:pt idx="2010">
                  <c:v>-20.698536816480626</c:v>
                </c:pt>
                <c:pt idx="2011">
                  <c:v>-19.81754369597952</c:v>
                </c:pt>
                <c:pt idx="2012">
                  <c:v>-20.092047999999032</c:v>
                </c:pt>
                <c:pt idx="2013">
                  <c:v>-18.521403929754925</c:v>
                </c:pt>
                <c:pt idx="2014">
                  <c:v>-12.754450119780543</c:v>
                </c:pt>
                <c:pt idx="2015">
                  <c:v>-23.480742305179085</c:v>
                </c:pt>
                <c:pt idx="2016">
                  <c:v>-19.628601080949103</c:v>
                </c:pt>
                <c:pt idx="2017">
                  <c:v>-19.889339563310223</c:v>
                </c:pt>
                <c:pt idx="2018">
                  <c:v>-18.506614000000884</c:v>
                </c:pt>
                <c:pt idx="2019">
                  <c:v>-17.954646239570049</c:v>
                </c:pt>
                <c:pt idx="2020">
                  <c:v>-18.034552978924811</c:v>
                </c:pt>
                <c:pt idx="2021">
                  <c:v>-18.107043064146378</c:v>
                </c:pt>
                <c:pt idx="2022">
                  <c:v>-18.371849994715244</c:v>
                </c:pt>
                <c:pt idx="2023">
                  <c:v>-18.845897011037138</c:v>
                </c:pt>
                <c:pt idx="2024">
                  <c:v>-17.462988132572992</c:v>
                </c:pt>
                <c:pt idx="2025">
                  <c:v>-16.955483010240066</c:v>
                </c:pt>
                <c:pt idx="2026">
                  <c:v>-18.12058812107654</c:v>
                </c:pt>
                <c:pt idx="2027">
                  <c:v>-22.145341224446177</c:v>
                </c:pt>
                <c:pt idx="2028">
                  <c:v>-19.833306190005079</c:v>
                </c:pt>
                <c:pt idx="2029">
                  <c:v>-16.015191944143968</c:v>
                </c:pt>
                <c:pt idx="2030">
                  <c:v>-13.684601105197434</c:v>
                </c:pt>
                <c:pt idx="2031">
                  <c:v>-15.216598496606029</c:v>
                </c:pt>
                <c:pt idx="2032">
                  <c:v>-15.097644252663997</c:v>
                </c:pt>
                <c:pt idx="2033">
                  <c:v>-15.206401954266624</c:v>
                </c:pt>
                <c:pt idx="2034">
                  <c:v>-16.181163814559824</c:v>
                </c:pt>
                <c:pt idx="2035">
                  <c:v>-16.355528195717142</c:v>
                </c:pt>
                <c:pt idx="2036">
                  <c:v>-16.547679071348711</c:v>
                </c:pt>
                <c:pt idx="2037">
                  <c:v>-17.905966787374922</c:v>
                </c:pt>
                <c:pt idx="2038">
                  <c:v>-17.657610204869361</c:v>
                </c:pt>
                <c:pt idx="2039">
                  <c:v>-18.709479465566808</c:v>
                </c:pt>
                <c:pt idx="2040">
                  <c:v>-18.15188410111486</c:v>
                </c:pt>
                <c:pt idx="2041">
                  <c:v>-19.093730115586844</c:v>
                </c:pt>
                <c:pt idx="2042">
                  <c:v>-19.080361152996762</c:v>
                </c:pt>
                <c:pt idx="2043">
                  <c:v>-19.724615674397999</c:v>
                </c:pt>
                <c:pt idx="2044">
                  <c:v>-19.890643341041535</c:v>
                </c:pt>
                <c:pt idx="2045">
                  <c:v>-21.334684062880289</c:v>
                </c:pt>
                <c:pt idx="2046">
                  <c:v>-21.934740975917883</c:v>
                </c:pt>
                <c:pt idx="2047">
                  <c:v>-22.259111977458616</c:v>
                </c:pt>
                <c:pt idx="2048">
                  <c:v>-22.51941917170026</c:v>
                </c:pt>
                <c:pt idx="2049">
                  <c:v>-22.524187032346351</c:v>
                </c:pt>
                <c:pt idx="2050">
                  <c:v>-22.794973177711377</c:v>
                </c:pt>
                <c:pt idx="2051">
                  <c:v>-21.993781125174312</c:v>
                </c:pt>
                <c:pt idx="2052">
                  <c:v>-21.861487713151327</c:v>
                </c:pt>
                <c:pt idx="2053">
                  <c:v>-21.902392713807266</c:v>
                </c:pt>
                <c:pt idx="2054">
                  <c:v>-20.976450481804878</c:v>
                </c:pt>
                <c:pt idx="2055">
                  <c:v>-21.275449001962784</c:v>
                </c:pt>
                <c:pt idx="2056">
                  <c:v>-19.656445672612325</c:v>
                </c:pt>
                <c:pt idx="2057">
                  <c:v>-22.036544061185378</c:v>
                </c:pt>
                <c:pt idx="2058">
                  <c:v>-21.102299976849881</c:v>
                </c:pt>
                <c:pt idx="2059">
                  <c:v>-22.200278992298774</c:v>
                </c:pt>
                <c:pt idx="2060">
                  <c:v>-21.6269081641552</c:v>
                </c:pt>
                <c:pt idx="2061">
                  <c:v>-21.881466000000501</c:v>
                </c:pt>
                <c:pt idx="2062">
                  <c:v>-22.556909262989329</c:v>
                </c:pt>
                <c:pt idx="2063">
                  <c:v>-22.043795872365344</c:v>
                </c:pt>
                <c:pt idx="2064">
                  <c:v>-22.596514869963887</c:v>
                </c:pt>
                <c:pt idx="2065">
                  <c:v>-25.819374957821999</c:v>
                </c:pt>
                <c:pt idx="2066">
                  <c:v>-25.152050035430882</c:v>
                </c:pt>
                <c:pt idx="2067">
                  <c:v>-24.179055999996287</c:v>
                </c:pt>
                <c:pt idx="2068">
                  <c:v>-24.58100829428961</c:v>
                </c:pt>
                <c:pt idx="2069">
                  <c:v>-26.091121752564391</c:v>
                </c:pt>
                <c:pt idx="2070">
                  <c:v>-27.142858862332574</c:v>
                </c:pt>
                <c:pt idx="2071">
                  <c:v>-27.283309012138915</c:v>
                </c:pt>
                <c:pt idx="2072">
                  <c:v>-26.766509810993679</c:v>
                </c:pt>
                <c:pt idx="2073">
                  <c:v>-27.54482272454554</c:v>
                </c:pt>
                <c:pt idx="2074">
                  <c:v>-27.334051099860034</c:v>
                </c:pt>
                <c:pt idx="2075">
                  <c:v>-26.554400000002346</c:v>
                </c:pt>
                <c:pt idx="2076">
                  <c:v>-25.80073497617213</c:v>
                </c:pt>
                <c:pt idx="2077">
                  <c:v>-26.172081986847932</c:v>
                </c:pt>
                <c:pt idx="2078">
                  <c:v>-25.465009019696303</c:v>
                </c:pt>
                <c:pt idx="2079">
                  <c:v>-25.883177979907671</c:v>
                </c:pt>
                <c:pt idx="2080">
                  <c:v>-25.469856209008043</c:v>
                </c:pt>
                <c:pt idx="2081">
                  <c:v>-24.874709026142348</c:v>
                </c:pt>
                <c:pt idx="2082">
                  <c:v>-24.563139990170853</c:v>
                </c:pt>
                <c:pt idx="2083">
                  <c:v>-23.139876116838231</c:v>
                </c:pt>
                <c:pt idx="2084">
                  <c:v>-23.174113000008489</c:v>
                </c:pt>
                <c:pt idx="2085">
                  <c:v>-22.646614169860221</c:v>
                </c:pt>
                <c:pt idx="2086">
                  <c:v>-22.398041730728472</c:v>
                </c:pt>
                <c:pt idx="2087">
                  <c:v>-22.071277808034402</c:v>
                </c:pt>
                <c:pt idx="2088">
                  <c:v>-22.337211162535315</c:v>
                </c:pt>
                <c:pt idx="2089">
                  <c:v>-21.974981977139613</c:v>
                </c:pt>
                <c:pt idx="2090">
                  <c:v>-20.77949642954821</c:v>
                </c:pt>
                <c:pt idx="2091">
                  <c:v>-20.554516360363337</c:v>
                </c:pt>
                <c:pt idx="2092">
                  <c:v>-20.467157594739998</c:v>
                </c:pt>
                <c:pt idx="2093">
                  <c:v>-21.179109332254747</c:v>
                </c:pt>
                <c:pt idx="2094">
                  <c:v>-20.476028977302789</c:v>
                </c:pt>
                <c:pt idx="2095">
                  <c:v>-20.847462668090667</c:v>
                </c:pt>
                <c:pt idx="2096">
                  <c:v>-21.153942192550566</c:v>
                </c:pt>
                <c:pt idx="2097">
                  <c:v>-21.085552516474575</c:v>
                </c:pt>
                <c:pt idx="2098">
                  <c:v>-20.866097999999504</c:v>
                </c:pt>
                <c:pt idx="2099">
                  <c:v>-20.790761000002853</c:v>
                </c:pt>
                <c:pt idx="2100">
                  <c:v>-20.835939535975562</c:v>
                </c:pt>
                <c:pt idx="2101">
                  <c:v>-21.588478997173326</c:v>
                </c:pt>
                <c:pt idx="2102">
                  <c:v>-21.89704978590926</c:v>
                </c:pt>
                <c:pt idx="2103">
                  <c:v>-22.422171706047351</c:v>
                </c:pt>
                <c:pt idx="2104">
                  <c:v>-23.336064099692912</c:v>
                </c:pt>
                <c:pt idx="2105">
                  <c:v>-21.552568765830028</c:v>
                </c:pt>
                <c:pt idx="2106">
                  <c:v>-24.197246989585075</c:v>
                </c:pt>
                <c:pt idx="2107">
                  <c:v>-22.280441698854915</c:v>
                </c:pt>
                <c:pt idx="2108">
                  <c:v>-21.221504405399667</c:v>
                </c:pt>
                <c:pt idx="2109">
                  <c:v>-20.329038000001471</c:v>
                </c:pt>
                <c:pt idx="2110">
                  <c:v>-19.896231000004711</c:v>
                </c:pt>
                <c:pt idx="2111">
                  <c:v>-20.672132030151403</c:v>
                </c:pt>
                <c:pt idx="2112">
                  <c:v>-20.316285000000903</c:v>
                </c:pt>
                <c:pt idx="2113">
                  <c:v>-21.169295000000311</c:v>
                </c:pt>
                <c:pt idx="2114">
                  <c:v>-21.147257000002575</c:v>
                </c:pt>
                <c:pt idx="2115">
                  <c:v>-20.408771000013616</c:v>
                </c:pt>
                <c:pt idx="2116">
                  <c:v>-20.972296849579607</c:v>
                </c:pt>
                <c:pt idx="2117">
                  <c:v>-21.648713538688444</c:v>
                </c:pt>
                <c:pt idx="2118">
                  <c:v>-21.411943579860299</c:v>
                </c:pt>
                <c:pt idx="2119">
                  <c:v>-20.794491979434198</c:v>
                </c:pt>
                <c:pt idx="2120">
                  <c:v>-20.733010122110024</c:v>
                </c:pt>
                <c:pt idx="2121">
                  <c:v>-21.232146247971365</c:v>
                </c:pt>
                <c:pt idx="2122">
                  <c:v>-21.460578000016888</c:v>
                </c:pt>
                <c:pt idx="2123">
                  <c:v>-21.284533000010477</c:v>
                </c:pt>
                <c:pt idx="2124">
                  <c:v>-20.671912000006373</c:v>
                </c:pt>
                <c:pt idx="2125">
                  <c:v>-20.038287139080268</c:v>
                </c:pt>
                <c:pt idx="2126">
                  <c:v>-20.210861190269256</c:v>
                </c:pt>
                <c:pt idx="2127">
                  <c:v>-19.427225000006828</c:v>
                </c:pt>
                <c:pt idx="2128">
                  <c:v>-19.888285000013894</c:v>
                </c:pt>
                <c:pt idx="2129">
                  <c:v>-20.030728000008139</c:v>
                </c:pt>
                <c:pt idx="2130">
                  <c:v>-20.030728000008139</c:v>
                </c:pt>
                <c:pt idx="2131">
                  <c:v>-19.163583000010924</c:v>
                </c:pt>
                <c:pt idx="2132">
                  <c:v>-19.391015000023557</c:v>
                </c:pt>
                <c:pt idx="2133">
                  <c:v>-19.481716256914652</c:v>
                </c:pt>
                <c:pt idx="2134">
                  <c:v>-19.911378901147899</c:v>
                </c:pt>
                <c:pt idx="2135">
                  <c:v>-19.214745915798545</c:v>
                </c:pt>
                <c:pt idx="2136">
                  <c:v>-19.780884808916696</c:v>
                </c:pt>
                <c:pt idx="2137">
                  <c:v>-20.573025281080703</c:v>
                </c:pt>
                <c:pt idx="2138">
                  <c:v>-20.185839474129857</c:v>
                </c:pt>
                <c:pt idx="2139">
                  <c:v>-21.078601000017997</c:v>
                </c:pt>
                <c:pt idx="2140">
                  <c:v>-20.812567000004204</c:v>
                </c:pt>
                <c:pt idx="2141">
                  <c:v>-20.987467000008831</c:v>
                </c:pt>
                <c:pt idx="2142">
                  <c:v>-20.041986000008492</c:v>
                </c:pt>
                <c:pt idx="2143">
                  <c:v>-20.600321000009217</c:v>
                </c:pt>
                <c:pt idx="2144">
                  <c:v>-20.491717000033034</c:v>
                </c:pt>
                <c:pt idx="2145">
                  <c:v>-21.387946000030681</c:v>
                </c:pt>
                <c:pt idx="2146">
                  <c:v>-20.44629300005883</c:v>
                </c:pt>
                <c:pt idx="2147">
                  <c:v>-20.094340147364782</c:v>
                </c:pt>
                <c:pt idx="2148">
                  <c:v>-19.722923344826633</c:v>
                </c:pt>
                <c:pt idx="2149">
                  <c:v>-19.973912358423313</c:v>
                </c:pt>
                <c:pt idx="2150">
                  <c:v>-21.119050000029276</c:v>
                </c:pt>
                <c:pt idx="2151">
                  <c:v>-20.971930195529993</c:v>
                </c:pt>
                <c:pt idx="2152">
                  <c:v>-21.102966602098753</c:v>
                </c:pt>
                <c:pt idx="2153">
                  <c:v>-21.807155999066282</c:v>
                </c:pt>
                <c:pt idx="2154">
                  <c:v>-22.165389117244509</c:v>
                </c:pt>
                <c:pt idx="2155">
                  <c:v>-21.125113413964211</c:v>
                </c:pt>
                <c:pt idx="2156">
                  <c:v>-21.559408442747717</c:v>
                </c:pt>
                <c:pt idx="2157">
                  <c:v>-21.614712809929578</c:v>
                </c:pt>
                <c:pt idx="2158">
                  <c:v>-20.999775371875486</c:v>
                </c:pt>
                <c:pt idx="2159">
                  <c:v>-21.257168675235093</c:v>
                </c:pt>
                <c:pt idx="2160">
                  <c:v>-22.108338288532345</c:v>
                </c:pt>
                <c:pt idx="2161">
                  <c:v>-20.452488000051066</c:v>
                </c:pt>
                <c:pt idx="2162">
                  <c:v>-19.364689114551791</c:v>
                </c:pt>
                <c:pt idx="2163">
                  <c:v>-19.592516732302116</c:v>
                </c:pt>
                <c:pt idx="2164">
                  <c:v>-19.546838887761297</c:v>
                </c:pt>
                <c:pt idx="2165">
                  <c:v>-20.571512514157757</c:v>
                </c:pt>
                <c:pt idx="2166">
                  <c:v>-20.570659585746874</c:v>
                </c:pt>
                <c:pt idx="2167">
                  <c:v>-20.49385567481368</c:v>
                </c:pt>
                <c:pt idx="2168">
                  <c:v>-20.913184546391165</c:v>
                </c:pt>
                <c:pt idx="2169">
                  <c:v>-21.397574240964165</c:v>
                </c:pt>
                <c:pt idx="2170">
                  <c:v>-21.942551559701045</c:v>
                </c:pt>
                <c:pt idx="2171">
                  <c:v>-21.747356000052164</c:v>
                </c:pt>
                <c:pt idx="2172">
                  <c:v>-21.624192000077898</c:v>
                </c:pt>
                <c:pt idx="2173">
                  <c:v>-21.542747000087388</c:v>
                </c:pt>
                <c:pt idx="2174">
                  <c:v>-21.858800000037807</c:v>
                </c:pt>
                <c:pt idx="2175">
                  <c:v>-22.566444000069321</c:v>
                </c:pt>
                <c:pt idx="2176">
                  <c:v>-20.50921707974117</c:v>
                </c:pt>
                <c:pt idx="2177">
                  <c:v>-19.650877069224364</c:v>
                </c:pt>
                <c:pt idx="2178">
                  <c:v>-20.642605910547459</c:v>
                </c:pt>
                <c:pt idx="2179">
                  <c:v>-20.045212333421006</c:v>
                </c:pt>
                <c:pt idx="2180">
                  <c:v>-20.422186943993957</c:v>
                </c:pt>
                <c:pt idx="2181">
                  <c:v>-21.813333079577383</c:v>
                </c:pt>
                <c:pt idx="2182">
                  <c:v>-21.389461087554928</c:v>
                </c:pt>
                <c:pt idx="2183">
                  <c:v>-21.320448607046515</c:v>
                </c:pt>
                <c:pt idx="2184">
                  <c:v>-22.003029000174799</c:v>
                </c:pt>
                <c:pt idx="2185">
                  <c:v>-22.641812000087327</c:v>
                </c:pt>
                <c:pt idx="2186">
                  <c:v>-21.044456000081933</c:v>
                </c:pt>
                <c:pt idx="2187">
                  <c:v>-20.401031000090974</c:v>
                </c:pt>
                <c:pt idx="2188">
                  <c:v>-20.413557035476202</c:v>
                </c:pt>
                <c:pt idx="2189">
                  <c:v>-21.050441070131761</c:v>
                </c:pt>
                <c:pt idx="2190">
                  <c:v>-23.126911348693923</c:v>
                </c:pt>
                <c:pt idx="2191">
                  <c:v>-23.670930827255148</c:v>
                </c:pt>
                <c:pt idx="2192">
                  <c:v>-23.182095807797854</c:v>
                </c:pt>
                <c:pt idx="2193">
                  <c:v>-23.307866267051772</c:v>
                </c:pt>
                <c:pt idx="2194">
                  <c:v>-22.501515913984097</c:v>
                </c:pt>
                <c:pt idx="2195">
                  <c:v>-23.073465898844223</c:v>
                </c:pt>
                <c:pt idx="2196">
                  <c:v>-22.627165279252996</c:v>
                </c:pt>
                <c:pt idx="2197">
                  <c:v>-24.364575849062199</c:v>
                </c:pt>
                <c:pt idx="2198">
                  <c:v>-24.039530108146995</c:v>
                </c:pt>
                <c:pt idx="2199">
                  <c:v>-23.334200838486659</c:v>
                </c:pt>
                <c:pt idx="2200">
                  <c:v>-26.676986955797126</c:v>
                </c:pt>
                <c:pt idx="2201">
                  <c:v>-28.298136827590682</c:v>
                </c:pt>
                <c:pt idx="2202">
                  <c:v>-31.340655035268306</c:v>
                </c:pt>
                <c:pt idx="2203">
                  <c:v>-29.637892810977554</c:v>
                </c:pt>
                <c:pt idx="2204">
                  <c:v>-28.127279829360898</c:v>
                </c:pt>
                <c:pt idx="2205">
                  <c:v>-26.858074230423533</c:v>
                </c:pt>
                <c:pt idx="2206">
                  <c:v>-27.628550282621738</c:v>
                </c:pt>
                <c:pt idx="2207">
                  <c:v>-27.87948978352652</c:v>
                </c:pt>
                <c:pt idx="2208">
                  <c:v>-28.317525894278479</c:v>
                </c:pt>
                <c:pt idx="2209">
                  <c:v>-26.349162878511383</c:v>
                </c:pt>
                <c:pt idx="2210">
                  <c:v>-26.280533626204523</c:v>
                </c:pt>
                <c:pt idx="2211">
                  <c:v>-27.334070942945175</c:v>
                </c:pt>
                <c:pt idx="2212">
                  <c:v>-28.493195481785918</c:v>
                </c:pt>
                <c:pt idx="2213">
                  <c:v>-29.07911677176623</c:v>
                </c:pt>
                <c:pt idx="2214">
                  <c:v>-27.466587000004008</c:v>
                </c:pt>
                <c:pt idx="2215">
                  <c:v>-26.584194986599616</c:v>
                </c:pt>
                <c:pt idx="2216">
                  <c:v>-25.353050673007779</c:v>
                </c:pt>
                <c:pt idx="2217">
                  <c:v>-24.960413970827915</c:v>
                </c:pt>
                <c:pt idx="2218">
                  <c:v>-27.641826000097581</c:v>
                </c:pt>
                <c:pt idx="2219">
                  <c:v>-27.769634191761476</c:v>
                </c:pt>
                <c:pt idx="2220">
                  <c:v>-27.603284000104534</c:v>
                </c:pt>
                <c:pt idx="2221">
                  <c:v>-26.63725412706404</c:v>
                </c:pt>
                <c:pt idx="2222">
                  <c:v>-25.782087532347482</c:v>
                </c:pt>
                <c:pt idx="2223">
                  <c:v>-25.702454000140236</c:v>
                </c:pt>
                <c:pt idx="2224">
                  <c:v>-26.097983839492141</c:v>
                </c:pt>
                <c:pt idx="2225">
                  <c:v>-26.434806294868515</c:v>
                </c:pt>
                <c:pt idx="2226">
                  <c:v>-26.34725666112686</c:v>
                </c:pt>
                <c:pt idx="2227">
                  <c:v>-27.071907813884579</c:v>
                </c:pt>
                <c:pt idx="2228">
                  <c:v>-27.075159587041199</c:v>
                </c:pt>
                <c:pt idx="2229">
                  <c:v>-27.143643170274778</c:v>
                </c:pt>
                <c:pt idx="2230">
                  <c:v>-28.167144162753072</c:v>
                </c:pt>
                <c:pt idx="2231">
                  <c:v>-28.371754072407676</c:v>
                </c:pt>
                <c:pt idx="2232">
                  <c:v>-27.659640000405656</c:v>
                </c:pt>
                <c:pt idx="2233">
                  <c:v>-27.776058385340239</c:v>
                </c:pt>
                <c:pt idx="2234">
                  <c:v>-27.642428386462569</c:v>
                </c:pt>
                <c:pt idx="2235">
                  <c:v>-26.931777245620893</c:v>
                </c:pt>
                <c:pt idx="2236">
                  <c:v>-26.236026543760794</c:v>
                </c:pt>
                <c:pt idx="2237">
                  <c:v>-26.090086257360575</c:v>
                </c:pt>
                <c:pt idx="2238">
                  <c:v>-27.318095541954243</c:v>
                </c:pt>
                <c:pt idx="2239">
                  <c:v>-27.473213262500199</c:v>
                </c:pt>
                <c:pt idx="2240">
                  <c:v>-27.673787161077712</c:v>
                </c:pt>
                <c:pt idx="2241">
                  <c:v>-27.616000935605044</c:v>
                </c:pt>
                <c:pt idx="2242">
                  <c:v>-26.990501824840027</c:v>
                </c:pt>
                <c:pt idx="2243">
                  <c:v>-26.704776693722923</c:v>
                </c:pt>
                <c:pt idx="2244">
                  <c:v>-26.983369017714153</c:v>
                </c:pt>
                <c:pt idx="2245">
                  <c:v>-27.425054027730955</c:v>
                </c:pt>
                <c:pt idx="2246">
                  <c:v>-27.273105697917394</c:v>
                </c:pt>
                <c:pt idx="2247">
                  <c:v>-26.772701988301556</c:v>
                </c:pt>
                <c:pt idx="2248">
                  <c:v>-26.671634480218231</c:v>
                </c:pt>
                <c:pt idx="2249">
                  <c:v>-26.45533796635311</c:v>
                </c:pt>
                <c:pt idx="2250">
                  <c:v>-26.427178311871412</c:v>
                </c:pt>
                <c:pt idx="2251">
                  <c:v>-29.93045180805823</c:v>
                </c:pt>
                <c:pt idx="2252">
                  <c:v>-27.184348820610165</c:v>
                </c:pt>
                <c:pt idx="2253">
                  <c:v>-28.62840770809159</c:v>
                </c:pt>
                <c:pt idx="2254">
                  <c:v>-26.877321620371809</c:v>
                </c:pt>
                <c:pt idx="2255">
                  <c:v>-31.828587826600334</c:v>
                </c:pt>
                <c:pt idx="2256">
                  <c:v>-30.240472590271072</c:v>
                </c:pt>
                <c:pt idx="2257">
                  <c:v>-27.466007341939381</c:v>
                </c:pt>
                <c:pt idx="2258">
                  <c:v>-27.574245202600427</c:v>
                </c:pt>
                <c:pt idx="2259">
                  <c:v>-26.773994479329911</c:v>
                </c:pt>
                <c:pt idx="2260">
                  <c:v>-25.981946617585372</c:v>
                </c:pt>
                <c:pt idx="2261">
                  <c:v>-24.58975213612565</c:v>
                </c:pt>
                <c:pt idx="2262">
                  <c:v>-24.556164121798982</c:v>
                </c:pt>
                <c:pt idx="2263">
                  <c:v>-26.170727743347996</c:v>
                </c:pt>
                <c:pt idx="2264">
                  <c:v>-25.483662600636638</c:v>
                </c:pt>
                <c:pt idx="2265">
                  <c:v>-25.382726409208548</c:v>
                </c:pt>
                <c:pt idx="2266">
                  <c:v>-25.055501114847079</c:v>
                </c:pt>
                <c:pt idx="2267">
                  <c:v>-25.922300983166174</c:v>
                </c:pt>
                <c:pt idx="2268">
                  <c:v>-26.335724736651542</c:v>
                </c:pt>
                <c:pt idx="2269">
                  <c:v>-26.682271735727145</c:v>
                </c:pt>
                <c:pt idx="2270">
                  <c:v>-25.517178898446225</c:v>
                </c:pt>
                <c:pt idx="2271">
                  <c:v>-25.763133244304235</c:v>
                </c:pt>
                <c:pt idx="2272">
                  <c:v>-26.834027846127057</c:v>
                </c:pt>
                <c:pt idx="2273">
                  <c:v>-28.282325497051925</c:v>
                </c:pt>
                <c:pt idx="2274">
                  <c:v>-26.464431636177167</c:v>
                </c:pt>
                <c:pt idx="2275">
                  <c:v>-25.793033650704526</c:v>
                </c:pt>
                <c:pt idx="2276">
                  <c:v>-26.265579159446347</c:v>
                </c:pt>
                <c:pt idx="2277">
                  <c:v>-24.833643591685863</c:v>
                </c:pt>
                <c:pt idx="2278">
                  <c:v>-26.316681554319437</c:v>
                </c:pt>
                <c:pt idx="2279">
                  <c:v>-25.32887094500418</c:v>
                </c:pt>
                <c:pt idx="2280">
                  <c:v>-26.769732453070798</c:v>
                </c:pt>
                <c:pt idx="2281">
                  <c:v>-25.232440067703152</c:v>
                </c:pt>
                <c:pt idx="2282">
                  <c:v>-25.074980061373722</c:v>
                </c:pt>
                <c:pt idx="2283">
                  <c:v>-25.299366940203821</c:v>
                </c:pt>
                <c:pt idx="2284">
                  <c:v>-25.203826649780929</c:v>
                </c:pt>
                <c:pt idx="2285">
                  <c:v>-25.475299597295233</c:v>
                </c:pt>
                <c:pt idx="2286">
                  <c:v>-24.589927364828114</c:v>
                </c:pt>
                <c:pt idx="2287">
                  <c:v>-25.170227711625071</c:v>
                </c:pt>
                <c:pt idx="2288">
                  <c:v>-24.863661887405105</c:v>
                </c:pt>
                <c:pt idx="2289">
                  <c:v>-25.17338601388056</c:v>
                </c:pt>
                <c:pt idx="2290">
                  <c:v>-25.37867382838855</c:v>
                </c:pt>
                <c:pt idx="2291">
                  <c:v>-22.746245657923932</c:v>
                </c:pt>
                <c:pt idx="2292">
                  <c:v>-25.103137928405118</c:v>
                </c:pt>
                <c:pt idx="2293">
                  <c:v>-24.361149095616586</c:v>
                </c:pt>
                <c:pt idx="2294">
                  <c:v>-24.401590430567637</c:v>
                </c:pt>
                <c:pt idx="2295">
                  <c:v>-25.456007695631122</c:v>
                </c:pt>
                <c:pt idx="2296">
                  <c:v>-23.806619806578833</c:v>
                </c:pt>
                <c:pt idx="2297">
                  <c:v>-22.721705113820573</c:v>
                </c:pt>
                <c:pt idx="2298">
                  <c:v>-22.738090662688542</c:v>
                </c:pt>
                <c:pt idx="2299">
                  <c:v>-22.041991150442982</c:v>
                </c:pt>
                <c:pt idx="2300">
                  <c:v>-22.34804100981582</c:v>
                </c:pt>
                <c:pt idx="2301">
                  <c:v>-23.002920792573939</c:v>
                </c:pt>
                <c:pt idx="2302">
                  <c:v>-23.205876565711062</c:v>
                </c:pt>
                <c:pt idx="2303">
                  <c:v>-22.539588166047636</c:v>
                </c:pt>
                <c:pt idx="2304">
                  <c:v>-22.865255587245247</c:v>
                </c:pt>
                <c:pt idx="2305">
                  <c:v>-23.915814378889987</c:v>
                </c:pt>
                <c:pt idx="2306">
                  <c:v>-24.119770058203663</c:v>
                </c:pt>
                <c:pt idx="2307">
                  <c:v>-24.839587824382672</c:v>
                </c:pt>
                <c:pt idx="2308">
                  <c:v>-25.345058562033355</c:v>
                </c:pt>
                <c:pt idx="2309">
                  <c:v>-26.462444446510883</c:v>
                </c:pt>
                <c:pt idx="2310">
                  <c:v>-26.401866207679291</c:v>
                </c:pt>
                <c:pt idx="2311">
                  <c:v>-25.588122572328494</c:v>
                </c:pt>
                <c:pt idx="2312">
                  <c:v>-22.278951207816302</c:v>
                </c:pt>
                <c:pt idx="2313">
                  <c:v>-24.965045931850003</c:v>
                </c:pt>
                <c:pt idx="2314">
                  <c:v>-27.087729287015339</c:v>
                </c:pt>
                <c:pt idx="2315">
                  <c:v>-26.374670976501129</c:v>
                </c:pt>
                <c:pt idx="2316">
                  <c:v>-22.776970304891787</c:v>
                </c:pt>
                <c:pt idx="2317">
                  <c:v>-26.515787877109858</c:v>
                </c:pt>
                <c:pt idx="2318">
                  <c:v>-14.912330819717448</c:v>
                </c:pt>
                <c:pt idx="2319">
                  <c:v>-27.794318700926098</c:v>
                </c:pt>
                <c:pt idx="2320">
                  <c:v>-27.453448662934086</c:v>
                </c:pt>
                <c:pt idx="2321">
                  <c:v>-26.342615095048771</c:v>
                </c:pt>
                <c:pt idx="2322">
                  <c:v>-26.064134999938421</c:v>
                </c:pt>
                <c:pt idx="2323">
                  <c:v>-24.97009582652381</c:v>
                </c:pt>
                <c:pt idx="2324">
                  <c:v>-25.585352638423615</c:v>
                </c:pt>
                <c:pt idx="2325">
                  <c:v>-27.071394103235914</c:v>
                </c:pt>
                <c:pt idx="2326">
                  <c:v>-27.054124082553756</c:v>
                </c:pt>
                <c:pt idx="2327">
                  <c:v>-28.778769678769137</c:v>
                </c:pt>
                <c:pt idx="2328">
                  <c:v>-29.960008574044611</c:v>
                </c:pt>
                <c:pt idx="2329">
                  <c:v>-28.380570857363274</c:v>
                </c:pt>
                <c:pt idx="2330">
                  <c:v>-27.977407355724761</c:v>
                </c:pt>
                <c:pt idx="2331">
                  <c:v>-30.099563408832282</c:v>
                </c:pt>
                <c:pt idx="2332">
                  <c:v>-28.722288092809919</c:v>
                </c:pt>
                <c:pt idx="2333">
                  <c:v>-29.588753109142427</c:v>
                </c:pt>
                <c:pt idx="2334">
                  <c:v>-30.041725505415265</c:v>
                </c:pt>
                <c:pt idx="2335">
                  <c:v>-30.335066018524589</c:v>
                </c:pt>
                <c:pt idx="2336">
                  <c:v>-29.858843417435828</c:v>
                </c:pt>
                <c:pt idx="2337">
                  <c:v>-28.607607391483743</c:v>
                </c:pt>
                <c:pt idx="2338">
                  <c:v>-26.438425477034183</c:v>
                </c:pt>
                <c:pt idx="2339">
                  <c:v>-26.405309236710355</c:v>
                </c:pt>
                <c:pt idx="2340">
                  <c:v>-27.499860336581573</c:v>
                </c:pt>
                <c:pt idx="2341">
                  <c:v>-27.554861329266</c:v>
                </c:pt>
                <c:pt idx="2342">
                  <c:v>-27.767830878344007</c:v>
                </c:pt>
                <c:pt idx="2343">
                  <c:v>-29.556278942286582</c:v>
                </c:pt>
                <c:pt idx="2344">
                  <c:v>-28.513132372461261</c:v>
                </c:pt>
                <c:pt idx="2345">
                  <c:v>-27.871427865773395</c:v>
                </c:pt>
                <c:pt idx="2346">
                  <c:v>-27.578098502614232</c:v>
                </c:pt>
                <c:pt idx="2347">
                  <c:v>-28.06004148612848</c:v>
                </c:pt>
                <c:pt idx="2348">
                  <c:v>-28.65764369310444</c:v>
                </c:pt>
                <c:pt idx="2349">
                  <c:v>-28.616127365581939</c:v>
                </c:pt>
                <c:pt idx="2350">
                  <c:v>-29.641510924985781</c:v>
                </c:pt>
                <c:pt idx="2351">
                  <c:v>-31.680612573680083</c:v>
                </c:pt>
                <c:pt idx="2352">
                  <c:v>-30.430094143170535</c:v>
                </c:pt>
                <c:pt idx="2353">
                  <c:v>-30.751855248641959</c:v>
                </c:pt>
                <c:pt idx="2354">
                  <c:v>-30.580372317726674</c:v>
                </c:pt>
                <c:pt idx="2355">
                  <c:v>-31.441074439313383</c:v>
                </c:pt>
                <c:pt idx="2356">
                  <c:v>-32.893450330504955</c:v>
                </c:pt>
                <c:pt idx="2357">
                  <c:v>-32.065304168080004</c:v>
                </c:pt>
                <c:pt idx="2358">
                  <c:v>-32.488934970542921</c:v>
                </c:pt>
                <c:pt idx="2359">
                  <c:v>-32.291671108893929</c:v>
                </c:pt>
                <c:pt idx="2360">
                  <c:v>-30.652738834843088</c:v>
                </c:pt>
                <c:pt idx="2361">
                  <c:v>-30.000327760144899</c:v>
                </c:pt>
                <c:pt idx="2362">
                  <c:v>-32.411727354923862</c:v>
                </c:pt>
                <c:pt idx="2363">
                  <c:v>-35.389187247583862</c:v>
                </c:pt>
                <c:pt idx="2364">
                  <c:v>-33.898107696661626</c:v>
                </c:pt>
                <c:pt idx="2365">
                  <c:v>-35.372375484834578</c:v>
                </c:pt>
                <c:pt idx="2366">
                  <c:v>-35.52003192735053</c:v>
                </c:pt>
                <c:pt idx="2367">
                  <c:v>-34.773110925122232</c:v>
                </c:pt>
                <c:pt idx="2368">
                  <c:v>-34.644612335653022</c:v>
                </c:pt>
                <c:pt idx="2369">
                  <c:v>-34.095065369848982</c:v>
                </c:pt>
                <c:pt idx="2370">
                  <c:v>-33.960100559166648</c:v>
                </c:pt>
                <c:pt idx="2371">
                  <c:v>-34.796809699670149</c:v>
                </c:pt>
                <c:pt idx="2372">
                  <c:v>-34.377394728068424</c:v>
                </c:pt>
                <c:pt idx="2373">
                  <c:v>-34.650900060572511</c:v>
                </c:pt>
                <c:pt idx="2374">
                  <c:v>-34.207877512383419</c:v>
                </c:pt>
                <c:pt idx="2375">
                  <c:v>-34.516087982589568</c:v>
                </c:pt>
                <c:pt idx="2376">
                  <c:v>-33.520625754882097</c:v>
                </c:pt>
                <c:pt idx="2377">
                  <c:v>-33.721315003840509</c:v>
                </c:pt>
                <c:pt idx="2378">
                  <c:v>-33.269091652053788</c:v>
                </c:pt>
                <c:pt idx="2379">
                  <c:v>-34.423177198314292</c:v>
                </c:pt>
                <c:pt idx="2380">
                  <c:v>-36.394615271464133</c:v>
                </c:pt>
                <c:pt idx="2381">
                  <c:v>-36.65084546985068</c:v>
                </c:pt>
                <c:pt idx="2382">
                  <c:v>-36.54290887660153</c:v>
                </c:pt>
                <c:pt idx="2383">
                  <c:v>-36.846345038474226</c:v>
                </c:pt>
                <c:pt idx="2384">
                  <c:v>-37.78946212586095</c:v>
                </c:pt>
                <c:pt idx="2385">
                  <c:v>-38.427942704080593</c:v>
                </c:pt>
                <c:pt idx="2386">
                  <c:v>-38.280062844970928</c:v>
                </c:pt>
                <c:pt idx="2387">
                  <c:v>-37.802452690833242</c:v>
                </c:pt>
                <c:pt idx="2388">
                  <c:v>-38.593296598459851</c:v>
                </c:pt>
                <c:pt idx="2389">
                  <c:v>-38.79218984244838</c:v>
                </c:pt>
                <c:pt idx="2390">
                  <c:v>-37.510910988431505</c:v>
                </c:pt>
                <c:pt idx="2391">
                  <c:v>-38.440555674085672</c:v>
                </c:pt>
                <c:pt idx="2392">
                  <c:v>-40.002147321081665</c:v>
                </c:pt>
                <c:pt idx="2393">
                  <c:v>-37.420211195837055</c:v>
                </c:pt>
                <c:pt idx="2394">
                  <c:v>-39.276925906625323</c:v>
                </c:pt>
                <c:pt idx="2395">
                  <c:v>-39.11758032607527</c:v>
                </c:pt>
                <c:pt idx="2396">
                  <c:v>-35.363014818406697</c:v>
                </c:pt>
                <c:pt idx="2397">
                  <c:v>-35.576962735340118</c:v>
                </c:pt>
                <c:pt idx="2398">
                  <c:v>-37.27115992704622</c:v>
                </c:pt>
                <c:pt idx="2399">
                  <c:v>-36.690963048475957</c:v>
                </c:pt>
                <c:pt idx="2400">
                  <c:v>-35.335002041777244</c:v>
                </c:pt>
                <c:pt idx="2401">
                  <c:v>-33.533823789433228</c:v>
                </c:pt>
                <c:pt idx="2402">
                  <c:v>-33.005954788292179</c:v>
                </c:pt>
                <c:pt idx="2403">
                  <c:v>-33.139597077040193</c:v>
                </c:pt>
                <c:pt idx="2404">
                  <c:v>-32.854601659007692</c:v>
                </c:pt>
                <c:pt idx="2405">
                  <c:v>-32.74745758373092</c:v>
                </c:pt>
                <c:pt idx="2406">
                  <c:v>-31.291008710533188</c:v>
                </c:pt>
                <c:pt idx="2407">
                  <c:v>-31.455831805608074</c:v>
                </c:pt>
                <c:pt idx="2408">
                  <c:v>-32.252373650879825</c:v>
                </c:pt>
                <c:pt idx="2409">
                  <c:v>-31.52627056198655</c:v>
                </c:pt>
                <c:pt idx="2410">
                  <c:v>-32.071815270455687</c:v>
                </c:pt>
                <c:pt idx="2411">
                  <c:v>-30.259392929080203</c:v>
                </c:pt>
                <c:pt idx="2412">
                  <c:v>-29.609826439159843</c:v>
                </c:pt>
                <c:pt idx="2413">
                  <c:v>-30.499589210434142</c:v>
                </c:pt>
                <c:pt idx="2414">
                  <c:v>-30.006545150301026</c:v>
                </c:pt>
                <c:pt idx="2415">
                  <c:v>-29.754782377638449</c:v>
                </c:pt>
                <c:pt idx="2416">
                  <c:v>-30.020967889290063</c:v>
                </c:pt>
                <c:pt idx="2417">
                  <c:v>-31.534018916057335</c:v>
                </c:pt>
                <c:pt idx="2418">
                  <c:v>-32.164123218135245</c:v>
                </c:pt>
                <c:pt idx="2419">
                  <c:v>-31.94938428496237</c:v>
                </c:pt>
                <c:pt idx="2420">
                  <c:v>-32.073612719579756</c:v>
                </c:pt>
                <c:pt idx="2421">
                  <c:v>-32.471036265117547</c:v>
                </c:pt>
                <c:pt idx="2422">
                  <c:v>-32.033948811683054</c:v>
                </c:pt>
                <c:pt idx="2423">
                  <c:v>-32.808091080291966</c:v>
                </c:pt>
                <c:pt idx="2424">
                  <c:v>-32.781537035818474</c:v>
                </c:pt>
                <c:pt idx="2425">
                  <c:v>-30.828916822124881</c:v>
                </c:pt>
                <c:pt idx="2426">
                  <c:v>-30.197807102786918</c:v>
                </c:pt>
                <c:pt idx="2427">
                  <c:v>-30.530904383282646</c:v>
                </c:pt>
                <c:pt idx="2428">
                  <c:v>-30.228576382169852</c:v>
                </c:pt>
                <c:pt idx="2429">
                  <c:v>-31.113030897623812</c:v>
                </c:pt>
                <c:pt idx="2430">
                  <c:v>-31.498663756427593</c:v>
                </c:pt>
                <c:pt idx="2431">
                  <c:v>-31.424843959571021</c:v>
                </c:pt>
                <c:pt idx="2432">
                  <c:v>-31.443444451021772</c:v>
                </c:pt>
                <c:pt idx="2433">
                  <c:v>-31.481259433580977</c:v>
                </c:pt>
                <c:pt idx="2434">
                  <c:v>-31.521771516584081</c:v>
                </c:pt>
                <c:pt idx="2435">
                  <c:v>-34.582061880674644</c:v>
                </c:pt>
                <c:pt idx="2436">
                  <c:v>-36.348434351294507</c:v>
                </c:pt>
                <c:pt idx="2437">
                  <c:v>-36.95661569639163</c:v>
                </c:pt>
                <c:pt idx="2438">
                  <c:v>-36.691135628834218</c:v>
                </c:pt>
                <c:pt idx="2439">
                  <c:v>-36.842479143531605</c:v>
                </c:pt>
                <c:pt idx="2440">
                  <c:v>-35.667395716024963</c:v>
                </c:pt>
                <c:pt idx="2441">
                  <c:v>-34.916389740264087</c:v>
                </c:pt>
                <c:pt idx="2442">
                  <c:v>-35.234592213135997</c:v>
                </c:pt>
                <c:pt idx="2443">
                  <c:v>-35.030698304709851</c:v>
                </c:pt>
                <c:pt idx="2444">
                  <c:v>-34.445283285577077</c:v>
                </c:pt>
                <c:pt idx="2445">
                  <c:v>-34.626785475818416</c:v>
                </c:pt>
                <c:pt idx="2446">
                  <c:v>-33.829538496115617</c:v>
                </c:pt>
                <c:pt idx="2447">
                  <c:v>-34.256506869743184</c:v>
                </c:pt>
                <c:pt idx="2448">
                  <c:v>-34.277825295598241</c:v>
                </c:pt>
                <c:pt idx="2449">
                  <c:v>-33.308170861273993</c:v>
                </c:pt>
                <c:pt idx="2450">
                  <c:v>-34.136322170870173</c:v>
                </c:pt>
                <c:pt idx="2451">
                  <c:v>-33.886224194231083</c:v>
                </c:pt>
                <c:pt idx="2452">
                  <c:v>-31.279324932727292</c:v>
                </c:pt>
                <c:pt idx="2453">
                  <c:v>-32.233289052941402</c:v>
                </c:pt>
                <c:pt idx="2454">
                  <c:v>-31.420409822732456</c:v>
                </c:pt>
                <c:pt idx="2455">
                  <c:v>-31.237808128564421</c:v>
                </c:pt>
                <c:pt idx="2456">
                  <c:v>-31.205270541564261</c:v>
                </c:pt>
                <c:pt idx="2457">
                  <c:v>-32.126492084068047</c:v>
                </c:pt>
                <c:pt idx="2458">
                  <c:v>-30.134326986800794</c:v>
                </c:pt>
                <c:pt idx="2459">
                  <c:v>-30.96142509610485</c:v>
                </c:pt>
                <c:pt idx="2460">
                  <c:v>-28.616801795195588</c:v>
                </c:pt>
                <c:pt idx="2461">
                  <c:v>-28.485542517023436</c:v>
                </c:pt>
                <c:pt idx="2462">
                  <c:v>-28.485542517023436</c:v>
                </c:pt>
                <c:pt idx="2463">
                  <c:v>-26.091425974544453</c:v>
                </c:pt>
                <c:pt idx="2464">
                  <c:v>-23.661462961918261</c:v>
                </c:pt>
                <c:pt idx="2465">
                  <c:v>-25.389484687430564</c:v>
                </c:pt>
                <c:pt idx="2466">
                  <c:v>-25.393137974879487</c:v>
                </c:pt>
                <c:pt idx="2467">
                  <c:v>-28.327349786030435</c:v>
                </c:pt>
                <c:pt idx="2468">
                  <c:v>-28.175916999144388</c:v>
                </c:pt>
                <c:pt idx="2469">
                  <c:v>-27.733127016043149</c:v>
                </c:pt>
                <c:pt idx="2470">
                  <c:v>-27.671761993753069</c:v>
                </c:pt>
                <c:pt idx="2471">
                  <c:v>-27.335148870129711</c:v>
                </c:pt>
                <c:pt idx="2472">
                  <c:v>-27.533154675074115</c:v>
                </c:pt>
                <c:pt idx="2473">
                  <c:v>-26.307418683139293</c:v>
                </c:pt>
                <c:pt idx="2474">
                  <c:v>-25.390960230404232</c:v>
                </c:pt>
                <c:pt idx="2475">
                  <c:v>-26.537100028841564</c:v>
                </c:pt>
                <c:pt idx="2476">
                  <c:v>-25.505666528582598</c:v>
                </c:pt>
                <c:pt idx="2477">
                  <c:v>-24.951949117353958</c:v>
                </c:pt>
                <c:pt idx="2478">
                  <c:v>-24.627086572134381</c:v>
                </c:pt>
                <c:pt idx="2479">
                  <c:v>-25.155512425119348</c:v>
                </c:pt>
                <c:pt idx="2480">
                  <c:v>-24.583546534594301</c:v>
                </c:pt>
                <c:pt idx="2481">
                  <c:v>-25.232779925749114</c:v>
                </c:pt>
                <c:pt idx="2482">
                  <c:v>-25.784610468263025</c:v>
                </c:pt>
                <c:pt idx="2483">
                  <c:v>-24.069209376540712</c:v>
                </c:pt>
                <c:pt idx="2484">
                  <c:v>-24.83277952729663</c:v>
                </c:pt>
                <c:pt idx="2485">
                  <c:v>-24.295296003858304</c:v>
                </c:pt>
                <c:pt idx="2486">
                  <c:v>-24.367547664316199</c:v>
                </c:pt>
                <c:pt idx="2487">
                  <c:v>-23.518370815698265</c:v>
                </c:pt>
                <c:pt idx="2488">
                  <c:v>-23.213585980353923</c:v>
                </c:pt>
                <c:pt idx="2489">
                  <c:v>-22.954141519421327</c:v>
                </c:pt>
                <c:pt idx="2490">
                  <c:v>-22.372546824264468</c:v>
                </c:pt>
                <c:pt idx="2491">
                  <c:v>-22.692266744752288</c:v>
                </c:pt>
                <c:pt idx="2492">
                  <c:v>-23.005900591023</c:v>
                </c:pt>
                <c:pt idx="2493">
                  <c:v>-22.467666889266436</c:v>
                </c:pt>
                <c:pt idx="2494">
                  <c:v>-23.188368426985811</c:v>
                </c:pt>
                <c:pt idx="2495">
                  <c:v>-23.685145821888227</c:v>
                </c:pt>
                <c:pt idx="2496">
                  <c:v>-24.820357674238963</c:v>
                </c:pt>
                <c:pt idx="2497">
                  <c:v>-24.859609366886296</c:v>
                </c:pt>
                <c:pt idx="2498">
                  <c:v>-24.796642568644423</c:v>
                </c:pt>
                <c:pt idx="2499">
                  <c:v>-25.534003356462943</c:v>
                </c:pt>
                <c:pt idx="2500">
                  <c:v>-24.565394338554047</c:v>
                </c:pt>
                <c:pt idx="2501">
                  <c:v>-23.699296757559388</c:v>
                </c:pt>
                <c:pt idx="2502">
                  <c:v>-23.607676674251152</c:v>
                </c:pt>
                <c:pt idx="2503">
                  <c:v>-25.085335531359448</c:v>
                </c:pt>
                <c:pt idx="2504">
                  <c:v>-22.686710197856158</c:v>
                </c:pt>
                <c:pt idx="2505">
                  <c:v>-22.411953445750783</c:v>
                </c:pt>
                <c:pt idx="2506">
                  <c:v>-21.64109092429284</c:v>
                </c:pt>
                <c:pt idx="2507">
                  <c:v>-24.015669914852459</c:v>
                </c:pt>
                <c:pt idx="2508">
                  <c:v>-25.196133336879264</c:v>
                </c:pt>
                <c:pt idx="2509">
                  <c:v>-23.694222355038494</c:v>
                </c:pt>
                <c:pt idx="2510">
                  <c:v>-26.713605646031343</c:v>
                </c:pt>
                <c:pt idx="2511">
                  <c:v>-30.650580639003561</c:v>
                </c:pt>
                <c:pt idx="2512">
                  <c:v>-36.608694293176725</c:v>
                </c:pt>
                <c:pt idx="2513">
                  <c:v>-35.902961489206902</c:v>
                </c:pt>
                <c:pt idx="2514">
                  <c:v>-37.106782117075802</c:v>
                </c:pt>
                <c:pt idx="2515">
                  <c:v>-27.901076618651096</c:v>
                </c:pt>
                <c:pt idx="2516">
                  <c:v>-32.087830161670411</c:v>
                </c:pt>
                <c:pt idx="2517">
                  <c:v>-36.683708702057089</c:v>
                </c:pt>
                <c:pt idx="2518">
                  <c:v>-43.231080137726437</c:v>
                </c:pt>
                <c:pt idx="2519">
                  <c:v>-31.890711079301123</c:v>
                </c:pt>
                <c:pt idx="2520">
                  <c:v>-29.450258171015818</c:v>
                </c:pt>
                <c:pt idx="2521">
                  <c:v>-30.556170889108085</c:v>
                </c:pt>
                <c:pt idx="2522">
                  <c:v>-29.971975602243255</c:v>
                </c:pt>
                <c:pt idx="2523">
                  <c:v>-27.436921610118393</c:v>
                </c:pt>
                <c:pt idx="2524">
                  <c:v>-24.272482041815614</c:v>
                </c:pt>
                <c:pt idx="2525">
                  <c:v>-25.628204764853994</c:v>
                </c:pt>
                <c:pt idx="2526">
                  <c:v>-21.830321761865477</c:v>
                </c:pt>
                <c:pt idx="2527">
                  <c:v>-19.874833842608062</c:v>
                </c:pt>
                <c:pt idx="2528">
                  <c:v>-20.168206162027154</c:v>
                </c:pt>
                <c:pt idx="2529">
                  <c:v>-21.93252245233446</c:v>
                </c:pt>
                <c:pt idx="2530">
                  <c:v>-23.353892119804314</c:v>
                </c:pt>
                <c:pt idx="2531">
                  <c:v>-22.154026070888897</c:v>
                </c:pt>
                <c:pt idx="2532">
                  <c:v>-20.236275305659539</c:v>
                </c:pt>
                <c:pt idx="2533">
                  <c:v>-18.377257907746767</c:v>
                </c:pt>
                <c:pt idx="2534">
                  <c:v>-18.228090705118177</c:v>
                </c:pt>
                <c:pt idx="2535">
                  <c:v>-18.555999529490784</c:v>
                </c:pt>
                <c:pt idx="2536">
                  <c:v>-18.851071421384823</c:v>
                </c:pt>
                <c:pt idx="2537">
                  <c:v>-19.533808553877975</c:v>
                </c:pt>
                <c:pt idx="2538">
                  <c:v>-20.626305462482481</c:v>
                </c:pt>
                <c:pt idx="2539">
                  <c:v>-22.732130490231551</c:v>
                </c:pt>
                <c:pt idx="2540">
                  <c:v>-23.742337673969239</c:v>
                </c:pt>
                <c:pt idx="2541">
                  <c:v>-23.390923721981792</c:v>
                </c:pt>
                <c:pt idx="2542">
                  <c:v>-22.763929894781693</c:v>
                </c:pt>
                <c:pt idx="2543">
                  <c:v>-23.407492709294289</c:v>
                </c:pt>
                <c:pt idx="2544">
                  <c:v>-23.797508035660364</c:v>
                </c:pt>
                <c:pt idx="2545">
                  <c:v>-23.683001340552831</c:v>
                </c:pt>
                <c:pt idx="2546">
                  <c:v>-24.467512965921003</c:v>
                </c:pt>
                <c:pt idx="2547">
                  <c:v>-24.441010499638761</c:v>
                </c:pt>
                <c:pt idx="2548">
                  <c:v>-25.301312956479929</c:v>
                </c:pt>
                <c:pt idx="2549">
                  <c:v>-26.682979328771896</c:v>
                </c:pt>
                <c:pt idx="2550">
                  <c:v>-26.91860570215303</c:v>
                </c:pt>
                <c:pt idx="2551">
                  <c:v>-27.099954651641355</c:v>
                </c:pt>
                <c:pt idx="2552">
                  <c:v>-28.366015048593169</c:v>
                </c:pt>
                <c:pt idx="2553">
                  <c:v>-27.670249498540429</c:v>
                </c:pt>
                <c:pt idx="2554">
                  <c:v>-26.815186672806306</c:v>
                </c:pt>
                <c:pt idx="2555">
                  <c:v>-25.799415147906007</c:v>
                </c:pt>
                <c:pt idx="2556">
                  <c:v>-24.148216020987121</c:v>
                </c:pt>
                <c:pt idx="2557">
                  <c:v>-26.368351565200733</c:v>
                </c:pt>
                <c:pt idx="2558">
                  <c:v>-25.342627068743706</c:v>
                </c:pt>
                <c:pt idx="2559">
                  <c:v>-25.51686018751732</c:v>
                </c:pt>
                <c:pt idx="2560">
                  <c:v>-25.317227418502661</c:v>
                </c:pt>
                <c:pt idx="2561">
                  <c:v>-25.297151680689417</c:v>
                </c:pt>
                <c:pt idx="2562">
                  <c:v>-25.852881341802728</c:v>
                </c:pt>
                <c:pt idx="2563">
                  <c:v>-25.100116133661679</c:v>
                </c:pt>
                <c:pt idx="2564">
                  <c:v>-25.390701229276811</c:v>
                </c:pt>
                <c:pt idx="2565">
                  <c:v>-24.692793151253007</c:v>
                </c:pt>
                <c:pt idx="2566">
                  <c:v>-25.575701379565004</c:v>
                </c:pt>
                <c:pt idx="2567">
                  <c:v>-26.478195238816472</c:v>
                </c:pt>
                <c:pt idx="2568">
                  <c:v>-27.624042767785468</c:v>
                </c:pt>
                <c:pt idx="2569">
                  <c:v>-27.350414811859689</c:v>
                </c:pt>
                <c:pt idx="2570">
                  <c:v>-25.583973009315315</c:v>
                </c:pt>
                <c:pt idx="2571">
                  <c:v>-26.531754076347248</c:v>
                </c:pt>
                <c:pt idx="2572">
                  <c:v>-26.139948297390912</c:v>
                </c:pt>
                <c:pt idx="2573">
                  <c:v>-24.149432578404628</c:v>
                </c:pt>
                <c:pt idx="2574">
                  <c:v>-26.300017773227271</c:v>
                </c:pt>
                <c:pt idx="2575">
                  <c:v>-25.818634396639812</c:v>
                </c:pt>
                <c:pt idx="2576">
                  <c:v>-25.393967284628847</c:v>
                </c:pt>
                <c:pt idx="2577">
                  <c:v>-25.810631790818022</c:v>
                </c:pt>
                <c:pt idx="2578">
                  <c:v>-26.564360941622041</c:v>
                </c:pt>
                <c:pt idx="2579">
                  <c:v>-26.017990585836994</c:v>
                </c:pt>
                <c:pt idx="2580">
                  <c:v>-25.942743662651324</c:v>
                </c:pt>
                <c:pt idx="2581">
                  <c:v>-26.528009581613311</c:v>
                </c:pt>
                <c:pt idx="2582">
                  <c:v>-25.659479433315017</c:v>
                </c:pt>
                <c:pt idx="2583">
                  <c:v>-25.219392307438515</c:v>
                </c:pt>
                <c:pt idx="2584">
                  <c:v>-25.27658120102258</c:v>
                </c:pt>
                <c:pt idx="2585">
                  <c:v>-24.252129950424312</c:v>
                </c:pt>
                <c:pt idx="2586">
                  <c:v>-23.85609116302421</c:v>
                </c:pt>
                <c:pt idx="2587">
                  <c:v>-24.269004334840673</c:v>
                </c:pt>
                <c:pt idx="2588">
                  <c:v>-24.59123037768412</c:v>
                </c:pt>
                <c:pt idx="2589">
                  <c:v>-23.775149953481787</c:v>
                </c:pt>
                <c:pt idx="2590">
                  <c:v>-24.300010205006693</c:v>
                </c:pt>
                <c:pt idx="2591">
                  <c:v>-24.32110652686104</c:v>
                </c:pt>
                <c:pt idx="2592">
                  <c:v>-24.150952507066233</c:v>
                </c:pt>
                <c:pt idx="2593">
                  <c:v>-23.582539048586675</c:v>
                </c:pt>
                <c:pt idx="2594">
                  <c:v>-23.218297287171538</c:v>
                </c:pt>
                <c:pt idx="2595">
                  <c:v>-23.367519795813458</c:v>
                </c:pt>
                <c:pt idx="2596">
                  <c:v>-22.5520304952014</c:v>
                </c:pt>
                <c:pt idx="2597">
                  <c:v>-22.574119178783317</c:v>
                </c:pt>
                <c:pt idx="2598">
                  <c:v>-23.091827505580934</c:v>
                </c:pt>
                <c:pt idx="2599">
                  <c:v>-22.473596184278659</c:v>
                </c:pt>
                <c:pt idx="2600">
                  <c:v>-22.922269067956623</c:v>
                </c:pt>
                <c:pt idx="2601">
                  <c:v>-23.329077171069127</c:v>
                </c:pt>
                <c:pt idx="2602">
                  <c:v>-22.610501504905944</c:v>
                </c:pt>
                <c:pt idx="2603">
                  <c:v>-23.168206616387305</c:v>
                </c:pt>
                <c:pt idx="2604">
                  <c:v>-21.546046123171628</c:v>
                </c:pt>
                <c:pt idx="2605">
                  <c:v>-21.340017907576446</c:v>
                </c:pt>
                <c:pt idx="2606">
                  <c:v>-20.8534558989891</c:v>
                </c:pt>
                <c:pt idx="2607">
                  <c:v>-20.484659819217974</c:v>
                </c:pt>
                <c:pt idx="2608">
                  <c:v>-19.475043074619254</c:v>
                </c:pt>
                <c:pt idx="2609">
                  <c:v>-19.388648587410302</c:v>
                </c:pt>
                <c:pt idx="2610">
                  <c:v>-19.231915375852818</c:v>
                </c:pt>
                <c:pt idx="2611">
                  <c:v>-18.783670303491188</c:v>
                </c:pt>
                <c:pt idx="2612">
                  <c:v>-18.594565591480972</c:v>
                </c:pt>
                <c:pt idx="2613">
                  <c:v>-18.308481548814168</c:v>
                </c:pt>
                <c:pt idx="2614">
                  <c:v>-19.196023527622469</c:v>
                </c:pt>
                <c:pt idx="2615">
                  <c:v>-20.302042373215837</c:v>
                </c:pt>
                <c:pt idx="2616">
                  <c:v>-20.903027017314265</c:v>
                </c:pt>
                <c:pt idx="2617">
                  <c:v>-19.650933393799541</c:v>
                </c:pt>
                <c:pt idx="2618">
                  <c:v>-21.796804969660297</c:v>
                </c:pt>
                <c:pt idx="2619">
                  <c:v>-21.945207661118527</c:v>
                </c:pt>
                <c:pt idx="2620">
                  <c:v>-21.897633166308378</c:v>
                </c:pt>
                <c:pt idx="2621">
                  <c:v>-20.909503545791754</c:v>
                </c:pt>
                <c:pt idx="2622">
                  <c:v>-20.93439349645881</c:v>
                </c:pt>
                <c:pt idx="2623">
                  <c:v>-21.636261970714923</c:v>
                </c:pt>
                <c:pt idx="2624">
                  <c:v>-21.091983038979887</c:v>
                </c:pt>
                <c:pt idx="2625">
                  <c:v>-20.364181209819147</c:v>
                </c:pt>
                <c:pt idx="2626">
                  <c:v>-20.831238142416186</c:v>
                </c:pt>
                <c:pt idx="2627">
                  <c:v>-18.692723259477106</c:v>
                </c:pt>
                <c:pt idx="2628">
                  <c:v>-19.094251657912839</c:v>
                </c:pt>
                <c:pt idx="2629">
                  <c:v>-18.631339776860244</c:v>
                </c:pt>
                <c:pt idx="2630">
                  <c:v>-18.040149488969703</c:v>
                </c:pt>
                <c:pt idx="2631">
                  <c:v>-18.357455835661074</c:v>
                </c:pt>
                <c:pt idx="2632">
                  <c:v>-19.294953888026118</c:v>
                </c:pt>
                <c:pt idx="2633">
                  <c:v>-19.485921923786432</c:v>
                </c:pt>
                <c:pt idx="2634">
                  <c:v>-19.944293051093506</c:v>
                </c:pt>
                <c:pt idx="2635">
                  <c:v>-19.539939750933435</c:v>
                </c:pt>
                <c:pt idx="2636">
                  <c:v>-19.466410628358442</c:v>
                </c:pt>
                <c:pt idx="2637">
                  <c:v>-19.809891265110071</c:v>
                </c:pt>
                <c:pt idx="2638">
                  <c:v>-19.915201528641571</c:v>
                </c:pt>
                <c:pt idx="2639">
                  <c:v>-19.752301366898187</c:v>
                </c:pt>
                <c:pt idx="2640">
                  <c:v>-19.293527582818534</c:v>
                </c:pt>
                <c:pt idx="2641">
                  <c:v>-18.890295909853755</c:v>
                </c:pt>
                <c:pt idx="2642">
                  <c:v>-18.649671239089123</c:v>
                </c:pt>
                <c:pt idx="2643">
                  <c:v>-18.530983327169018</c:v>
                </c:pt>
                <c:pt idx="2644">
                  <c:v>-18.273314360753456</c:v>
                </c:pt>
                <c:pt idx="2645">
                  <c:v>-17.672472585346277</c:v>
                </c:pt>
                <c:pt idx="2646">
                  <c:v>-16.835603382863823</c:v>
                </c:pt>
                <c:pt idx="2647">
                  <c:v>-16.45489004230302</c:v>
                </c:pt>
                <c:pt idx="2648">
                  <c:v>-16.494843438872884</c:v>
                </c:pt>
                <c:pt idx="2649">
                  <c:v>-17.170764252243885</c:v>
                </c:pt>
                <c:pt idx="2650">
                  <c:v>-16.056431991544756</c:v>
                </c:pt>
                <c:pt idx="2651">
                  <c:v>-17.355139246792767</c:v>
                </c:pt>
                <c:pt idx="2652">
                  <c:v>-18.037025195666462</c:v>
                </c:pt>
                <c:pt idx="2653">
                  <c:v>-17.653045675579921</c:v>
                </c:pt>
                <c:pt idx="2654">
                  <c:v>-17.904938735010909</c:v>
                </c:pt>
                <c:pt idx="2655">
                  <c:v>-17.18774684956837</c:v>
                </c:pt>
                <c:pt idx="2656">
                  <c:v>-17.272071995337456</c:v>
                </c:pt>
                <c:pt idx="2657">
                  <c:v>-16.635749190400688</c:v>
                </c:pt>
                <c:pt idx="2658">
                  <c:v>-16.796953527679818</c:v>
                </c:pt>
                <c:pt idx="2659">
                  <c:v>-16.273665064956948</c:v>
                </c:pt>
                <c:pt idx="2660">
                  <c:v>-16.71439954018701</c:v>
                </c:pt>
                <c:pt idx="2661">
                  <c:v>-16.639668438034093</c:v>
                </c:pt>
                <c:pt idx="2662">
                  <c:v>-16.63381000310774</c:v>
                </c:pt>
                <c:pt idx="2663">
                  <c:v>-17.594156420697619</c:v>
                </c:pt>
                <c:pt idx="2664">
                  <c:v>-17.725586775699497</c:v>
                </c:pt>
                <c:pt idx="2665">
                  <c:v>-17.535915122072282</c:v>
                </c:pt>
                <c:pt idx="2666">
                  <c:v>-17.614527666158224</c:v>
                </c:pt>
                <c:pt idx="2667">
                  <c:v>-17.09621986308256</c:v>
                </c:pt>
                <c:pt idx="2668">
                  <c:v>-17.177021839758432</c:v>
                </c:pt>
                <c:pt idx="2669">
                  <c:v>-17.150436779016758</c:v>
                </c:pt>
                <c:pt idx="2670">
                  <c:v>-17.409241882573127</c:v>
                </c:pt>
                <c:pt idx="2671">
                  <c:v>-17.882464266750581</c:v>
                </c:pt>
                <c:pt idx="2672">
                  <c:v>-18.395498911459516</c:v>
                </c:pt>
                <c:pt idx="2673">
                  <c:v>-17.070667170672049</c:v>
                </c:pt>
                <c:pt idx="2674">
                  <c:v>-17.130084152825546</c:v>
                </c:pt>
                <c:pt idx="2675">
                  <c:v>-17.402986012680184</c:v>
                </c:pt>
                <c:pt idx="2676">
                  <c:v>-18.04891887657427</c:v>
                </c:pt>
                <c:pt idx="2677">
                  <c:v>-18.308643836587251</c:v>
                </c:pt>
                <c:pt idx="2678">
                  <c:v>-17.191843364737444</c:v>
                </c:pt>
                <c:pt idx="2679">
                  <c:v>-16.891652305027787</c:v>
                </c:pt>
                <c:pt idx="2680">
                  <c:v>-16.886011200548808</c:v>
                </c:pt>
                <c:pt idx="2681">
                  <c:v>-16.797426694148022</c:v>
                </c:pt>
                <c:pt idx="2682">
                  <c:v>-16.759989471741452</c:v>
                </c:pt>
                <c:pt idx="2683">
                  <c:v>-16.443023546585092</c:v>
                </c:pt>
                <c:pt idx="2684">
                  <c:v>-15.358101533812539</c:v>
                </c:pt>
                <c:pt idx="2685">
                  <c:v>-15.035322517015777</c:v>
                </c:pt>
                <c:pt idx="2686">
                  <c:v>-15.663614407526499</c:v>
                </c:pt>
                <c:pt idx="2687">
                  <c:v>-15.104088158702432</c:v>
                </c:pt>
                <c:pt idx="2688">
                  <c:v>-14.147411874895433</c:v>
                </c:pt>
                <c:pt idx="2689">
                  <c:v>-12.730570253918749</c:v>
                </c:pt>
                <c:pt idx="2690">
                  <c:v>-13.478092325803457</c:v>
                </c:pt>
                <c:pt idx="2691">
                  <c:v>-13.800065737985051</c:v>
                </c:pt>
                <c:pt idx="2692">
                  <c:v>-12.942835713901419</c:v>
                </c:pt>
                <c:pt idx="2693">
                  <c:v>-13.543998912122396</c:v>
                </c:pt>
                <c:pt idx="2694">
                  <c:v>-13.684450780425619</c:v>
                </c:pt>
                <c:pt idx="2695">
                  <c:v>-13.252177220365017</c:v>
                </c:pt>
                <c:pt idx="2696">
                  <c:v>-12.923483537009613</c:v>
                </c:pt>
                <c:pt idx="2697">
                  <c:v>-12.069250252074113</c:v>
                </c:pt>
                <c:pt idx="2698">
                  <c:v>-11.177084716276655</c:v>
                </c:pt>
                <c:pt idx="2699">
                  <c:v>-10.467469307127731</c:v>
                </c:pt>
                <c:pt idx="2700">
                  <c:v>-10.587010861469921</c:v>
                </c:pt>
                <c:pt idx="2701">
                  <c:v>-10.874146853270982</c:v>
                </c:pt>
                <c:pt idx="2702">
                  <c:v>-11.083917884699687</c:v>
                </c:pt>
                <c:pt idx="2703">
                  <c:v>-11.052300796261779</c:v>
                </c:pt>
                <c:pt idx="2704">
                  <c:v>-11.171819557829746</c:v>
                </c:pt>
                <c:pt idx="2705">
                  <c:v>-10.510461101730211</c:v>
                </c:pt>
                <c:pt idx="2706">
                  <c:v>-9.8606518517973907</c:v>
                </c:pt>
                <c:pt idx="2707">
                  <c:v>-9.9963647425700142</c:v>
                </c:pt>
                <c:pt idx="2708">
                  <c:v>-9.6651792816746287</c:v>
                </c:pt>
                <c:pt idx="2709">
                  <c:v>-9.7926647892331218</c:v>
                </c:pt>
                <c:pt idx="2710">
                  <c:v>-10.192284467013305</c:v>
                </c:pt>
                <c:pt idx="2711">
                  <c:v>-10.91474975221702</c:v>
                </c:pt>
                <c:pt idx="2712">
                  <c:v>-10.868403478600108</c:v>
                </c:pt>
                <c:pt idx="2713">
                  <c:v>-10.860856087366106</c:v>
                </c:pt>
                <c:pt idx="2714">
                  <c:v>-11.873170283018631</c:v>
                </c:pt>
                <c:pt idx="2715">
                  <c:v>-10.203448131586363</c:v>
                </c:pt>
                <c:pt idx="2716">
                  <c:v>-10.596238973156932</c:v>
                </c:pt>
                <c:pt idx="2717">
                  <c:v>-10.902260233555349</c:v>
                </c:pt>
                <c:pt idx="2718">
                  <c:v>-10.017832206270395</c:v>
                </c:pt>
                <c:pt idx="2719">
                  <c:v>-10.593989807534303</c:v>
                </c:pt>
                <c:pt idx="2720">
                  <c:v>-11.595831261311035</c:v>
                </c:pt>
                <c:pt idx="2721">
                  <c:v>-10.713121354987258</c:v>
                </c:pt>
                <c:pt idx="2722">
                  <c:v>-10.665969210175671</c:v>
                </c:pt>
                <c:pt idx="2723">
                  <c:v>-10.439897737019439</c:v>
                </c:pt>
                <c:pt idx="2724">
                  <c:v>-10.470312397520683</c:v>
                </c:pt>
                <c:pt idx="2725">
                  <c:v>-9.4863163769519545</c:v>
                </c:pt>
                <c:pt idx="2726">
                  <c:v>-9.5217208188832885</c:v>
                </c:pt>
                <c:pt idx="2727">
                  <c:v>-9.8030590411455076</c:v>
                </c:pt>
                <c:pt idx="2728">
                  <c:v>-8.8059269393558388</c:v>
                </c:pt>
                <c:pt idx="2729">
                  <c:v>-9.3800670918966951</c:v>
                </c:pt>
                <c:pt idx="2730">
                  <c:v>-8.187602886047852</c:v>
                </c:pt>
                <c:pt idx="2731">
                  <c:v>-8.3876168828921109</c:v>
                </c:pt>
                <c:pt idx="2732">
                  <c:v>-8.4612531611546729</c:v>
                </c:pt>
                <c:pt idx="2733">
                  <c:v>-8.4897467140671274</c:v>
                </c:pt>
                <c:pt idx="2734">
                  <c:v>-7.6741475365174896</c:v>
                </c:pt>
                <c:pt idx="2735">
                  <c:v>-7.4867126128870964</c:v>
                </c:pt>
                <c:pt idx="2736">
                  <c:v>-7.3709864563494527</c:v>
                </c:pt>
                <c:pt idx="2737">
                  <c:v>-7.2795786493231684</c:v>
                </c:pt>
                <c:pt idx="2738">
                  <c:v>-7.0120142824731744</c:v>
                </c:pt>
                <c:pt idx="2739">
                  <c:v>-6.6601663373277127</c:v>
                </c:pt>
                <c:pt idx="2740">
                  <c:v>-6.0454354763214067</c:v>
                </c:pt>
                <c:pt idx="2741">
                  <c:v>-7.9569040041373134</c:v>
                </c:pt>
                <c:pt idx="2742">
                  <c:v>-6.9573958610358648</c:v>
                </c:pt>
                <c:pt idx="2743">
                  <c:v>-6.7573272241866631</c:v>
                </c:pt>
                <c:pt idx="2744">
                  <c:v>-5.9433047089849751</c:v>
                </c:pt>
                <c:pt idx="2745">
                  <c:v>-5.4938290532888239</c:v>
                </c:pt>
                <c:pt idx="2746">
                  <c:v>-5.5799582507629246</c:v>
                </c:pt>
                <c:pt idx="2747">
                  <c:v>-7.9403146897055699</c:v>
                </c:pt>
                <c:pt idx="2748">
                  <c:v>-11.639501465952684</c:v>
                </c:pt>
                <c:pt idx="2749">
                  <c:v>-7.562268784243118</c:v>
                </c:pt>
                <c:pt idx="2750">
                  <c:v>-6.6210561403805031</c:v>
                </c:pt>
                <c:pt idx="2751">
                  <c:v>-6.1849250135016405</c:v>
                </c:pt>
                <c:pt idx="2752">
                  <c:v>-8.4376969032651346</c:v>
                </c:pt>
                <c:pt idx="2753">
                  <c:v>-9.1745791750139158</c:v>
                </c:pt>
                <c:pt idx="2754">
                  <c:v>-9.6760476094188697</c:v>
                </c:pt>
                <c:pt idx="2755">
                  <c:v>-10.983631510933879</c:v>
                </c:pt>
                <c:pt idx="2756">
                  <c:v>-11.221052801778235</c:v>
                </c:pt>
                <c:pt idx="2757">
                  <c:v>-10.88737923191276</c:v>
                </c:pt>
                <c:pt idx="2758">
                  <c:v>-9.3215268049600297</c:v>
                </c:pt>
                <c:pt idx="2759">
                  <c:v>-10.38152891519691</c:v>
                </c:pt>
                <c:pt idx="2760">
                  <c:v>-11.339858358691625</c:v>
                </c:pt>
                <c:pt idx="2761">
                  <c:v>-11.400932489882859</c:v>
                </c:pt>
                <c:pt idx="2762">
                  <c:v>-10.535842630435468</c:v>
                </c:pt>
                <c:pt idx="2763">
                  <c:v>-11.275467325818578</c:v>
                </c:pt>
                <c:pt idx="2764">
                  <c:v>-10.126340352184451</c:v>
                </c:pt>
                <c:pt idx="2765">
                  <c:v>-9.8704036872066059</c:v>
                </c:pt>
                <c:pt idx="2766">
                  <c:v>-8.6043083108270757</c:v>
                </c:pt>
                <c:pt idx="2767">
                  <c:v>-6.8375681714936629</c:v>
                </c:pt>
                <c:pt idx="2768">
                  <c:v>-6.7274699273118586</c:v>
                </c:pt>
                <c:pt idx="2769">
                  <c:v>-6.5282896761149551</c:v>
                </c:pt>
                <c:pt idx="2770">
                  <c:v>-6.4931509470694309</c:v>
                </c:pt>
                <c:pt idx="2771">
                  <c:v>-6.0547793641811758</c:v>
                </c:pt>
                <c:pt idx="2772">
                  <c:v>-7.8360456406355379</c:v>
                </c:pt>
                <c:pt idx="2773">
                  <c:v>-6.4341462620834893</c:v>
                </c:pt>
                <c:pt idx="2774">
                  <c:v>-7.4347829617050678</c:v>
                </c:pt>
                <c:pt idx="2775">
                  <c:v>-6.1271435504636482</c:v>
                </c:pt>
                <c:pt idx="2776">
                  <c:v>-6.527217577983377</c:v>
                </c:pt>
                <c:pt idx="2777">
                  <c:v>-6.5144123775115634</c:v>
                </c:pt>
                <c:pt idx="2778">
                  <c:v>-7.4768844394458558</c:v>
                </c:pt>
                <c:pt idx="2779">
                  <c:v>-8.0551045254799352</c:v>
                </c:pt>
                <c:pt idx="2780">
                  <c:v>-8.3202257463127456</c:v>
                </c:pt>
                <c:pt idx="2781">
                  <c:v>-8.0819366845496816</c:v>
                </c:pt>
                <c:pt idx="2782">
                  <c:v>-8.2656566611102473</c:v>
                </c:pt>
                <c:pt idx="2783">
                  <c:v>-7.9749181532194555</c:v>
                </c:pt>
                <c:pt idx="2784">
                  <c:v>-8.5078013097486682</c:v>
                </c:pt>
                <c:pt idx="2785">
                  <c:v>-8.9004244413037856</c:v>
                </c:pt>
                <c:pt idx="2786">
                  <c:v>-7.6460539811482384</c:v>
                </c:pt>
                <c:pt idx="2787">
                  <c:v>-7.3260317455399662</c:v>
                </c:pt>
                <c:pt idx="2788">
                  <c:v>-6.8543556545064028</c:v>
                </c:pt>
                <c:pt idx="2789">
                  <c:v>-7.2357967540199297</c:v>
                </c:pt>
                <c:pt idx="2790">
                  <c:v>-8.115333356335265</c:v>
                </c:pt>
                <c:pt idx="2791">
                  <c:v>-7.9008807178162783</c:v>
                </c:pt>
                <c:pt idx="2792">
                  <c:v>-7.0182485222737903</c:v>
                </c:pt>
                <c:pt idx="2793">
                  <c:v>-7.3898754239934608</c:v>
                </c:pt>
                <c:pt idx="2794">
                  <c:v>-6.6767815579786003</c:v>
                </c:pt>
                <c:pt idx="2795">
                  <c:v>-6.0141489035167623</c:v>
                </c:pt>
                <c:pt idx="2796">
                  <c:v>-7.4785720605236143</c:v>
                </c:pt>
                <c:pt idx="2797">
                  <c:v>-6.6001374902617513</c:v>
                </c:pt>
                <c:pt idx="2798">
                  <c:v>-7.54758608038067</c:v>
                </c:pt>
                <c:pt idx="2799">
                  <c:v>-8.1081517359436095</c:v>
                </c:pt>
                <c:pt idx="2800">
                  <c:v>-8.8317574750187582</c:v>
                </c:pt>
                <c:pt idx="2801">
                  <c:v>-8.9940189152520524</c:v>
                </c:pt>
                <c:pt idx="2802">
                  <c:v>-8.9718788476197702</c:v>
                </c:pt>
                <c:pt idx="2803">
                  <c:v>-9.0124306780617953</c:v>
                </c:pt>
                <c:pt idx="2804">
                  <c:v>-7.6974341642193664</c:v>
                </c:pt>
                <c:pt idx="2805">
                  <c:v>-10.263124151713242</c:v>
                </c:pt>
                <c:pt idx="2806">
                  <c:v>-9.3409469731731178</c:v>
                </c:pt>
                <c:pt idx="2807">
                  <c:v>-9.6209309318059262</c:v>
                </c:pt>
                <c:pt idx="2808">
                  <c:v>-8.7253317799346704</c:v>
                </c:pt>
                <c:pt idx="2809">
                  <c:v>-9.1295457732580196</c:v>
                </c:pt>
                <c:pt idx="2810">
                  <c:v>-9.351950530658538</c:v>
                </c:pt>
                <c:pt idx="2811">
                  <c:v>-8.890951770153027</c:v>
                </c:pt>
                <c:pt idx="2812">
                  <c:v>-8.5749502736355687</c:v>
                </c:pt>
                <c:pt idx="2813">
                  <c:v>-7.9179119870086341</c:v>
                </c:pt>
                <c:pt idx="2814">
                  <c:v>-7.0181824457325455</c:v>
                </c:pt>
                <c:pt idx="2815">
                  <c:v>-7.0312954157068024</c:v>
                </c:pt>
                <c:pt idx="2816">
                  <c:v>-8.0239595863157938</c:v>
                </c:pt>
                <c:pt idx="2817">
                  <c:v>-8.6591126648262282</c:v>
                </c:pt>
                <c:pt idx="2818">
                  <c:v>-8.278473166455619</c:v>
                </c:pt>
                <c:pt idx="2819">
                  <c:v>-9.1829423576622524</c:v>
                </c:pt>
                <c:pt idx="2820">
                  <c:v>-8.9319686156749061</c:v>
                </c:pt>
                <c:pt idx="2821">
                  <c:v>-9.006979067616097</c:v>
                </c:pt>
                <c:pt idx="2822">
                  <c:v>-8.1462968378096487</c:v>
                </c:pt>
                <c:pt idx="2823">
                  <c:v>-8.7407884632367683</c:v>
                </c:pt>
                <c:pt idx="2824">
                  <c:v>-9.4857412213734147</c:v>
                </c:pt>
                <c:pt idx="2825">
                  <c:v>-9.4239201576371805</c:v>
                </c:pt>
                <c:pt idx="2826">
                  <c:v>-9.2316219379885691</c:v>
                </c:pt>
                <c:pt idx="2827">
                  <c:v>-9.1324402234413267</c:v>
                </c:pt>
                <c:pt idx="2828">
                  <c:v>-11.804784033878683</c:v>
                </c:pt>
                <c:pt idx="2829">
                  <c:v>-12.668628319556637</c:v>
                </c:pt>
                <c:pt idx="2830">
                  <c:v>-11.254416762986914</c:v>
                </c:pt>
                <c:pt idx="2831">
                  <c:v>-10.816320362435921</c:v>
                </c:pt>
                <c:pt idx="2832">
                  <c:v>-11.172942356234859</c:v>
                </c:pt>
                <c:pt idx="2833">
                  <c:v>-11.359807004671669</c:v>
                </c:pt>
                <c:pt idx="2834">
                  <c:v>-9.7911795637503669</c:v>
                </c:pt>
                <c:pt idx="2835">
                  <c:v>-9.6260276932054296</c:v>
                </c:pt>
                <c:pt idx="2836">
                  <c:v>-10.22939265269261</c:v>
                </c:pt>
                <c:pt idx="2837">
                  <c:v>-9.1331959180842297</c:v>
                </c:pt>
                <c:pt idx="2838">
                  <c:v>-9.0706083879840129</c:v>
                </c:pt>
                <c:pt idx="2839">
                  <c:v>-8.8359171508105376</c:v>
                </c:pt>
                <c:pt idx="2840">
                  <c:v>-9.0737168810895206</c:v>
                </c:pt>
                <c:pt idx="2841">
                  <c:v>-9.1081536253882707</c:v>
                </c:pt>
                <c:pt idx="2842">
                  <c:v>-8.8364063469173999</c:v>
                </c:pt>
                <c:pt idx="2843">
                  <c:v>-10.08130014346199</c:v>
                </c:pt>
                <c:pt idx="2844">
                  <c:v>-9.961766535846742</c:v>
                </c:pt>
                <c:pt idx="2845">
                  <c:v>-9.3790662936896858</c:v>
                </c:pt>
                <c:pt idx="2846">
                  <c:v>-9.7480489236725312</c:v>
                </c:pt>
                <c:pt idx="2847">
                  <c:v>-9.0149058272592626</c:v>
                </c:pt>
                <c:pt idx="2848">
                  <c:v>-11.039584885722849</c:v>
                </c:pt>
                <c:pt idx="2849">
                  <c:v>-10.345552466981072</c:v>
                </c:pt>
                <c:pt idx="2850">
                  <c:v>-10.063757974668938</c:v>
                </c:pt>
                <c:pt idx="2851">
                  <c:v>-9.8706252538948682</c:v>
                </c:pt>
                <c:pt idx="2852">
                  <c:v>-9.8307662023961697</c:v>
                </c:pt>
                <c:pt idx="2853">
                  <c:v>-9.6275291420295055</c:v>
                </c:pt>
                <c:pt idx="2854">
                  <c:v>-9.5194569341201412</c:v>
                </c:pt>
                <c:pt idx="2855">
                  <c:v>-9.0074823158172972</c:v>
                </c:pt>
                <c:pt idx="2856">
                  <c:v>-8.9810455354691392</c:v>
                </c:pt>
                <c:pt idx="2857">
                  <c:v>-8.3419357435649601</c:v>
                </c:pt>
                <c:pt idx="2858">
                  <c:v>-7.8838014060921306</c:v>
                </c:pt>
                <c:pt idx="2859">
                  <c:v>-8.4138288986251766</c:v>
                </c:pt>
                <c:pt idx="2860">
                  <c:v>-8.5238793728412432</c:v>
                </c:pt>
                <c:pt idx="2861">
                  <c:v>-8.5110791114997077</c:v>
                </c:pt>
                <c:pt idx="2862">
                  <c:v>-8.743110819381112</c:v>
                </c:pt>
                <c:pt idx="2863">
                  <c:v>-9.02619192644406</c:v>
                </c:pt>
                <c:pt idx="2864">
                  <c:v>-8.9165843559653908</c:v>
                </c:pt>
                <c:pt idx="2865">
                  <c:v>-9.2558397082347561</c:v>
                </c:pt>
                <c:pt idx="2866">
                  <c:v>-9.3606442666519207</c:v>
                </c:pt>
                <c:pt idx="2867">
                  <c:v>-8.885881342194093</c:v>
                </c:pt>
                <c:pt idx="2868">
                  <c:v>-10.92163446366763</c:v>
                </c:pt>
                <c:pt idx="2869">
                  <c:v>-10.517247840068691</c:v>
                </c:pt>
                <c:pt idx="2870">
                  <c:v>-10.17655851753849</c:v>
                </c:pt>
                <c:pt idx="2871">
                  <c:v>-11.136442315482332</c:v>
                </c:pt>
                <c:pt idx="2872">
                  <c:v>-11.513191346683339</c:v>
                </c:pt>
                <c:pt idx="2873">
                  <c:v>-11.041088380289562</c:v>
                </c:pt>
                <c:pt idx="2874">
                  <c:v>-11.057161939099529</c:v>
                </c:pt>
                <c:pt idx="2875">
                  <c:v>-10.213287170106852</c:v>
                </c:pt>
                <c:pt idx="2876">
                  <c:v>-10.012518838576696</c:v>
                </c:pt>
                <c:pt idx="2877">
                  <c:v>-10.310143835656664</c:v>
                </c:pt>
                <c:pt idx="2878">
                  <c:v>-9.7351801277206604</c:v>
                </c:pt>
                <c:pt idx="2879">
                  <c:v>-10.204247049766227</c:v>
                </c:pt>
                <c:pt idx="2880">
                  <c:v>-9.8641989951714528</c:v>
                </c:pt>
                <c:pt idx="2881">
                  <c:v>-10.586459943869574</c:v>
                </c:pt>
                <c:pt idx="2882">
                  <c:v>-10.674276440957012</c:v>
                </c:pt>
                <c:pt idx="2883">
                  <c:v>-10.628139024109288</c:v>
                </c:pt>
                <c:pt idx="2884">
                  <c:v>-9.9323648659230503</c:v>
                </c:pt>
                <c:pt idx="2885">
                  <c:v>-9.6521898686406065</c:v>
                </c:pt>
                <c:pt idx="2886">
                  <c:v>-9.2634409706403247</c:v>
                </c:pt>
                <c:pt idx="2887">
                  <c:v>-10.036898541581284</c:v>
                </c:pt>
                <c:pt idx="2888">
                  <c:v>-9.6206927930298036</c:v>
                </c:pt>
                <c:pt idx="2889">
                  <c:v>-9.5302307383803928</c:v>
                </c:pt>
                <c:pt idx="2890">
                  <c:v>-9.2911919676307893</c:v>
                </c:pt>
                <c:pt idx="2891">
                  <c:v>-9.1624205556146787</c:v>
                </c:pt>
                <c:pt idx="2892">
                  <c:v>-9.4325747185092581</c:v>
                </c:pt>
                <c:pt idx="2893">
                  <c:v>-9.9030741371629905</c:v>
                </c:pt>
                <c:pt idx="2894">
                  <c:v>-9.5741928345162783</c:v>
                </c:pt>
                <c:pt idx="2895">
                  <c:v>-9.7153838697719692</c:v>
                </c:pt>
                <c:pt idx="2896">
                  <c:v>-9.4526565339047881</c:v>
                </c:pt>
                <c:pt idx="2897">
                  <c:v>-9.4360171623194056</c:v>
                </c:pt>
                <c:pt idx="2898">
                  <c:v>-9.6522810112456305</c:v>
                </c:pt>
                <c:pt idx="2899">
                  <c:v>-9.7212888526101526</c:v>
                </c:pt>
                <c:pt idx="2900">
                  <c:v>-8.6609801481217552</c:v>
                </c:pt>
                <c:pt idx="2901">
                  <c:v>-8.4989396956166203</c:v>
                </c:pt>
                <c:pt idx="2902">
                  <c:v>-9.1822285748869117</c:v>
                </c:pt>
                <c:pt idx="2903">
                  <c:v>-9.5231937987897517</c:v>
                </c:pt>
                <c:pt idx="2904">
                  <c:v>-9.5857766246325724</c:v>
                </c:pt>
                <c:pt idx="2905">
                  <c:v>-9.7363467799380832</c:v>
                </c:pt>
                <c:pt idx="2906">
                  <c:v>-8.7807564329176486</c:v>
                </c:pt>
                <c:pt idx="2907">
                  <c:v>-9.0244728672807106</c:v>
                </c:pt>
                <c:pt idx="2908">
                  <c:v>-8.2398341654606977</c:v>
                </c:pt>
                <c:pt idx="2909">
                  <c:v>-7.1020323889584454</c:v>
                </c:pt>
                <c:pt idx="2910">
                  <c:v>-8.1044147781681986</c:v>
                </c:pt>
                <c:pt idx="2911">
                  <c:v>-7.2511319906210581</c:v>
                </c:pt>
                <c:pt idx="2912">
                  <c:v>-7.4144481180982869</c:v>
                </c:pt>
                <c:pt idx="2913">
                  <c:v>-7.9057141451997985</c:v>
                </c:pt>
                <c:pt idx="2914">
                  <c:v>-8.2720934657336063</c:v>
                </c:pt>
                <c:pt idx="2915">
                  <c:v>-7.5151658793359157</c:v>
                </c:pt>
                <c:pt idx="2916">
                  <c:v>-6.469804220398558</c:v>
                </c:pt>
                <c:pt idx="2917">
                  <c:v>-6.5524931994416011</c:v>
                </c:pt>
                <c:pt idx="2918">
                  <c:v>-6.9070469721111678</c:v>
                </c:pt>
                <c:pt idx="2919">
                  <c:v>-8.6076403413205664</c:v>
                </c:pt>
                <c:pt idx="2920">
                  <c:v>-5.7342731120843471</c:v>
                </c:pt>
                <c:pt idx="2921">
                  <c:v>-6.7663881915532436</c:v>
                </c:pt>
                <c:pt idx="2922">
                  <c:v>-6.5443886069667521</c:v>
                </c:pt>
                <c:pt idx="2923">
                  <c:v>-5.1196040261083553</c:v>
                </c:pt>
                <c:pt idx="2924">
                  <c:v>-6.3159999999999998</c:v>
                </c:pt>
                <c:pt idx="2925">
                  <c:v>-7.1369999999999996</c:v>
                </c:pt>
                <c:pt idx="2926">
                  <c:v>-6.9050000000000002</c:v>
                </c:pt>
                <c:pt idx="2927">
                  <c:v>-6.9210000000000003</c:v>
                </c:pt>
                <c:pt idx="2928">
                  <c:v>-7.2930000000000001</c:v>
                </c:pt>
                <c:pt idx="2929">
                  <c:v>-5.1429999999999998</c:v>
                </c:pt>
                <c:pt idx="2930">
                  <c:v>-5.9029999999999996</c:v>
                </c:pt>
                <c:pt idx="2931">
                  <c:v>-6.7969999999999997</c:v>
                </c:pt>
                <c:pt idx="2932">
                  <c:v>-6.1820000000000004</c:v>
                </c:pt>
                <c:pt idx="2933">
                  <c:v>-6.4569999999999999</c:v>
                </c:pt>
                <c:pt idx="2934">
                  <c:v>-5.9729999999999999</c:v>
                </c:pt>
                <c:pt idx="2935">
                  <c:v>-6.1520000000000001</c:v>
                </c:pt>
                <c:pt idx="2936">
                  <c:v>-7.2729999999999997</c:v>
                </c:pt>
                <c:pt idx="2937">
                  <c:v>-5.9260000000000002</c:v>
                </c:pt>
                <c:pt idx="2938">
                  <c:v>-5.5579999999999998</c:v>
                </c:pt>
                <c:pt idx="2939">
                  <c:v>-5.3659999999999997</c:v>
                </c:pt>
                <c:pt idx="2940">
                  <c:v>-4.335</c:v>
                </c:pt>
                <c:pt idx="2941">
                  <c:v>-5.157</c:v>
                </c:pt>
                <c:pt idx="2942">
                  <c:v>-5.3369999999999997</c:v>
                </c:pt>
                <c:pt idx="2943">
                  <c:v>-4.7969999999999997</c:v>
                </c:pt>
                <c:pt idx="2944">
                  <c:v>-5.6740000000000004</c:v>
                </c:pt>
                <c:pt idx="2945">
                  <c:v>-6.2210000000000001</c:v>
                </c:pt>
                <c:pt idx="2946">
                  <c:v>-7.3570000000000002</c:v>
                </c:pt>
                <c:pt idx="2947">
                  <c:v>-7.734</c:v>
                </c:pt>
                <c:pt idx="2948">
                  <c:v>-7.7169999999999996</c:v>
                </c:pt>
                <c:pt idx="2949">
                  <c:v>-7.7370000000000001</c:v>
                </c:pt>
                <c:pt idx="2950">
                  <c:v>-7.91</c:v>
                </c:pt>
                <c:pt idx="2951">
                  <c:v>-7.8220000000000001</c:v>
                </c:pt>
                <c:pt idx="2952">
                  <c:v>-7.4770000000000003</c:v>
                </c:pt>
                <c:pt idx="2953">
                  <c:v>-6.6150000000000002</c:v>
                </c:pt>
                <c:pt idx="2954">
                  <c:v>-6.3609999999999998</c:v>
                </c:pt>
                <c:pt idx="2955">
                  <c:v>-6.9249999999999998</c:v>
                </c:pt>
                <c:pt idx="2956">
                  <c:v>-6.085</c:v>
                </c:pt>
                <c:pt idx="2957">
                  <c:v>-4.7759999999999998</c:v>
                </c:pt>
                <c:pt idx="2958">
                  <c:v>-4.4779999999999998</c:v>
                </c:pt>
                <c:pt idx="2959">
                  <c:v>-4.6749999999999998</c:v>
                </c:pt>
                <c:pt idx="2960">
                  <c:v>-3.867</c:v>
                </c:pt>
                <c:pt idx="2961">
                  <c:v>-3.33</c:v>
                </c:pt>
                <c:pt idx="2962">
                  <c:v>-2.6840000000000002</c:v>
                </c:pt>
                <c:pt idx="2963">
                  <c:v>-4.8570000000000002</c:v>
                </c:pt>
                <c:pt idx="2964">
                  <c:v>-4.4130000000000003</c:v>
                </c:pt>
                <c:pt idx="2965">
                  <c:v>-5.0309999999999997</c:v>
                </c:pt>
                <c:pt idx="2966">
                  <c:v>-5.1130000000000004</c:v>
                </c:pt>
                <c:pt idx="2967">
                  <c:v>-4.0720000000000001</c:v>
                </c:pt>
                <c:pt idx="2968">
                  <c:v>-4.0030000000000001</c:v>
                </c:pt>
                <c:pt idx="2969">
                  <c:v>-6.0780000000000003</c:v>
                </c:pt>
                <c:pt idx="2970">
                  <c:v>-6.2460000000000004</c:v>
                </c:pt>
                <c:pt idx="2971">
                  <c:v>-5.0090000000000003</c:v>
                </c:pt>
                <c:pt idx="2972">
                  <c:v>-3.5779999999999998</c:v>
                </c:pt>
                <c:pt idx="2973">
                  <c:v>-4.2720000000000002</c:v>
                </c:pt>
                <c:pt idx="2974">
                  <c:v>-4.6929999999999996</c:v>
                </c:pt>
                <c:pt idx="2975">
                  <c:v>-4.4610000000000003</c:v>
                </c:pt>
                <c:pt idx="2976">
                  <c:v>-3.2839999999999998</c:v>
                </c:pt>
                <c:pt idx="2977">
                  <c:v>-4.7030000000000003</c:v>
                </c:pt>
                <c:pt idx="2978">
                  <c:v>-4.468</c:v>
                </c:pt>
                <c:pt idx="2979">
                  <c:v>-4.4710000000000001</c:v>
                </c:pt>
                <c:pt idx="2980">
                  <c:v>-3.7869999999999999</c:v>
                </c:pt>
                <c:pt idx="2981">
                  <c:v>-2.847</c:v>
                </c:pt>
                <c:pt idx="2982">
                  <c:v>-3.1429999999999998</c:v>
                </c:pt>
                <c:pt idx="2983">
                  <c:v>-3.907</c:v>
                </c:pt>
                <c:pt idx="2984">
                  <c:v>-3.8519999999999999</c:v>
                </c:pt>
                <c:pt idx="2985">
                  <c:v>-4.1260000000000003</c:v>
                </c:pt>
                <c:pt idx="2986">
                  <c:v>-2.585</c:v>
                </c:pt>
                <c:pt idx="2987">
                  <c:v>-2.6059999999999999</c:v>
                </c:pt>
                <c:pt idx="2988">
                  <c:v>-2.226</c:v>
                </c:pt>
                <c:pt idx="2989">
                  <c:v>-3.1139999999999999</c:v>
                </c:pt>
                <c:pt idx="2990">
                  <c:v>-2.09</c:v>
                </c:pt>
                <c:pt idx="2991">
                  <c:v>-2.6259999999999999</c:v>
                </c:pt>
                <c:pt idx="2992">
                  <c:v>-3.2839999999999998</c:v>
                </c:pt>
                <c:pt idx="2993">
                  <c:v>-3.726</c:v>
                </c:pt>
                <c:pt idx="2994">
                  <c:v>-6.3559999999999999</c:v>
                </c:pt>
                <c:pt idx="2995">
                  <c:v>-6.6390000000000002</c:v>
                </c:pt>
                <c:pt idx="2996">
                  <c:v>-6.2869999999999999</c:v>
                </c:pt>
                <c:pt idx="2997">
                  <c:v>-6.1989999999999998</c:v>
                </c:pt>
                <c:pt idx="2998">
                  <c:v>-6.891</c:v>
                </c:pt>
                <c:pt idx="2999">
                  <c:v>-4.9130000000000003</c:v>
                </c:pt>
                <c:pt idx="3000">
                  <c:v>-5.0949999999999998</c:v>
                </c:pt>
                <c:pt idx="3001">
                  <c:v>-6.7</c:v>
                </c:pt>
                <c:pt idx="3002">
                  <c:v>-9.7170000000000005</c:v>
                </c:pt>
                <c:pt idx="3003">
                  <c:v>-8.7609999999999992</c:v>
                </c:pt>
                <c:pt idx="3004">
                  <c:v>-8.4779999999999998</c:v>
                </c:pt>
                <c:pt idx="3005">
                  <c:v>-9.484</c:v>
                </c:pt>
                <c:pt idx="3006">
                  <c:v>-10.734</c:v>
                </c:pt>
                <c:pt idx="3007">
                  <c:v>-10.983000000000001</c:v>
                </c:pt>
                <c:pt idx="3008">
                  <c:v>-10.238</c:v>
                </c:pt>
                <c:pt idx="3009">
                  <c:v>-11.76</c:v>
                </c:pt>
                <c:pt idx="3010">
                  <c:v>-10.092000000000001</c:v>
                </c:pt>
                <c:pt idx="3011">
                  <c:v>-9.3859999999999992</c:v>
                </c:pt>
                <c:pt idx="3012">
                  <c:v>-11.332000000000001</c:v>
                </c:pt>
                <c:pt idx="3013">
                  <c:v>-8.5389999999999997</c:v>
                </c:pt>
                <c:pt idx="3014">
                  <c:v>-9.609</c:v>
                </c:pt>
                <c:pt idx="3015">
                  <c:v>-8.641</c:v>
                </c:pt>
                <c:pt idx="3016">
                  <c:v>-9.2360000000000007</c:v>
                </c:pt>
                <c:pt idx="3017">
                  <c:v>-10.593999999999999</c:v>
                </c:pt>
                <c:pt idx="3018">
                  <c:v>-10.067</c:v>
                </c:pt>
                <c:pt idx="3019">
                  <c:v>-8.94</c:v>
                </c:pt>
                <c:pt idx="3020">
                  <c:v>-9.8209999999999997</c:v>
                </c:pt>
                <c:pt idx="3021">
                  <c:v>-8.8079999999999998</c:v>
                </c:pt>
                <c:pt idx="3022">
                  <c:v>-9.093</c:v>
                </c:pt>
                <c:pt idx="3023">
                  <c:v>-9.4469999999999992</c:v>
                </c:pt>
                <c:pt idx="3024">
                  <c:v>-10.448</c:v>
                </c:pt>
                <c:pt idx="3025">
                  <c:v>-9.9130000000000003</c:v>
                </c:pt>
                <c:pt idx="3026">
                  <c:v>-10.6</c:v>
                </c:pt>
                <c:pt idx="3027">
                  <c:v>-10.766</c:v>
                </c:pt>
                <c:pt idx="3028">
                  <c:v>-9.4920000000000009</c:v>
                </c:pt>
                <c:pt idx="3029">
                  <c:v>-10.568</c:v>
                </c:pt>
                <c:pt idx="3030">
                  <c:v>-9.2490000000000006</c:v>
                </c:pt>
                <c:pt idx="3031">
                  <c:v>-8.3689999999999998</c:v>
                </c:pt>
                <c:pt idx="3032">
                  <c:v>-9.8670000000000009</c:v>
                </c:pt>
                <c:pt idx="3033">
                  <c:v>-8.8460000000000001</c:v>
                </c:pt>
                <c:pt idx="3034">
                  <c:v>-10.282</c:v>
                </c:pt>
                <c:pt idx="3035">
                  <c:v>-9.0890000000000004</c:v>
                </c:pt>
                <c:pt idx="3036">
                  <c:v>-8.3569999999999993</c:v>
                </c:pt>
                <c:pt idx="3037">
                  <c:v>-8.4710000000000001</c:v>
                </c:pt>
                <c:pt idx="3038">
                  <c:v>-7.3940000000000001</c:v>
                </c:pt>
                <c:pt idx="3039">
                  <c:v>-7.0570000000000004</c:v>
                </c:pt>
                <c:pt idx="3040">
                  <c:v>-6.891</c:v>
                </c:pt>
                <c:pt idx="3041">
                  <c:v>-5.8079999999999998</c:v>
                </c:pt>
                <c:pt idx="3042">
                  <c:v>-3.863</c:v>
                </c:pt>
                <c:pt idx="3043">
                  <c:v>-3.6989999999999998</c:v>
                </c:pt>
                <c:pt idx="3044">
                  <c:v>-3.6429999999999998</c:v>
                </c:pt>
                <c:pt idx="3045">
                  <c:v>-4.0220000000000002</c:v>
                </c:pt>
                <c:pt idx="3046">
                  <c:v>-5.1429999999999998</c:v>
                </c:pt>
                <c:pt idx="3047">
                  <c:v>-3.2730000000000001</c:v>
                </c:pt>
                <c:pt idx="3048">
                  <c:v>-4.7240000000000002</c:v>
                </c:pt>
                <c:pt idx="3049">
                  <c:v>-5.0410000000000004</c:v>
                </c:pt>
                <c:pt idx="3050">
                  <c:v>-7.3760000000000003</c:v>
                </c:pt>
                <c:pt idx="3051">
                  <c:v>-6.452</c:v>
                </c:pt>
                <c:pt idx="3052">
                  <c:v>-7.3849999999999998</c:v>
                </c:pt>
                <c:pt idx="3053">
                  <c:v>-7.8659999999999997</c:v>
                </c:pt>
                <c:pt idx="3054">
                  <c:v>-8.7479999999999993</c:v>
                </c:pt>
                <c:pt idx="3055">
                  <c:v>-13.222</c:v>
                </c:pt>
                <c:pt idx="3056">
                  <c:v>-12.75</c:v>
                </c:pt>
                <c:pt idx="3057">
                  <c:v>-12.031000000000001</c:v>
                </c:pt>
                <c:pt idx="3058">
                  <c:v>-12.961</c:v>
                </c:pt>
                <c:pt idx="3059">
                  <c:v>-12.679</c:v>
                </c:pt>
                <c:pt idx="3060">
                  <c:v>-13.53</c:v>
                </c:pt>
                <c:pt idx="3061">
                  <c:v>-13.388999999999999</c:v>
                </c:pt>
                <c:pt idx="3062">
                  <c:v>-12.597</c:v>
                </c:pt>
                <c:pt idx="3063">
                  <c:v>-11.24</c:v>
                </c:pt>
                <c:pt idx="3064">
                  <c:v>-11.117000000000001</c:v>
                </c:pt>
                <c:pt idx="3065">
                  <c:v>-12.643000000000001</c:v>
                </c:pt>
                <c:pt idx="3066">
                  <c:v>-12.7</c:v>
                </c:pt>
                <c:pt idx="3067">
                  <c:v>-12.074</c:v>
                </c:pt>
                <c:pt idx="3068">
                  <c:v>-11.851000000000001</c:v>
                </c:pt>
                <c:pt idx="3069">
                  <c:v>-11.813000000000001</c:v>
                </c:pt>
                <c:pt idx="3070">
                  <c:v>-11.151999999999999</c:v>
                </c:pt>
                <c:pt idx="3071">
                  <c:v>-11.071999999999999</c:v>
                </c:pt>
                <c:pt idx="3072">
                  <c:v>-11.074</c:v>
                </c:pt>
                <c:pt idx="3073">
                  <c:v>-10.074999999999999</c:v>
                </c:pt>
                <c:pt idx="3074">
                  <c:v>-9.2789999999999999</c:v>
                </c:pt>
                <c:pt idx="3075">
                  <c:v>-12.362</c:v>
                </c:pt>
                <c:pt idx="3076">
                  <c:v>-12.414</c:v>
                </c:pt>
                <c:pt idx="3077">
                  <c:v>-12.135999999999999</c:v>
                </c:pt>
                <c:pt idx="3078">
                  <c:v>-11.297000000000001</c:v>
                </c:pt>
                <c:pt idx="3079">
                  <c:v>-12.351000000000001</c:v>
                </c:pt>
                <c:pt idx="3080">
                  <c:v>-13.272</c:v>
                </c:pt>
                <c:pt idx="3081">
                  <c:v>-13.686</c:v>
                </c:pt>
                <c:pt idx="3082">
                  <c:v>-12.198</c:v>
                </c:pt>
                <c:pt idx="3083">
                  <c:v>-13.004</c:v>
                </c:pt>
                <c:pt idx="3084">
                  <c:v>-12.486000000000001</c:v>
                </c:pt>
                <c:pt idx="3085">
                  <c:v>-13.137</c:v>
                </c:pt>
                <c:pt idx="3086">
                  <c:v>-15.502000000000001</c:v>
                </c:pt>
                <c:pt idx="3087">
                  <c:v>-17.7</c:v>
                </c:pt>
                <c:pt idx="3088">
                  <c:v>-16.579999999999998</c:v>
                </c:pt>
                <c:pt idx="3089">
                  <c:v>-17.068999999999999</c:v>
                </c:pt>
                <c:pt idx="3090">
                  <c:v>-17.305</c:v>
                </c:pt>
                <c:pt idx="3091">
                  <c:v>-16.893999999999998</c:v>
                </c:pt>
                <c:pt idx="3092">
                  <c:v>-19.059999999999999</c:v>
                </c:pt>
                <c:pt idx="3093">
                  <c:v>-20.850999999999999</c:v>
                </c:pt>
                <c:pt idx="3094">
                  <c:v>-21.244</c:v>
                </c:pt>
                <c:pt idx="3095">
                  <c:v>-20.952999999999999</c:v>
                </c:pt>
                <c:pt idx="3096">
                  <c:v>-21.152999999999999</c:v>
                </c:pt>
                <c:pt idx="3097">
                  <c:v>-20.731999999999999</c:v>
                </c:pt>
                <c:pt idx="3098">
                  <c:v>-19.939</c:v>
                </c:pt>
                <c:pt idx="3099">
                  <c:v>-20.827000000000002</c:v>
                </c:pt>
                <c:pt idx="3100">
                  <c:v>-21.405999999999999</c:v>
                </c:pt>
                <c:pt idx="3101">
                  <c:v>-21.934000000000001</c:v>
                </c:pt>
                <c:pt idx="3102">
                  <c:v>-20.905000000000001</c:v>
                </c:pt>
                <c:pt idx="3103">
                  <c:v>-19.405000000000001</c:v>
                </c:pt>
                <c:pt idx="3104">
                  <c:v>-18.093</c:v>
                </c:pt>
                <c:pt idx="3105">
                  <c:v>-17.606999999999999</c:v>
                </c:pt>
                <c:pt idx="3106">
                  <c:v>-16.486000000000001</c:v>
                </c:pt>
                <c:pt idx="3107">
                  <c:v>-16.024000000000001</c:v>
                </c:pt>
                <c:pt idx="3108">
                  <c:v>-16.797000000000001</c:v>
                </c:pt>
                <c:pt idx="3109">
                  <c:v>-15.605</c:v>
                </c:pt>
                <c:pt idx="3110">
                  <c:v>-17.228000000000002</c:v>
                </c:pt>
                <c:pt idx="3111">
                  <c:v>-17.748999999999999</c:v>
                </c:pt>
                <c:pt idx="3112">
                  <c:v>-18.318000000000001</c:v>
                </c:pt>
                <c:pt idx="3113">
                  <c:v>-18.088999999999999</c:v>
                </c:pt>
                <c:pt idx="3114">
                  <c:v>-17.012</c:v>
                </c:pt>
                <c:pt idx="3115">
                  <c:v>-16.353999999999999</c:v>
                </c:pt>
                <c:pt idx="3116">
                  <c:v>-15.329000000000001</c:v>
                </c:pt>
                <c:pt idx="3117">
                  <c:v>-16.405999999999999</c:v>
                </c:pt>
                <c:pt idx="3118">
                  <c:v>-21.945</c:v>
                </c:pt>
                <c:pt idx="3119">
                  <c:v>-20.620999999999999</c:v>
                </c:pt>
                <c:pt idx="3120">
                  <c:v>-20.939</c:v>
                </c:pt>
                <c:pt idx="3121">
                  <c:v>-19.992000000000001</c:v>
                </c:pt>
                <c:pt idx="3122">
                  <c:v>-18.687999999999999</c:v>
                </c:pt>
                <c:pt idx="3123">
                  <c:v>-17.960999999999999</c:v>
                </c:pt>
                <c:pt idx="3124">
                  <c:v>-18.959</c:v>
                </c:pt>
                <c:pt idx="3125">
                  <c:v>-17.288</c:v>
                </c:pt>
                <c:pt idx="3126">
                  <c:v>-16.285</c:v>
                </c:pt>
                <c:pt idx="3127">
                  <c:v>-16.831</c:v>
                </c:pt>
                <c:pt idx="3128">
                  <c:v>-17.283000000000001</c:v>
                </c:pt>
                <c:pt idx="3129">
                  <c:v>-16.582000000000001</c:v>
                </c:pt>
                <c:pt idx="3130">
                  <c:v>-17.103000000000002</c:v>
                </c:pt>
                <c:pt idx="3131">
                  <c:v>-16.658000000000001</c:v>
                </c:pt>
                <c:pt idx="3132">
                  <c:v>-17.626000000000001</c:v>
                </c:pt>
                <c:pt idx="3133">
                  <c:v>-17.739000000000001</c:v>
                </c:pt>
                <c:pt idx="3134">
                  <c:v>-18.923999999999999</c:v>
                </c:pt>
                <c:pt idx="3135">
                  <c:v>-18.414999999999999</c:v>
                </c:pt>
                <c:pt idx="3136">
                  <c:v>-18.02</c:v>
                </c:pt>
                <c:pt idx="3137">
                  <c:v>-17.395</c:v>
                </c:pt>
                <c:pt idx="3138">
                  <c:v>-16.149999999999999</c:v>
                </c:pt>
                <c:pt idx="3139">
                  <c:v>-14.77</c:v>
                </c:pt>
                <c:pt idx="3140">
                  <c:v>-14.801</c:v>
                </c:pt>
                <c:pt idx="3141">
                  <c:v>-14.678000000000001</c:v>
                </c:pt>
                <c:pt idx="3142">
                  <c:v>-14.324</c:v>
                </c:pt>
                <c:pt idx="3143">
                  <c:v>-13.571999999999999</c:v>
                </c:pt>
                <c:pt idx="3144">
                  <c:v>-17.507999999999999</c:v>
                </c:pt>
                <c:pt idx="3145">
                  <c:v>-18.141999999999999</c:v>
                </c:pt>
                <c:pt idx="3146">
                  <c:v>-24.09</c:v>
                </c:pt>
                <c:pt idx="3147">
                  <c:v>-28.081</c:v>
                </c:pt>
                <c:pt idx="3148">
                  <c:v>-22.882000000000001</c:v>
                </c:pt>
                <c:pt idx="3149">
                  <c:v>-24.832000000000001</c:v>
                </c:pt>
                <c:pt idx="3150">
                  <c:v>-24.832000000000001</c:v>
                </c:pt>
                <c:pt idx="3151">
                  <c:v>-23.978000000000002</c:v>
                </c:pt>
                <c:pt idx="3152">
                  <c:v>-26.055</c:v>
                </c:pt>
                <c:pt idx="3153">
                  <c:v>-23.675000000000001</c:v>
                </c:pt>
                <c:pt idx="3154">
                  <c:v>-25.219000000000001</c:v>
                </c:pt>
                <c:pt idx="3155">
                  <c:v>-25.052</c:v>
                </c:pt>
                <c:pt idx="3156">
                  <c:v>-24.303999999999998</c:v>
                </c:pt>
                <c:pt idx="3157">
                  <c:v>-24.696000000000002</c:v>
                </c:pt>
                <c:pt idx="3158">
                  <c:v>-26.977</c:v>
                </c:pt>
                <c:pt idx="3159">
                  <c:v>-26.474</c:v>
                </c:pt>
                <c:pt idx="3160">
                  <c:v>-25.84</c:v>
                </c:pt>
                <c:pt idx="3161">
                  <c:v>-25.853000000000002</c:v>
                </c:pt>
                <c:pt idx="3162">
                  <c:v>-25.58</c:v>
                </c:pt>
                <c:pt idx="3163">
                  <c:v>-24.024000000000001</c:v>
                </c:pt>
                <c:pt idx="3164">
                  <c:v>-24.998999999999999</c:v>
                </c:pt>
                <c:pt idx="3165">
                  <c:v>-24.274000000000001</c:v>
                </c:pt>
                <c:pt idx="3166">
                  <c:v>-22.696999999999999</c:v>
                </c:pt>
                <c:pt idx="3167">
                  <c:v>-22.69</c:v>
                </c:pt>
                <c:pt idx="3168">
                  <c:v>-22.327999999999999</c:v>
                </c:pt>
                <c:pt idx="3169">
                  <c:v>-19.414000000000001</c:v>
                </c:pt>
                <c:pt idx="3170">
                  <c:v>-20.81</c:v>
                </c:pt>
                <c:pt idx="3171">
                  <c:v>-19.742999999999999</c:v>
                </c:pt>
                <c:pt idx="3172">
                  <c:v>-18.986000000000001</c:v>
                </c:pt>
                <c:pt idx="3173">
                  <c:v>-19.646999999999998</c:v>
                </c:pt>
                <c:pt idx="3174">
                  <c:v>-19.641999999999999</c:v>
                </c:pt>
                <c:pt idx="3175">
                  <c:v>-21.381</c:v>
                </c:pt>
                <c:pt idx="3176">
                  <c:v>-20.763000000000002</c:v>
                </c:pt>
                <c:pt idx="3177">
                  <c:v>-21.491</c:v>
                </c:pt>
                <c:pt idx="3178">
                  <c:v>-20.63</c:v>
                </c:pt>
                <c:pt idx="3179">
                  <c:v>-21.882000000000001</c:v>
                </c:pt>
                <c:pt idx="3180">
                  <c:v>-22.864999999999998</c:v>
                </c:pt>
                <c:pt idx="3181">
                  <c:v>-26.548999999999999</c:v>
                </c:pt>
                <c:pt idx="3182">
                  <c:v>-24.917999999999999</c:v>
                </c:pt>
                <c:pt idx="3183">
                  <c:v>-22.605</c:v>
                </c:pt>
                <c:pt idx="3184">
                  <c:v>-22.739000000000001</c:v>
                </c:pt>
                <c:pt idx="3185">
                  <c:v>-25.233000000000001</c:v>
                </c:pt>
                <c:pt idx="3186">
                  <c:v>-24.484000000000002</c:v>
                </c:pt>
                <c:pt idx="3187">
                  <c:v>-23.847999999999999</c:v>
                </c:pt>
                <c:pt idx="3188">
                  <c:v>-25.635999999999999</c:v>
                </c:pt>
                <c:pt idx="3189">
                  <c:v>-26.463000000000001</c:v>
                </c:pt>
                <c:pt idx="3190">
                  <c:v>-26.788</c:v>
                </c:pt>
                <c:pt idx="3191">
                  <c:v>-25.763999999999999</c:v>
                </c:pt>
                <c:pt idx="3192">
                  <c:v>-26.189</c:v>
                </c:pt>
                <c:pt idx="3193">
                  <c:v>-25.437000000000001</c:v>
                </c:pt>
                <c:pt idx="3194">
                  <c:v>-26.218</c:v>
                </c:pt>
                <c:pt idx="3195">
                  <c:v>-23.702999999999999</c:v>
                </c:pt>
                <c:pt idx="3196">
                  <c:v>-24.391999999999999</c:v>
                </c:pt>
                <c:pt idx="3197">
                  <c:v>-24.739000000000001</c:v>
                </c:pt>
                <c:pt idx="3198">
                  <c:v>-25.225000000000001</c:v>
                </c:pt>
                <c:pt idx="3199">
                  <c:v>-22.951000000000001</c:v>
                </c:pt>
                <c:pt idx="3200">
                  <c:v>-23.54</c:v>
                </c:pt>
                <c:pt idx="3201">
                  <c:v>-22.957000000000001</c:v>
                </c:pt>
                <c:pt idx="3202">
                  <c:v>-23.245000000000001</c:v>
                </c:pt>
                <c:pt idx="3203">
                  <c:v>-24.661000000000001</c:v>
                </c:pt>
                <c:pt idx="3204">
                  <c:v>-25.625</c:v>
                </c:pt>
                <c:pt idx="3205">
                  <c:v>-24.87</c:v>
                </c:pt>
                <c:pt idx="3206">
                  <c:v>-24.145</c:v>
                </c:pt>
                <c:pt idx="3207">
                  <c:v>-24.288</c:v>
                </c:pt>
                <c:pt idx="3208">
                  <c:v>-26.050999999999998</c:v>
                </c:pt>
                <c:pt idx="3209">
                  <c:v>-25.800999999999998</c:v>
                </c:pt>
                <c:pt idx="3210">
                  <c:v>-24.381</c:v>
                </c:pt>
                <c:pt idx="3211">
                  <c:v>-26.923999999999999</c:v>
                </c:pt>
                <c:pt idx="3212">
                  <c:v>-28.457999999999998</c:v>
                </c:pt>
                <c:pt idx="3213">
                  <c:v>-27.372</c:v>
                </c:pt>
                <c:pt idx="3214">
                  <c:v>-26.838999999999999</c:v>
                </c:pt>
                <c:pt idx="3215">
                  <c:v>-26.466000000000001</c:v>
                </c:pt>
                <c:pt idx="3216">
                  <c:v>-26.376999999999999</c:v>
                </c:pt>
                <c:pt idx="3217">
                  <c:v>-26.163</c:v>
                </c:pt>
                <c:pt idx="3218">
                  <c:v>-24.353999999999999</c:v>
                </c:pt>
                <c:pt idx="3219">
                  <c:v>-20.672000000000001</c:v>
                </c:pt>
                <c:pt idx="3220">
                  <c:v>-22.076000000000001</c:v>
                </c:pt>
                <c:pt idx="3221">
                  <c:v>-21.071000000000002</c:v>
                </c:pt>
                <c:pt idx="3222">
                  <c:v>-18.346</c:v>
                </c:pt>
                <c:pt idx="3223">
                  <c:v>-17.965</c:v>
                </c:pt>
                <c:pt idx="3224">
                  <c:v>-19.88</c:v>
                </c:pt>
                <c:pt idx="3225">
                  <c:v>-19.608000000000001</c:v>
                </c:pt>
                <c:pt idx="3226">
                  <c:v>-19.678999999999998</c:v>
                </c:pt>
                <c:pt idx="3227">
                  <c:v>-18.474</c:v>
                </c:pt>
                <c:pt idx="3228">
                  <c:v>-18.202000000000002</c:v>
                </c:pt>
                <c:pt idx="3229">
                  <c:v>-18.292999999999999</c:v>
                </c:pt>
                <c:pt idx="3230">
                  <c:v>-17.579999999999998</c:v>
                </c:pt>
                <c:pt idx="3231">
                  <c:v>-18.029</c:v>
                </c:pt>
                <c:pt idx="3232">
                  <c:v>-16.457999999999998</c:v>
                </c:pt>
                <c:pt idx="3233">
                  <c:v>-15.504</c:v>
                </c:pt>
                <c:pt idx="3234">
                  <c:v>-15.733000000000001</c:v>
                </c:pt>
                <c:pt idx="3235">
                  <c:v>-16.84</c:v>
                </c:pt>
                <c:pt idx="3236">
                  <c:v>-16.786000000000001</c:v>
                </c:pt>
                <c:pt idx="3237">
                  <c:v>-16.41</c:v>
                </c:pt>
                <c:pt idx="3238">
                  <c:v>-16.992000000000001</c:v>
                </c:pt>
                <c:pt idx="3239">
                  <c:v>-16.221</c:v>
                </c:pt>
                <c:pt idx="3240">
                  <c:v>-15.833</c:v>
                </c:pt>
                <c:pt idx="3241">
                  <c:v>-14.494</c:v>
                </c:pt>
                <c:pt idx="3242">
                  <c:v>-14.311</c:v>
                </c:pt>
                <c:pt idx="3243">
                  <c:v>-14.817</c:v>
                </c:pt>
                <c:pt idx="3244">
                  <c:v>-14.37</c:v>
                </c:pt>
                <c:pt idx="3245">
                  <c:v>-14.669</c:v>
                </c:pt>
                <c:pt idx="3246">
                  <c:v>-13.776</c:v>
                </c:pt>
                <c:pt idx="3247">
                  <c:v>-14.465</c:v>
                </c:pt>
                <c:pt idx="3248">
                  <c:v>-12.747</c:v>
                </c:pt>
                <c:pt idx="3249">
                  <c:v>-12.483000000000001</c:v>
                </c:pt>
                <c:pt idx="3250">
                  <c:v>-11.935</c:v>
                </c:pt>
                <c:pt idx="3251">
                  <c:v>-12.545999999999999</c:v>
                </c:pt>
                <c:pt idx="3252">
                  <c:v>-12.03</c:v>
                </c:pt>
                <c:pt idx="3253">
                  <c:v>-12.903</c:v>
                </c:pt>
                <c:pt idx="3254">
                  <c:v>-14.08</c:v>
                </c:pt>
                <c:pt idx="3255">
                  <c:v>-14.468</c:v>
                </c:pt>
                <c:pt idx="3256">
                  <c:v>-15.86</c:v>
                </c:pt>
                <c:pt idx="3257">
                  <c:v>-16.183</c:v>
                </c:pt>
                <c:pt idx="3258">
                  <c:v>-20.149000000000001</c:v>
                </c:pt>
                <c:pt idx="3259">
                  <c:v>-23.236000000000001</c:v>
                </c:pt>
                <c:pt idx="3260">
                  <c:v>-20.74</c:v>
                </c:pt>
                <c:pt idx="3261">
                  <c:v>-14.461</c:v>
                </c:pt>
                <c:pt idx="3262">
                  <c:v>-25.099</c:v>
                </c:pt>
                <c:pt idx="3263">
                  <c:v>-18.306000000000001</c:v>
                </c:pt>
                <c:pt idx="3264">
                  <c:v>-16.132000000000001</c:v>
                </c:pt>
                <c:pt idx="3265">
                  <c:v>-15.983000000000001</c:v>
                </c:pt>
                <c:pt idx="3266">
                  <c:v>-14.308</c:v>
                </c:pt>
                <c:pt idx="3267">
                  <c:v>-18.748000000000001</c:v>
                </c:pt>
                <c:pt idx="3268">
                  <c:v>-17.018000000000001</c:v>
                </c:pt>
                <c:pt idx="3269">
                  <c:v>-20.021000000000001</c:v>
                </c:pt>
                <c:pt idx="3270">
                  <c:v>-16.827000000000002</c:v>
                </c:pt>
                <c:pt idx="3271">
                  <c:v>-18.331</c:v>
                </c:pt>
                <c:pt idx="3272">
                  <c:v>-17.725999999999999</c:v>
                </c:pt>
                <c:pt idx="3273">
                  <c:v>-16.606000000000002</c:v>
                </c:pt>
                <c:pt idx="3274">
                  <c:v>-16.023</c:v>
                </c:pt>
                <c:pt idx="3275">
                  <c:v>-16.635000000000002</c:v>
                </c:pt>
                <c:pt idx="3276">
                  <c:v>-16.957000000000001</c:v>
                </c:pt>
                <c:pt idx="3277">
                  <c:v>-15.935</c:v>
                </c:pt>
                <c:pt idx="3278">
                  <c:v>-16.498000000000001</c:v>
                </c:pt>
                <c:pt idx="3279">
                  <c:v>-15.118</c:v>
                </c:pt>
                <c:pt idx="3280">
                  <c:v>-14.108000000000001</c:v>
                </c:pt>
                <c:pt idx="3281">
                  <c:v>-15.045999999999999</c:v>
                </c:pt>
                <c:pt idx="3282">
                  <c:v>-14.363</c:v>
                </c:pt>
                <c:pt idx="3283">
                  <c:v>-15.023999999999999</c:v>
                </c:pt>
                <c:pt idx="3284">
                  <c:v>-13.629</c:v>
                </c:pt>
                <c:pt idx="3285">
                  <c:v>-13.51</c:v>
                </c:pt>
                <c:pt idx="3286">
                  <c:v>-13.209</c:v>
                </c:pt>
                <c:pt idx="3287">
                  <c:v>-14.356</c:v>
                </c:pt>
                <c:pt idx="3288">
                  <c:v>-14.888</c:v>
                </c:pt>
                <c:pt idx="3289">
                  <c:v>-14.452</c:v>
                </c:pt>
                <c:pt idx="3290">
                  <c:v>-14.157</c:v>
                </c:pt>
                <c:pt idx="3291">
                  <c:v>-12.798999999999999</c:v>
                </c:pt>
                <c:pt idx="3292">
                  <c:v>-13.906000000000001</c:v>
                </c:pt>
                <c:pt idx="3293">
                  <c:v>-12.856</c:v>
                </c:pt>
                <c:pt idx="3294">
                  <c:v>-12.984999999999999</c:v>
                </c:pt>
                <c:pt idx="3295">
                  <c:v>-13.066000000000001</c:v>
                </c:pt>
                <c:pt idx="3296">
                  <c:v>-10.124000000000001</c:v>
                </c:pt>
                <c:pt idx="3297">
                  <c:v>-12.113</c:v>
                </c:pt>
                <c:pt idx="3298">
                  <c:v>-13.103</c:v>
                </c:pt>
                <c:pt idx="3299">
                  <c:v>-13.801</c:v>
                </c:pt>
                <c:pt idx="3300">
                  <c:v>-14.659000000000001</c:v>
                </c:pt>
                <c:pt idx="3301">
                  <c:v>-13.896000000000001</c:v>
                </c:pt>
                <c:pt idx="3302">
                  <c:v>-14.643000000000001</c:v>
                </c:pt>
                <c:pt idx="3303">
                  <c:v>-15.358000000000001</c:v>
                </c:pt>
                <c:pt idx="3304">
                  <c:v>-15.372</c:v>
                </c:pt>
                <c:pt idx="3305">
                  <c:v>-17.881</c:v>
                </c:pt>
                <c:pt idx="3306">
                  <c:v>-18.943000000000001</c:v>
                </c:pt>
                <c:pt idx="3307">
                  <c:v>-18.564</c:v>
                </c:pt>
                <c:pt idx="3308">
                  <c:v>-18.809999999999999</c:v>
                </c:pt>
                <c:pt idx="3309">
                  <c:v>-17.602</c:v>
                </c:pt>
                <c:pt idx="3310">
                  <c:v>-17.183</c:v>
                </c:pt>
                <c:pt idx="3311">
                  <c:v>-18.058</c:v>
                </c:pt>
                <c:pt idx="3312">
                  <c:v>-17.981999999999999</c:v>
                </c:pt>
                <c:pt idx="3313">
                  <c:v>-18.463999999999999</c:v>
                </c:pt>
                <c:pt idx="3314">
                  <c:v>-19.312999999999999</c:v>
                </c:pt>
                <c:pt idx="3315">
                  <c:v>-19.573</c:v>
                </c:pt>
                <c:pt idx="3316">
                  <c:v>-19.14</c:v>
                </c:pt>
                <c:pt idx="3317">
                  <c:v>-18.849</c:v>
                </c:pt>
                <c:pt idx="3318">
                  <c:v>-20.402000000000001</c:v>
                </c:pt>
                <c:pt idx="3319">
                  <c:v>-19.863</c:v>
                </c:pt>
                <c:pt idx="3320">
                  <c:v>-20.155999999999999</c:v>
                </c:pt>
                <c:pt idx="3321">
                  <c:v>-18.513999999999999</c:v>
                </c:pt>
                <c:pt idx="3322">
                  <c:v>-18.835999999999999</c:v>
                </c:pt>
                <c:pt idx="3323">
                  <c:v>-18.835999999999999</c:v>
                </c:pt>
                <c:pt idx="3324">
                  <c:v>-18.157</c:v>
                </c:pt>
                <c:pt idx="3325">
                  <c:v>-18.27</c:v>
                </c:pt>
                <c:pt idx="3326">
                  <c:v>-16.225999999999999</c:v>
                </c:pt>
                <c:pt idx="3327">
                  <c:v>-17.754000000000001</c:v>
                </c:pt>
                <c:pt idx="3328">
                  <c:v>-17.492000000000001</c:v>
                </c:pt>
                <c:pt idx="3329">
                  <c:v>-17.498000000000001</c:v>
                </c:pt>
                <c:pt idx="3330">
                  <c:v>-17.167000000000002</c:v>
                </c:pt>
                <c:pt idx="3331">
                  <c:v>-17.233000000000001</c:v>
                </c:pt>
                <c:pt idx="3332">
                  <c:v>-17.312000000000001</c:v>
                </c:pt>
                <c:pt idx="3333">
                  <c:v>-17.23</c:v>
                </c:pt>
                <c:pt idx="3334">
                  <c:v>-17.271999999999998</c:v>
                </c:pt>
                <c:pt idx="3335">
                  <c:v>-16.937999999999999</c:v>
                </c:pt>
                <c:pt idx="3336">
                  <c:v>-16.832999999999998</c:v>
                </c:pt>
                <c:pt idx="3337">
                  <c:v>-16.747</c:v>
                </c:pt>
                <c:pt idx="3338">
                  <c:v>-17.123999999999999</c:v>
                </c:pt>
                <c:pt idx="3339">
                  <c:v>-17.152999999999999</c:v>
                </c:pt>
                <c:pt idx="3340">
                  <c:v>-16.545999999999999</c:v>
                </c:pt>
                <c:pt idx="3341">
                  <c:v>-16.872</c:v>
                </c:pt>
                <c:pt idx="3342">
                  <c:v>-17.949000000000002</c:v>
                </c:pt>
                <c:pt idx="3343">
                  <c:v>-16.614000000000001</c:v>
                </c:pt>
                <c:pt idx="3344">
                  <c:v>-16.716999999999999</c:v>
                </c:pt>
                <c:pt idx="3345">
                  <c:v>-15.997999999999999</c:v>
                </c:pt>
                <c:pt idx="3346">
                  <c:v>-16.100000000000001</c:v>
                </c:pt>
                <c:pt idx="3347">
                  <c:v>-17.125</c:v>
                </c:pt>
                <c:pt idx="3348">
                  <c:v>-15.613</c:v>
                </c:pt>
                <c:pt idx="3349">
                  <c:v>-16.352</c:v>
                </c:pt>
                <c:pt idx="3350">
                  <c:v>-15.771000000000001</c:v>
                </c:pt>
                <c:pt idx="3351">
                  <c:v>-14.702</c:v>
                </c:pt>
                <c:pt idx="3352">
                  <c:v>-16.213999999999999</c:v>
                </c:pt>
                <c:pt idx="3353">
                  <c:v>-15.804</c:v>
                </c:pt>
                <c:pt idx="3354">
                  <c:v>-15.366</c:v>
                </c:pt>
                <c:pt idx="3355">
                  <c:v>-15.257999999999999</c:v>
                </c:pt>
                <c:pt idx="3356">
                  <c:v>-16.382000000000001</c:v>
                </c:pt>
                <c:pt idx="3357">
                  <c:v>-17.145</c:v>
                </c:pt>
                <c:pt idx="3358">
                  <c:v>-19.548999999999999</c:v>
                </c:pt>
                <c:pt idx="3359">
                  <c:v>-17.981999999999999</c:v>
                </c:pt>
                <c:pt idx="3360">
                  <c:v>-17.706</c:v>
                </c:pt>
                <c:pt idx="3361">
                  <c:v>-18.350999999999999</c:v>
                </c:pt>
                <c:pt idx="3362">
                  <c:v>-17.734000000000002</c:v>
                </c:pt>
                <c:pt idx="3363">
                  <c:v>-17.634</c:v>
                </c:pt>
                <c:pt idx="3364">
                  <c:v>-18.558</c:v>
                </c:pt>
                <c:pt idx="3365">
                  <c:v>-18.998999999999999</c:v>
                </c:pt>
                <c:pt idx="3366">
                  <c:v>-18.718</c:v>
                </c:pt>
                <c:pt idx="3367">
                  <c:v>-18.957999999999998</c:v>
                </c:pt>
                <c:pt idx="3368">
                  <c:v>-20.524000000000001</c:v>
                </c:pt>
                <c:pt idx="3369">
                  <c:v>-19.649000000000001</c:v>
                </c:pt>
                <c:pt idx="3370">
                  <c:v>-19.457999999999998</c:v>
                </c:pt>
                <c:pt idx="3371">
                  <c:v>-19.373999999999999</c:v>
                </c:pt>
                <c:pt idx="3372">
                  <c:v>-20.443999999999999</c:v>
                </c:pt>
                <c:pt idx="3373">
                  <c:v>-20.231000000000002</c:v>
                </c:pt>
                <c:pt idx="3374">
                  <c:v>-20.466000000000001</c:v>
                </c:pt>
                <c:pt idx="3375">
                  <c:v>-21.361999999999998</c:v>
                </c:pt>
                <c:pt idx="3376">
                  <c:v>-21.013999999999999</c:v>
                </c:pt>
                <c:pt idx="3377">
                  <c:v>-21.280999999999999</c:v>
                </c:pt>
                <c:pt idx="3378">
                  <c:v>-20.972000000000001</c:v>
                </c:pt>
                <c:pt idx="3379">
                  <c:v>-21.209</c:v>
                </c:pt>
                <c:pt idx="3380">
                  <c:v>-21.988</c:v>
                </c:pt>
                <c:pt idx="3381">
                  <c:v>-22.489000000000001</c:v>
                </c:pt>
                <c:pt idx="3382">
                  <c:v>-21.869</c:v>
                </c:pt>
                <c:pt idx="3383">
                  <c:v>-21.561</c:v>
                </c:pt>
                <c:pt idx="3384">
                  <c:v>-21.492000000000001</c:v>
                </c:pt>
                <c:pt idx="3385">
                  <c:v>-21.963999999999999</c:v>
                </c:pt>
                <c:pt idx="3386">
                  <c:v>-21.664000000000001</c:v>
                </c:pt>
                <c:pt idx="3387">
                  <c:v>-21.181999999999999</c:v>
                </c:pt>
                <c:pt idx="3388">
                  <c:v>-21.114999999999998</c:v>
                </c:pt>
                <c:pt idx="3389">
                  <c:v>-21.739000000000001</c:v>
                </c:pt>
                <c:pt idx="3390">
                  <c:v>-21.690999999999999</c:v>
                </c:pt>
                <c:pt idx="3391">
                  <c:v>-21.324000000000002</c:v>
                </c:pt>
                <c:pt idx="3392">
                  <c:v>-22.027000000000001</c:v>
                </c:pt>
                <c:pt idx="3393">
                  <c:v>-21.38</c:v>
                </c:pt>
                <c:pt idx="3394">
                  <c:v>-20.731999999999999</c:v>
                </c:pt>
                <c:pt idx="3395">
                  <c:v>-21.22</c:v>
                </c:pt>
                <c:pt idx="3396">
                  <c:v>-22.096</c:v>
                </c:pt>
                <c:pt idx="3397">
                  <c:v>-22.532</c:v>
                </c:pt>
                <c:pt idx="3398">
                  <c:v>-22.14</c:v>
                </c:pt>
                <c:pt idx="3399">
                  <c:v>-22.550999999999998</c:v>
                </c:pt>
                <c:pt idx="3400">
                  <c:v>-22.611000000000001</c:v>
                </c:pt>
                <c:pt idx="3401">
                  <c:v>-23.238</c:v>
                </c:pt>
                <c:pt idx="3402">
                  <c:v>-23.042000000000002</c:v>
                </c:pt>
                <c:pt idx="3403">
                  <c:v>-23.76</c:v>
                </c:pt>
                <c:pt idx="3404">
                  <c:v>-23.88</c:v>
                </c:pt>
                <c:pt idx="3405">
                  <c:v>-23.161999999999999</c:v>
                </c:pt>
                <c:pt idx="3406">
                  <c:v>-23.073</c:v>
                </c:pt>
                <c:pt idx="3407">
                  <c:v>-23.196999999999999</c:v>
                </c:pt>
                <c:pt idx="3408">
                  <c:v>-23.364999999999998</c:v>
                </c:pt>
                <c:pt idx="3409">
                  <c:v>-23.62</c:v>
                </c:pt>
                <c:pt idx="3410">
                  <c:v>-23.478999999999999</c:v>
                </c:pt>
                <c:pt idx="3411">
                  <c:v>-23.937999999999999</c:v>
                </c:pt>
                <c:pt idx="3412">
                  <c:v>-23.649000000000001</c:v>
                </c:pt>
                <c:pt idx="3413">
                  <c:v>-24.785</c:v>
                </c:pt>
                <c:pt idx="3414">
                  <c:v>-25.486000000000001</c:v>
                </c:pt>
                <c:pt idx="3415">
                  <c:v>-24.8</c:v>
                </c:pt>
                <c:pt idx="3416">
                  <c:v>-25.114000000000001</c:v>
                </c:pt>
                <c:pt idx="3417">
                  <c:v>-24.913</c:v>
                </c:pt>
                <c:pt idx="3418">
                  <c:v>-26.009</c:v>
                </c:pt>
                <c:pt idx="3419">
                  <c:v>-26.802</c:v>
                </c:pt>
                <c:pt idx="3420">
                  <c:v>-27.571999999999999</c:v>
                </c:pt>
                <c:pt idx="3421">
                  <c:v>-26.3</c:v>
                </c:pt>
                <c:pt idx="3422">
                  <c:v>-25.797999999999998</c:v>
                </c:pt>
                <c:pt idx="3423">
                  <c:v>-26.384</c:v>
                </c:pt>
                <c:pt idx="3424">
                  <c:v>-26.815000000000001</c:v>
                </c:pt>
                <c:pt idx="3425">
                  <c:v>-27.353999999999999</c:v>
                </c:pt>
                <c:pt idx="3426">
                  <c:v>-26.922999999999998</c:v>
                </c:pt>
                <c:pt idx="3427">
                  <c:v>-27.655999999999999</c:v>
                </c:pt>
                <c:pt idx="3428">
                  <c:v>-28.065000000000001</c:v>
                </c:pt>
                <c:pt idx="3429">
                  <c:v>-27.140999999999998</c:v>
                </c:pt>
                <c:pt idx="3430">
                  <c:v>-26.390999999999998</c:v>
                </c:pt>
                <c:pt idx="3431">
                  <c:v>-26.018000000000001</c:v>
                </c:pt>
                <c:pt idx="3432">
                  <c:v>-27.385999999999999</c:v>
                </c:pt>
                <c:pt idx="3433">
                  <c:v>-27.856999999999999</c:v>
                </c:pt>
                <c:pt idx="3434">
                  <c:v>-27.712</c:v>
                </c:pt>
                <c:pt idx="3435">
                  <c:v>-27.724</c:v>
                </c:pt>
                <c:pt idx="3436">
                  <c:v>-28.64</c:v>
                </c:pt>
                <c:pt idx="3437">
                  <c:v>-30.294</c:v>
                </c:pt>
                <c:pt idx="3438">
                  <c:v>-29.111000000000001</c:v>
                </c:pt>
                <c:pt idx="3439">
                  <c:v>-29.835999999999999</c:v>
                </c:pt>
                <c:pt idx="3440">
                  <c:v>-29.678000000000001</c:v>
                </c:pt>
                <c:pt idx="3441">
                  <c:v>-30.376999999999999</c:v>
                </c:pt>
                <c:pt idx="3442">
                  <c:v>-29.908999999999999</c:v>
                </c:pt>
                <c:pt idx="3443">
                  <c:v>-31.885000000000002</c:v>
                </c:pt>
                <c:pt idx="3444">
                  <c:v>-31.36</c:v>
                </c:pt>
                <c:pt idx="3445">
                  <c:v>-31.053000000000001</c:v>
                </c:pt>
                <c:pt idx="3446">
                  <c:v>-31.079000000000001</c:v>
                </c:pt>
                <c:pt idx="3447">
                  <c:v>-30.672000000000001</c:v>
                </c:pt>
                <c:pt idx="3448">
                  <c:v>-30.489000000000001</c:v>
                </c:pt>
                <c:pt idx="3449">
                  <c:v>-29.553000000000001</c:v>
                </c:pt>
                <c:pt idx="3450">
                  <c:v>-28.274999999999999</c:v>
                </c:pt>
                <c:pt idx="3451">
                  <c:v>-27.372</c:v>
                </c:pt>
                <c:pt idx="3452">
                  <c:v>-27.66</c:v>
                </c:pt>
                <c:pt idx="3453">
                  <c:v>-28.391999999999999</c:v>
                </c:pt>
                <c:pt idx="3454">
                  <c:v>-28.835999999999999</c:v>
                </c:pt>
                <c:pt idx="3455">
                  <c:v>-30.114999999999998</c:v>
                </c:pt>
                <c:pt idx="3456">
                  <c:v>-30.718</c:v>
                </c:pt>
                <c:pt idx="3457">
                  <c:v>-31.222999999999999</c:v>
                </c:pt>
                <c:pt idx="3458">
                  <c:v>-30.175999999999998</c:v>
                </c:pt>
                <c:pt idx="3459">
                  <c:v>-30.484999999999999</c:v>
                </c:pt>
                <c:pt idx="3460">
                  <c:v>-30.978999999999999</c:v>
                </c:pt>
                <c:pt idx="3461">
                  <c:v>-32.848999999999997</c:v>
                </c:pt>
                <c:pt idx="3462">
                  <c:v>-33.133000000000003</c:v>
                </c:pt>
                <c:pt idx="3463">
                  <c:v>-31.596</c:v>
                </c:pt>
                <c:pt idx="3464">
                  <c:v>-30.48</c:v>
                </c:pt>
                <c:pt idx="3465">
                  <c:v>-31.477</c:v>
                </c:pt>
                <c:pt idx="3466">
                  <c:v>-28.706</c:v>
                </c:pt>
                <c:pt idx="3467">
                  <c:v>-28.681000000000001</c:v>
                </c:pt>
                <c:pt idx="3468">
                  <c:v>-29.259</c:v>
                </c:pt>
                <c:pt idx="3469">
                  <c:v>-28.997</c:v>
                </c:pt>
                <c:pt idx="3470">
                  <c:v>-28.785</c:v>
                </c:pt>
                <c:pt idx="3471">
                  <c:v>-28.437000000000001</c:v>
                </c:pt>
                <c:pt idx="3472">
                  <c:v>-28.41</c:v>
                </c:pt>
                <c:pt idx="3473">
                  <c:v>-27.939</c:v>
                </c:pt>
                <c:pt idx="3474">
                  <c:v>-27.117000000000001</c:v>
                </c:pt>
                <c:pt idx="3475">
                  <c:v>-26.465</c:v>
                </c:pt>
                <c:pt idx="3476">
                  <c:v>-28.004999999999999</c:v>
                </c:pt>
                <c:pt idx="3477">
                  <c:v>-27.846</c:v>
                </c:pt>
                <c:pt idx="3478">
                  <c:v>-26.925999999999998</c:v>
                </c:pt>
                <c:pt idx="3479">
                  <c:v>-27.856000000000002</c:v>
                </c:pt>
                <c:pt idx="3480">
                  <c:v>-27.015000000000001</c:v>
                </c:pt>
                <c:pt idx="3481">
                  <c:v>-26.838999999999999</c:v>
                </c:pt>
                <c:pt idx="3482">
                  <c:v>-27.602</c:v>
                </c:pt>
                <c:pt idx="3483">
                  <c:v>-27.69</c:v>
                </c:pt>
                <c:pt idx="3484">
                  <c:v>-26.978000000000002</c:v>
                </c:pt>
                <c:pt idx="3485">
                  <c:v>-27.483000000000001</c:v>
                </c:pt>
                <c:pt idx="3486">
                  <c:v>-28.457999999999998</c:v>
                </c:pt>
                <c:pt idx="3487">
                  <c:v>-26.859000000000002</c:v>
                </c:pt>
                <c:pt idx="3488">
                  <c:v>-27.759</c:v>
                </c:pt>
                <c:pt idx="3489">
                  <c:v>-26.838000000000001</c:v>
                </c:pt>
                <c:pt idx="3490">
                  <c:v>-27.713000000000001</c:v>
                </c:pt>
                <c:pt idx="3491">
                  <c:v>-26.501999999999999</c:v>
                </c:pt>
                <c:pt idx="3492">
                  <c:v>-26.314</c:v>
                </c:pt>
                <c:pt idx="3493">
                  <c:v>-25.132000000000001</c:v>
                </c:pt>
                <c:pt idx="3494">
                  <c:v>-25.411999999999999</c:v>
                </c:pt>
                <c:pt idx="3495">
                  <c:v>-25.141999999999999</c:v>
                </c:pt>
                <c:pt idx="3496">
                  <c:v>-25.556000000000001</c:v>
                </c:pt>
                <c:pt idx="3497">
                  <c:v>-25.713000000000001</c:v>
                </c:pt>
                <c:pt idx="3498">
                  <c:v>-25.962</c:v>
                </c:pt>
                <c:pt idx="3499">
                  <c:v>-26.946000000000002</c:v>
                </c:pt>
                <c:pt idx="3500">
                  <c:v>-26.672999999999998</c:v>
                </c:pt>
                <c:pt idx="3501">
                  <c:v>-25.817</c:v>
                </c:pt>
                <c:pt idx="3502">
                  <c:v>-25.52</c:v>
                </c:pt>
                <c:pt idx="3503">
                  <c:v>-24.774000000000001</c:v>
                </c:pt>
                <c:pt idx="3504">
                  <c:v>-25.172000000000001</c:v>
                </c:pt>
                <c:pt idx="3505">
                  <c:v>-26.552</c:v>
                </c:pt>
                <c:pt idx="3506">
                  <c:v>-26.033999999999999</c:v>
                </c:pt>
                <c:pt idx="3507">
                  <c:v>-25.001999999999999</c:v>
                </c:pt>
                <c:pt idx="3508">
                  <c:v>-25.506</c:v>
                </c:pt>
                <c:pt idx="3509">
                  <c:v>-25.398</c:v>
                </c:pt>
                <c:pt idx="3510">
                  <c:v>-25.562000000000001</c:v>
                </c:pt>
                <c:pt idx="3511">
                  <c:v>-25.803999999999998</c:v>
                </c:pt>
                <c:pt idx="3512">
                  <c:v>-25.007000000000001</c:v>
                </c:pt>
                <c:pt idx="3513">
                  <c:v>-25.318999999999999</c:v>
                </c:pt>
                <c:pt idx="3514">
                  <c:v>-26.103999999999999</c:v>
                </c:pt>
                <c:pt idx="3515">
                  <c:v>-25.266999999999999</c:v>
                </c:pt>
                <c:pt idx="3516">
                  <c:v>-25.082000000000001</c:v>
                </c:pt>
                <c:pt idx="3517">
                  <c:v>-24.323</c:v>
                </c:pt>
                <c:pt idx="3518">
                  <c:v>-23.827000000000002</c:v>
                </c:pt>
                <c:pt idx="3519">
                  <c:v>-23.948</c:v>
                </c:pt>
                <c:pt idx="3520">
                  <c:v>-23.085000000000001</c:v>
                </c:pt>
                <c:pt idx="3521">
                  <c:v>-23.702999999999999</c:v>
                </c:pt>
                <c:pt idx="3522">
                  <c:v>-24.452000000000002</c:v>
                </c:pt>
                <c:pt idx="3523">
                  <c:v>-25.51</c:v>
                </c:pt>
                <c:pt idx="3524">
                  <c:v>-25.071000000000002</c:v>
                </c:pt>
                <c:pt idx="3525">
                  <c:v>-25.234000000000002</c:v>
                </c:pt>
                <c:pt idx="3526">
                  <c:v>-24.625</c:v>
                </c:pt>
                <c:pt idx="3527">
                  <c:v>-24.826000000000001</c:v>
                </c:pt>
                <c:pt idx="3528">
                  <c:v>-24.45</c:v>
                </c:pt>
                <c:pt idx="3529">
                  <c:v>-24.484000000000002</c:v>
                </c:pt>
                <c:pt idx="3530">
                  <c:v>-24.792999999999999</c:v>
                </c:pt>
                <c:pt idx="3531">
                  <c:v>-24.481999999999999</c:v>
                </c:pt>
                <c:pt idx="3532">
                  <c:v>-24.475999999999999</c:v>
                </c:pt>
                <c:pt idx="3533">
                  <c:v>-24.629000000000001</c:v>
                </c:pt>
                <c:pt idx="3534">
                  <c:v>-24.832000000000001</c:v>
                </c:pt>
                <c:pt idx="3535">
                  <c:v>-23.956</c:v>
                </c:pt>
                <c:pt idx="3536">
                  <c:v>-24.838000000000001</c:v>
                </c:pt>
                <c:pt idx="3537">
                  <c:v>-24.309000000000001</c:v>
                </c:pt>
                <c:pt idx="3538">
                  <c:v>-24.106000000000002</c:v>
                </c:pt>
                <c:pt idx="3539">
                  <c:v>-24.047000000000001</c:v>
                </c:pt>
                <c:pt idx="3540">
                  <c:v>-23.74</c:v>
                </c:pt>
                <c:pt idx="3541">
                  <c:v>-23.151</c:v>
                </c:pt>
                <c:pt idx="3542">
                  <c:v>-22.492999999999999</c:v>
                </c:pt>
                <c:pt idx="3543">
                  <c:v>-22.343</c:v>
                </c:pt>
                <c:pt idx="3544">
                  <c:v>-22.111000000000001</c:v>
                </c:pt>
                <c:pt idx="3545">
                  <c:v>-21.942</c:v>
                </c:pt>
                <c:pt idx="3546">
                  <c:v>-22.582000000000001</c:v>
                </c:pt>
                <c:pt idx="3547">
                  <c:v>-22.306999999999999</c:v>
                </c:pt>
                <c:pt idx="3548">
                  <c:v>-22.762</c:v>
                </c:pt>
                <c:pt idx="3549">
                  <c:v>-21.997</c:v>
                </c:pt>
                <c:pt idx="3550">
                  <c:v>-20.149000000000001</c:v>
                </c:pt>
                <c:pt idx="3551">
                  <c:v>-19.652999999999999</c:v>
                </c:pt>
                <c:pt idx="3552">
                  <c:v>-19.616</c:v>
                </c:pt>
                <c:pt idx="3553">
                  <c:v>-19.297999999999998</c:v>
                </c:pt>
                <c:pt idx="3554">
                  <c:v>-19.099</c:v>
                </c:pt>
                <c:pt idx="3555">
                  <c:v>-19.268000000000001</c:v>
                </c:pt>
                <c:pt idx="3556">
                  <c:v>-20.718</c:v>
                </c:pt>
                <c:pt idx="3557">
                  <c:v>-20.824000000000002</c:v>
                </c:pt>
                <c:pt idx="3558">
                  <c:v>-20.667999999999999</c:v>
                </c:pt>
                <c:pt idx="3559">
                  <c:v>-21.2</c:v>
                </c:pt>
                <c:pt idx="3560">
                  <c:v>-20.803999999999998</c:v>
                </c:pt>
                <c:pt idx="3561">
                  <c:v>-20.82</c:v>
                </c:pt>
                <c:pt idx="3562">
                  <c:v>-21.398</c:v>
                </c:pt>
                <c:pt idx="3563">
                  <c:v>-21.279</c:v>
                </c:pt>
                <c:pt idx="3564">
                  <c:v>-21.530999999999999</c:v>
                </c:pt>
                <c:pt idx="3565">
                  <c:v>-21.882000000000001</c:v>
                </c:pt>
                <c:pt idx="3566">
                  <c:v>-22.004999999999999</c:v>
                </c:pt>
                <c:pt idx="3567">
                  <c:v>-22.007999999999999</c:v>
                </c:pt>
                <c:pt idx="3568">
                  <c:v>-22.286000000000001</c:v>
                </c:pt>
                <c:pt idx="3569">
                  <c:v>-21.69</c:v>
                </c:pt>
                <c:pt idx="3570">
                  <c:v>-21.82</c:v>
                </c:pt>
                <c:pt idx="3571">
                  <c:v>-22.488</c:v>
                </c:pt>
                <c:pt idx="3572">
                  <c:v>-22.033999999999999</c:v>
                </c:pt>
                <c:pt idx="3573">
                  <c:v>-21.800999999999998</c:v>
                </c:pt>
                <c:pt idx="3574">
                  <c:v>-21.37</c:v>
                </c:pt>
                <c:pt idx="3575">
                  <c:v>-23.324000000000002</c:v>
                </c:pt>
                <c:pt idx="3576">
                  <c:v>-24.161000000000001</c:v>
                </c:pt>
                <c:pt idx="3577">
                  <c:v>-23.548999999999999</c:v>
                </c:pt>
                <c:pt idx="3578">
                  <c:v>-23.302</c:v>
                </c:pt>
                <c:pt idx="3579">
                  <c:v>-23.158999999999999</c:v>
                </c:pt>
                <c:pt idx="3580">
                  <c:v>-24.271000000000001</c:v>
                </c:pt>
                <c:pt idx="3581">
                  <c:v>-24.093</c:v>
                </c:pt>
                <c:pt idx="3582">
                  <c:v>-23.422000000000001</c:v>
                </c:pt>
                <c:pt idx="3583">
                  <c:v>-23.51</c:v>
                </c:pt>
                <c:pt idx="3584">
                  <c:v>-22.966000000000001</c:v>
                </c:pt>
                <c:pt idx="3585">
                  <c:v>-24.401</c:v>
                </c:pt>
                <c:pt idx="3586">
                  <c:v>-24.611000000000001</c:v>
                </c:pt>
                <c:pt idx="3587">
                  <c:v>-26.023</c:v>
                </c:pt>
                <c:pt idx="3588">
                  <c:v>-23.693000000000001</c:v>
                </c:pt>
                <c:pt idx="3589">
                  <c:v>-24.236999999999998</c:v>
                </c:pt>
                <c:pt idx="3590">
                  <c:v>-24.960999999999999</c:v>
                </c:pt>
                <c:pt idx="3591">
                  <c:v>-24.442</c:v>
                </c:pt>
                <c:pt idx="3592">
                  <c:v>-25.385999999999999</c:v>
                </c:pt>
                <c:pt idx="3593">
                  <c:v>-25.748999999999999</c:v>
                </c:pt>
                <c:pt idx="3594">
                  <c:v>-26.085999999999999</c:v>
                </c:pt>
                <c:pt idx="3595">
                  <c:v>-26.123999999999999</c:v>
                </c:pt>
                <c:pt idx="3596">
                  <c:v>-25.661999999999999</c:v>
                </c:pt>
                <c:pt idx="3597">
                  <c:v>-25.163</c:v>
                </c:pt>
                <c:pt idx="3598">
                  <c:v>-25.524000000000001</c:v>
                </c:pt>
                <c:pt idx="3599">
                  <c:v>-25.605</c:v>
                </c:pt>
                <c:pt idx="3600">
                  <c:v>-25.803000000000001</c:v>
                </c:pt>
                <c:pt idx="3601">
                  <c:v>-26.198</c:v>
                </c:pt>
                <c:pt idx="3602">
                  <c:v>-26.823</c:v>
                </c:pt>
                <c:pt idx="3603">
                  <c:v>-27.088999999999999</c:v>
                </c:pt>
                <c:pt idx="3604">
                  <c:v>-26.917999999999999</c:v>
                </c:pt>
                <c:pt idx="3605">
                  <c:v>-25.423999999999999</c:v>
                </c:pt>
                <c:pt idx="3606">
                  <c:v>-26.638999999999999</c:v>
                </c:pt>
                <c:pt idx="3607">
                  <c:v>-25.872</c:v>
                </c:pt>
                <c:pt idx="3608">
                  <c:v>-25.88</c:v>
                </c:pt>
                <c:pt idx="3609">
                  <c:v>-26.350999999999999</c:v>
                </c:pt>
                <c:pt idx="3610">
                  <c:v>-25.722000000000001</c:v>
                </c:pt>
                <c:pt idx="3611">
                  <c:v>-27.204999999999998</c:v>
                </c:pt>
                <c:pt idx="3612">
                  <c:v>-27.547000000000001</c:v>
                </c:pt>
                <c:pt idx="3613">
                  <c:v>-27.812000000000001</c:v>
                </c:pt>
                <c:pt idx="3614">
                  <c:v>-28.814</c:v>
                </c:pt>
                <c:pt idx="3615">
                  <c:v>-29.227</c:v>
                </c:pt>
                <c:pt idx="3616">
                  <c:v>-29.154</c:v>
                </c:pt>
                <c:pt idx="3617">
                  <c:v>-28.550999999999998</c:v>
                </c:pt>
                <c:pt idx="3618">
                  <c:v>-28.556000000000001</c:v>
                </c:pt>
                <c:pt idx="3619">
                  <c:v>-31.606999999999999</c:v>
                </c:pt>
                <c:pt idx="3620">
                  <c:v>-32.085000000000001</c:v>
                </c:pt>
                <c:pt idx="3621">
                  <c:v>-32.427999999999997</c:v>
                </c:pt>
                <c:pt idx="3622">
                  <c:v>-32.006</c:v>
                </c:pt>
                <c:pt idx="3623">
                  <c:v>-31.143000000000001</c:v>
                </c:pt>
                <c:pt idx="3624">
                  <c:v>-31.99</c:v>
                </c:pt>
                <c:pt idx="3625">
                  <c:v>-32.432000000000002</c:v>
                </c:pt>
                <c:pt idx="3626">
                  <c:v>-32.850999999999999</c:v>
                </c:pt>
                <c:pt idx="3627">
                  <c:v>-32.884</c:v>
                </c:pt>
                <c:pt idx="3628">
                  <c:v>-33.000999999999998</c:v>
                </c:pt>
                <c:pt idx="3629">
                  <c:v>-34.088999999999999</c:v>
                </c:pt>
                <c:pt idx="3630">
                  <c:v>-33.56</c:v>
                </c:pt>
                <c:pt idx="3631">
                  <c:v>-33.518999999999998</c:v>
                </c:pt>
                <c:pt idx="3632">
                  <c:v>-32.552999999999997</c:v>
                </c:pt>
                <c:pt idx="3633">
                  <c:v>-33.651000000000003</c:v>
                </c:pt>
                <c:pt idx="3634">
                  <c:v>-33.531999999999996</c:v>
                </c:pt>
                <c:pt idx="3635">
                  <c:v>-33.04</c:v>
                </c:pt>
                <c:pt idx="3636">
                  <c:v>-33.121000000000002</c:v>
                </c:pt>
                <c:pt idx="3637">
                  <c:v>-33.744</c:v>
                </c:pt>
                <c:pt idx="3638">
                  <c:v>-32.115000000000002</c:v>
                </c:pt>
                <c:pt idx="3639">
                  <c:v>-32.450000000000003</c:v>
                </c:pt>
                <c:pt idx="3640">
                  <c:v>-31.678999999999998</c:v>
                </c:pt>
                <c:pt idx="3641">
                  <c:v>-33.119</c:v>
                </c:pt>
                <c:pt idx="3642">
                  <c:v>-34.380000000000003</c:v>
                </c:pt>
                <c:pt idx="3643">
                  <c:v>-34.231999999999999</c:v>
                </c:pt>
                <c:pt idx="3644">
                  <c:v>-33.966000000000001</c:v>
                </c:pt>
                <c:pt idx="3645">
                  <c:v>-34.692</c:v>
                </c:pt>
                <c:pt idx="3646">
                  <c:v>-34.182000000000002</c:v>
                </c:pt>
                <c:pt idx="3647">
                  <c:v>-34.301000000000002</c:v>
                </c:pt>
                <c:pt idx="3648">
                  <c:v>-34.103999999999999</c:v>
                </c:pt>
                <c:pt idx="3649">
                  <c:v>-34.128</c:v>
                </c:pt>
                <c:pt idx="3650">
                  <c:v>-33.719000000000001</c:v>
                </c:pt>
                <c:pt idx="3651">
                  <c:v>-34.134</c:v>
                </c:pt>
                <c:pt idx="3652">
                  <c:v>-34.942999999999998</c:v>
                </c:pt>
                <c:pt idx="3653">
                  <c:v>-34.545000000000002</c:v>
                </c:pt>
                <c:pt idx="3654">
                  <c:v>-33.914000000000001</c:v>
                </c:pt>
                <c:pt idx="3655">
                  <c:v>-34.652000000000001</c:v>
                </c:pt>
                <c:pt idx="3656">
                  <c:v>-34.091999999999999</c:v>
                </c:pt>
                <c:pt idx="3657">
                  <c:v>-33.009</c:v>
                </c:pt>
                <c:pt idx="3658">
                  <c:v>-34.786000000000001</c:v>
                </c:pt>
                <c:pt idx="3659">
                  <c:v>-35.823999999999998</c:v>
                </c:pt>
                <c:pt idx="3660">
                  <c:v>-36.024999999999999</c:v>
                </c:pt>
                <c:pt idx="3661">
                  <c:v>-37.478999999999999</c:v>
                </c:pt>
                <c:pt idx="3662">
                  <c:v>-38.116</c:v>
                </c:pt>
                <c:pt idx="3663">
                  <c:v>-38.066000000000003</c:v>
                </c:pt>
                <c:pt idx="3664">
                  <c:v>-38.96</c:v>
                </c:pt>
                <c:pt idx="3665">
                  <c:v>-39.302</c:v>
                </c:pt>
                <c:pt idx="3666">
                  <c:v>-40.908000000000001</c:v>
                </c:pt>
                <c:pt idx="3667">
                  <c:v>-40.082000000000001</c:v>
                </c:pt>
                <c:pt idx="3668">
                  <c:v>-39.502000000000002</c:v>
                </c:pt>
                <c:pt idx="3669">
                  <c:v>-36.932000000000002</c:v>
                </c:pt>
                <c:pt idx="3670">
                  <c:v>-37.116</c:v>
                </c:pt>
                <c:pt idx="3671">
                  <c:v>-36.606000000000002</c:v>
                </c:pt>
                <c:pt idx="3672">
                  <c:v>-38.131</c:v>
                </c:pt>
                <c:pt idx="3673">
                  <c:v>-39.567</c:v>
                </c:pt>
                <c:pt idx="3674">
                  <c:v>-39.421999999999997</c:v>
                </c:pt>
                <c:pt idx="3675">
                  <c:v>-38.774000000000001</c:v>
                </c:pt>
                <c:pt idx="3676">
                  <c:v>-40.377000000000002</c:v>
                </c:pt>
                <c:pt idx="3677">
                  <c:v>-39.466999999999999</c:v>
                </c:pt>
                <c:pt idx="3678">
                  <c:v>-39.475000000000001</c:v>
                </c:pt>
                <c:pt idx="3679">
                  <c:v>-39.347000000000001</c:v>
                </c:pt>
                <c:pt idx="3680">
                  <c:v>-39.348999999999997</c:v>
                </c:pt>
                <c:pt idx="3681">
                  <c:v>-38.226999999999997</c:v>
                </c:pt>
                <c:pt idx="3682">
                  <c:v>-37.213999999999999</c:v>
                </c:pt>
                <c:pt idx="3683">
                  <c:v>-37.9</c:v>
                </c:pt>
                <c:pt idx="3684">
                  <c:v>-36.381999999999998</c:v>
                </c:pt>
                <c:pt idx="3685">
                  <c:v>-38.515000000000001</c:v>
                </c:pt>
                <c:pt idx="3686">
                  <c:v>-39.231999999999999</c:v>
                </c:pt>
                <c:pt idx="3687">
                  <c:v>-38.83</c:v>
                </c:pt>
                <c:pt idx="3688">
                  <c:v>-38.253</c:v>
                </c:pt>
                <c:pt idx="3689">
                  <c:v>-38.799999999999997</c:v>
                </c:pt>
                <c:pt idx="3690">
                  <c:v>-39.411000000000001</c:v>
                </c:pt>
                <c:pt idx="3691">
                  <c:v>-39.479999999999997</c:v>
                </c:pt>
                <c:pt idx="3692">
                  <c:v>-39.552999999999997</c:v>
                </c:pt>
                <c:pt idx="3693">
                  <c:v>-39.406999999999996</c:v>
                </c:pt>
                <c:pt idx="3694">
                  <c:v>-40.225999999999999</c:v>
                </c:pt>
                <c:pt idx="3695">
                  <c:v>-40.369</c:v>
                </c:pt>
                <c:pt idx="3696">
                  <c:v>-40.017000000000003</c:v>
                </c:pt>
                <c:pt idx="3697">
                  <c:v>-40.659999999999997</c:v>
                </c:pt>
                <c:pt idx="3698">
                  <c:v>-40.149000000000001</c:v>
                </c:pt>
                <c:pt idx="3699">
                  <c:v>-40.360999999999997</c:v>
                </c:pt>
                <c:pt idx="3700">
                  <c:v>-40.619999999999997</c:v>
                </c:pt>
                <c:pt idx="3701">
                  <c:v>-44.04</c:v>
                </c:pt>
                <c:pt idx="3702">
                  <c:v>-41.420999999999999</c:v>
                </c:pt>
                <c:pt idx="3703">
                  <c:v>-41.735999999999997</c:v>
                </c:pt>
                <c:pt idx="3704">
                  <c:v>-41.081000000000003</c:v>
                </c:pt>
                <c:pt idx="3705">
                  <c:v>-41.173999999999999</c:v>
                </c:pt>
                <c:pt idx="3706">
                  <c:v>-40.694000000000003</c:v>
                </c:pt>
                <c:pt idx="3707">
                  <c:v>-40.268999999999998</c:v>
                </c:pt>
                <c:pt idx="3708">
                  <c:v>-37.671999999999997</c:v>
                </c:pt>
                <c:pt idx="3709">
                  <c:v>-38.158999999999999</c:v>
                </c:pt>
                <c:pt idx="3710">
                  <c:v>-38.354999999999997</c:v>
                </c:pt>
                <c:pt idx="3711">
                  <c:v>-38.86</c:v>
                </c:pt>
                <c:pt idx="3712">
                  <c:v>-38.368000000000002</c:v>
                </c:pt>
                <c:pt idx="3713">
                  <c:v>-40.225999999999999</c:v>
                </c:pt>
                <c:pt idx="3714">
                  <c:v>-38.073</c:v>
                </c:pt>
                <c:pt idx="3715">
                  <c:v>-37.445</c:v>
                </c:pt>
                <c:pt idx="3716">
                  <c:v>-37.301000000000002</c:v>
                </c:pt>
                <c:pt idx="3717">
                  <c:v>-37.936</c:v>
                </c:pt>
                <c:pt idx="3718">
                  <c:v>-37.520000000000003</c:v>
                </c:pt>
                <c:pt idx="3719">
                  <c:v>-38.317999999999998</c:v>
                </c:pt>
                <c:pt idx="3720">
                  <c:v>-38.64</c:v>
                </c:pt>
                <c:pt idx="3721">
                  <c:v>-38.834000000000003</c:v>
                </c:pt>
                <c:pt idx="3722">
                  <c:v>-38.192</c:v>
                </c:pt>
                <c:pt idx="3723">
                  <c:v>-38.023000000000003</c:v>
                </c:pt>
                <c:pt idx="3724">
                  <c:v>-37.591000000000001</c:v>
                </c:pt>
                <c:pt idx="3725">
                  <c:v>-37.869</c:v>
                </c:pt>
                <c:pt idx="3726">
                  <c:v>-37.447000000000003</c:v>
                </c:pt>
                <c:pt idx="3727">
                  <c:v>-37.719000000000001</c:v>
                </c:pt>
                <c:pt idx="3728">
                  <c:v>-37.692999999999998</c:v>
                </c:pt>
                <c:pt idx="3729">
                  <c:v>-36.741</c:v>
                </c:pt>
                <c:pt idx="3730">
                  <c:v>-36.350999999999999</c:v>
                </c:pt>
                <c:pt idx="3731">
                  <c:v>-36.054000000000002</c:v>
                </c:pt>
                <c:pt idx="3732">
                  <c:v>-35.603999999999999</c:v>
                </c:pt>
                <c:pt idx="3733">
                  <c:v>-34.85</c:v>
                </c:pt>
                <c:pt idx="3734">
                  <c:v>-33.447000000000003</c:v>
                </c:pt>
                <c:pt idx="3735">
                  <c:v>-33.149000000000001</c:v>
                </c:pt>
                <c:pt idx="3736">
                  <c:v>-34.134</c:v>
                </c:pt>
                <c:pt idx="3737">
                  <c:v>-34.566000000000003</c:v>
                </c:pt>
                <c:pt idx="3738">
                  <c:v>-32.944000000000003</c:v>
                </c:pt>
                <c:pt idx="3739">
                  <c:v>-33.134</c:v>
                </c:pt>
                <c:pt idx="3740">
                  <c:v>-34.033000000000001</c:v>
                </c:pt>
                <c:pt idx="3741">
                  <c:v>-34.008000000000003</c:v>
                </c:pt>
                <c:pt idx="3742">
                  <c:v>-34.767000000000003</c:v>
                </c:pt>
                <c:pt idx="3743">
                  <c:v>-34.375</c:v>
                </c:pt>
                <c:pt idx="3744">
                  <c:v>-34.438000000000002</c:v>
                </c:pt>
                <c:pt idx="3745">
                  <c:v>-33.927</c:v>
                </c:pt>
                <c:pt idx="3746">
                  <c:v>-33.341000000000001</c:v>
                </c:pt>
                <c:pt idx="3747">
                  <c:v>-33.863</c:v>
                </c:pt>
                <c:pt idx="3748">
                  <c:v>-34.006</c:v>
                </c:pt>
                <c:pt idx="3749">
                  <c:v>-34.081000000000003</c:v>
                </c:pt>
                <c:pt idx="3750">
                  <c:v>-34.493000000000002</c:v>
                </c:pt>
                <c:pt idx="3751">
                  <c:v>-36.087000000000003</c:v>
                </c:pt>
                <c:pt idx="3752">
                  <c:v>-35.01</c:v>
                </c:pt>
                <c:pt idx="3753">
                  <c:v>-34.533000000000001</c:v>
                </c:pt>
                <c:pt idx="3754">
                  <c:v>-31.271999999999998</c:v>
                </c:pt>
                <c:pt idx="3755">
                  <c:v>-31.196999999999999</c:v>
                </c:pt>
                <c:pt idx="3756">
                  <c:v>-31.134</c:v>
                </c:pt>
                <c:pt idx="3757">
                  <c:v>-31.074999999999999</c:v>
                </c:pt>
                <c:pt idx="3758">
                  <c:v>-31.003</c:v>
                </c:pt>
                <c:pt idx="3759">
                  <c:v>-31.143999999999998</c:v>
                </c:pt>
                <c:pt idx="3760">
                  <c:v>-31.332999999999998</c:v>
                </c:pt>
                <c:pt idx="3761">
                  <c:v>-31.562000000000001</c:v>
                </c:pt>
                <c:pt idx="3762">
                  <c:v>-31.579000000000001</c:v>
                </c:pt>
                <c:pt idx="3763">
                  <c:v>-32.677999999999997</c:v>
                </c:pt>
                <c:pt idx="3764">
                  <c:v>-31.346</c:v>
                </c:pt>
                <c:pt idx="3765">
                  <c:v>-31.32</c:v>
                </c:pt>
                <c:pt idx="3766">
                  <c:v>-31.48</c:v>
                </c:pt>
                <c:pt idx="3767">
                  <c:v>-30.861000000000001</c:v>
                </c:pt>
                <c:pt idx="3768">
                  <c:v>-32.432000000000002</c:v>
                </c:pt>
                <c:pt idx="3769">
                  <c:v>-32.484999999999999</c:v>
                </c:pt>
                <c:pt idx="3770">
                  <c:v>-35.884</c:v>
                </c:pt>
                <c:pt idx="3771">
                  <c:v>-39.353000000000002</c:v>
                </c:pt>
                <c:pt idx="3772">
                  <c:v>-45.643000000000001</c:v>
                </c:pt>
                <c:pt idx="3773">
                  <c:v>-37.637</c:v>
                </c:pt>
                <c:pt idx="3774">
                  <c:v>-41.156999999999996</c:v>
                </c:pt>
                <c:pt idx="3775">
                  <c:v>-40.631</c:v>
                </c:pt>
                <c:pt idx="3776">
                  <c:v>-37.454000000000001</c:v>
                </c:pt>
                <c:pt idx="3777">
                  <c:v>-38.374000000000002</c:v>
                </c:pt>
                <c:pt idx="3778">
                  <c:v>-38.204999999999998</c:v>
                </c:pt>
                <c:pt idx="3779">
                  <c:v>-37.762999999999998</c:v>
                </c:pt>
                <c:pt idx="3780">
                  <c:v>-41.314999999999998</c:v>
                </c:pt>
                <c:pt idx="3781">
                  <c:v>-40.232999999999997</c:v>
                </c:pt>
                <c:pt idx="3782">
                  <c:v>-38.380000000000003</c:v>
                </c:pt>
                <c:pt idx="3783">
                  <c:v>-37.299999999999997</c:v>
                </c:pt>
                <c:pt idx="3784">
                  <c:v>-37.113</c:v>
                </c:pt>
                <c:pt idx="3785">
                  <c:v>-37.055</c:v>
                </c:pt>
                <c:pt idx="3786">
                  <c:v>-37.762</c:v>
                </c:pt>
                <c:pt idx="3787">
                  <c:v>-37.746000000000002</c:v>
                </c:pt>
                <c:pt idx="3788">
                  <c:v>-37.237000000000002</c:v>
                </c:pt>
                <c:pt idx="3789">
                  <c:v>-38.156999999999996</c:v>
                </c:pt>
                <c:pt idx="3790">
                  <c:v>-37.417000000000002</c:v>
                </c:pt>
                <c:pt idx="3791">
                  <c:v>-37.859000000000002</c:v>
                </c:pt>
                <c:pt idx="3792">
                  <c:v>-36.926000000000002</c:v>
                </c:pt>
                <c:pt idx="3793">
                  <c:v>-36.53</c:v>
                </c:pt>
                <c:pt idx="3794">
                  <c:v>-36.776000000000003</c:v>
                </c:pt>
                <c:pt idx="3795">
                  <c:v>-36.076000000000001</c:v>
                </c:pt>
                <c:pt idx="3796">
                  <c:v>-35.832999999999998</c:v>
                </c:pt>
                <c:pt idx="3797">
                  <c:v>-35.905000000000001</c:v>
                </c:pt>
                <c:pt idx="3798">
                  <c:v>-35.57</c:v>
                </c:pt>
                <c:pt idx="3799">
                  <c:v>-38.078000000000003</c:v>
                </c:pt>
                <c:pt idx="3800">
                  <c:v>-38.779000000000003</c:v>
                </c:pt>
                <c:pt idx="3801">
                  <c:v>-39.159999999999997</c:v>
                </c:pt>
                <c:pt idx="3802">
                  <c:v>-40.929000000000002</c:v>
                </c:pt>
                <c:pt idx="3803">
                  <c:v>-38.783999999999999</c:v>
                </c:pt>
                <c:pt idx="3804">
                  <c:v>-40.786000000000001</c:v>
                </c:pt>
                <c:pt idx="3805">
                  <c:v>-39.56</c:v>
                </c:pt>
                <c:pt idx="3806">
                  <c:v>-39.563000000000002</c:v>
                </c:pt>
                <c:pt idx="3807">
                  <c:v>-38.865000000000002</c:v>
                </c:pt>
                <c:pt idx="3808">
                  <c:v>-38.713000000000001</c:v>
                </c:pt>
                <c:pt idx="3809">
                  <c:v>-38.442</c:v>
                </c:pt>
                <c:pt idx="3810">
                  <c:v>-37.491</c:v>
                </c:pt>
                <c:pt idx="3811">
                  <c:v>-36.851999999999997</c:v>
                </c:pt>
                <c:pt idx="3812">
                  <c:v>-37.662999999999997</c:v>
                </c:pt>
                <c:pt idx="3813">
                  <c:v>-38.905000000000001</c:v>
                </c:pt>
                <c:pt idx="3814">
                  <c:v>-38.018000000000001</c:v>
                </c:pt>
                <c:pt idx="3815">
                  <c:v>-37.444000000000003</c:v>
                </c:pt>
                <c:pt idx="3816">
                  <c:v>-37.268000000000001</c:v>
                </c:pt>
                <c:pt idx="3817">
                  <c:v>-37.195999999999998</c:v>
                </c:pt>
                <c:pt idx="3818">
                  <c:v>-38.302</c:v>
                </c:pt>
                <c:pt idx="3819">
                  <c:v>-38.014000000000003</c:v>
                </c:pt>
                <c:pt idx="3820">
                  <c:v>-37.99</c:v>
                </c:pt>
                <c:pt idx="3821">
                  <c:v>-37.991999999999997</c:v>
                </c:pt>
                <c:pt idx="3822">
                  <c:v>-37.965000000000003</c:v>
                </c:pt>
                <c:pt idx="3823">
                  <c:v>-38.076000000000001</c:v>
                </c:pt>
              </c:numCache>
            </c:numRef>
          </c:val>
          <c:smooth val="0"/>
          <c:extLst>
            <c:ext xmlns:c16="http://schemas.microsoft.com/office/drawing/2014/chart" uri="{C3380CC4-5D6E-409C-BE32-E72D297353CC}">
              <c16:uniqueId val="{00000001-2DD9-465D-BEEE-AE1BD6F3E307}"/>
            </c:ext>
          </c:extLst>
        </c:ser>
        <c:dLbls>
          <c:showLegendKey val="0"/>
          <c:showVal val="0"/>
          <c:showCatName val="0"/>
          <c:showSerName val="0"/>
          <c:showPercent val="0"/>
          <c:showBubbleSize val="0"/>
        </c:dLbls>
        <c:smooth val="0"/>
        <c:axId val="174990783"/>
        <c:axId val="175008063"/>
      </c:lineChart>
      <c:dateAx>
        <c:axId val="174990783"/>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Garamond" panose="02020404030301010803" pitchFamily="18" charset="0"/>
                <a:ea typeface="+mn-ea"/>
                <a:cs typeface="+mn-cs"/>
              </a:defRPr>
            </a:pPr>
            <a:endParaRPr lang="en-US"/>
          </a:p>
        </c:txPr>
        <c:crossAx val="175008063"/>
        <c:crosses val="autoZero"/>
        <c:auto val="1"/>
        <c:lblOffset val="100"/>
        <c:baseTimeUnit val="days"/>
      </c:dateAx>
      <c:valAx>
        <c:axId val="1750080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Garamond" panose="02020404030301010803" pitchFamily="18" charset="0"/>
                <a:ea typeface="+mn-ea"/>
                <a:cs typeface="+mn-cs"/>
              </a:defRPr>
            </a:pPr>
            <a:endParaRPr lang="en-US"/>
          </a:p>
        </c:txPr>
        <c:crossAx val="174990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Garamond" panose="02020404030301010803" pitchFamily="18"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8788" y="720725"/>
            <a:ext cx="6399212"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1" y="4560571"/>
            <a:ext cx="5852160" cy="4320540"/>
          </a:xfrm>
          <a:prstGeom prst="rect">
            <a:avLst/>
          </a:prstGeom>
          <a:noFill/>
          <a:ln>
            <a:noFill/>
          </a:ln>
        </p:spPr>
        <p:txBody>
          <a:bodyPr spcFirstLastPara="1" wrap="square" lIns="96634" tIns="96634" rIns="96634" bIns="9663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1056C9C8-1A5D-568D-E27B-8BCE89AED0A0}"/>
            </a:ext>
          </a:extLst>
        </p:cNvPr>
        <p:cNvGrpSpPr/>
        <p:nvPr/>
      </p:nvGrpSpPr>
      <p:grpSpPr>
        <a:xfrm>
          <a:off x="0" y="0"/>
          <a:ext cx="0" cy="0"/>
          <a:chOff x="0" y="0"/>
          <a:chExt cx="0" cy="0"/>
        </a:xfrm>
      </p:grpSpPr>
      <p:sp>
        <p:nvSpPr>
          <p:cNvPr id="226" name="Google Shape;226;gc919bf614c_0_135:notes">
            <a:extLst>
              <a:ext uri="{FF2B5EF4-FFF2-40B4-BE49-F238E27FC236}">
                <a16:creationId xmlns:a16="http://schemas.microsoft.com/office/drawing/2014/main" id="{516903AB-B3CA-3C10-4530-2896CD436E4B}"/>
              </a:ext>
            </a:extLst>
          </p:cNvPr>
          <p:cNvSpPr txBox="1">
            <a:spLocks noGrp="1"/>
          </p:cNvSpPr>
          <p:nvPr>
            <p:ph type="body" idx="1"/>
          </p:nvPr>
        </p:nvSpPr>
        <p:spPr>
          <a:xfrm>
            <a:off x="731838" y="4621213"/>
            <a:ext cx="5851520" cy="3779685"/>
          </a:xfrm>
          <a:prstGeom prst="rect">
            <a:avLst/>
          </a:prstGeom>
        </p:spPr>
        <p:txBody>
          <a:bodyPr spcFirstLastPara="1" wrap="square" lIns="96634" tIns="96634" rIns="96634" bIns="96634" anchor="t" anchorCtr="0">
            <a:noAutofit/>
          </a:bodyPr>
          <a:lstStyle/>
          <a:p>
            <a:pPr marL="0" indent="0">
              <a:buNone/>
            </a:pPr>
            <a:endParaRPr dirty="0"/>
          </a:p>
        </p:txBody>
      </p:sp>
      <p:sp>
        <p:nvSpPr>
          <p:cNvPr id="227" name="Google Shape;227;gc919bf614c_0_135:notes">
            <a:extLst>
              <a:ext uri="{FF2B5EF4-FFF2-40B4-BE49-F238E27FC236}">
                <a16:creationId xmlns:a16="http://schemas.microsoft.com/office/drawing/2014/main" id="{7371CAFA-3294-3283-366E-3B945931B4FF}"/>
              </a:ext>
            </a:extLst>
          </p:cNvPr>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2275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60480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BCE3E-5E3D-E0D8-53B2-C8D9A81C0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CC03D-F18D-DCD7-644D-1A15498F3A27}"/>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1616AB93-686D-64B0-A4E9-0720124D33BF}"/>
              </a:ext>
            </a:extLst>
          </p:cNvPr>
          <p:cNvSpPr>
            <a:spLocks noGrp="1"/>
          </p:cNvSpPr>
          <p:nvPr>
            <p:ph type="body" idx="1"/>
          </p:nvPr>
        </p:nvSpPr>
        <p:spPr/>
        <p:txBody>
          <a:bodyPr/>
          <a:lstStyle/>
          <a:p>
            <a:r>
              <a:rPr lang="en-US" dirty="0"/>
              <a:t>Consistent tightening since post GFC</a:t>
            </a:r>
          </a:p>
        </p:txBody>
      </p:sp>
    </p:spTree>
    <p:extLst>
      <p:ext uri="{BB962C8B-B14F-4D97-AF65-F5344CB8AC3E}">
        <p14:creationId xmlns:p14="http://schemas.microsoft.com/office/powerpoint/2010/main" val="831025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047AA-EB05-4742-902D-E8A4BFF15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50B1A-5701-ADEA-F4B8-FAFC30C651A5}"/>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C5DE8AE6-90AD-B307-281D-4C68F8C955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78806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1038B-0016-764D-BF7F-639D515C8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D3990-54A0-4D03-032F-EAE0C408F563}"/>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4D905F47-246E-FE25-2ABD-FB21A903FF6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4517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21A03-4BAC-9B01-7202-696598DA0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C74DC-2799-AAAF-9F70-153628BF95B0}"/>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0E18F844-F5A5-91D8-24A3-5245EF9C2E8C}"/>
              </a:ext>
            </a:extLst>
          </p:cNvPr>
          <p:cNvSpPr>
            <a:spLocks noGrp="1"/>
          </p:cNvSpPr>
          <p:nvPr>
            <p:ph type="body" idx="1"/>
          </p:nvPr>
        </p:nvSpPr>
        <p:spPr/>
        <p:txBody>
          <a:bodyPr/>
          <a:lstStyle/>
          <a:p>
            <a:r>
              <a:rPr lang="en-US" dirty="0"/>
              <a:t>Consistent tightening since post GFC</a:t>
            </a:r>
          </a:p>
        </p:txBody>
      </p:sp>
    </p:spTree>
    <p:extLst>
      <p:ext uri="{BB962C8B-B14F-4D97-AF65-F5344CB8AC3E}">
        <p14:creationId xmlns:p14="http://schemas.microsoft.com/office/powerpoint/2010/main" val="573957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BD1C-102B-17A0-56B2-130811A99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116A5-5184-9B00-0C43-2CFD5A5DD11C}"/>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92FBFB37-B339-BD08-91A5-4F6A8FBB118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0376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A10F5-F0A0-F682-4429-35B6B723A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A992C-AFC5-A3D2-15A8-AF193CC4512B}"/>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4A10251E-2AE2-071A-D1DB-B49491BC7FB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2004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27F2-AB99-ACD6-8D61-BD09604A1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E4950-B3AE-0619-62D5-E968FF9CAFD2}"/>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5C0B5C0E-7629-457C-650F-7333D629BA3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21395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900DC-8F86-7332-00DC-4F945F896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F4868-92AE-0DA5-69E5-B6A7ABB856F9}"/>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A1DBEC15-C3B5-31E3-36F2-8C7B3188129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4596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3509C4F2-8070-DEE6-2B4F-62C53AF5923B}"/>
            </a:ext>
          </a:extLst>
        </p:cNvPr>
        <p:cNvGrpSpPr/>
        <p:nvPr/>
      </p:nvGrpSpPr>
      <p:grpSpPr>
        <a:xfrm>
          <a:off x="0" y="0"/>
          <a:ext cx="0" cy="0"/>
          <a:chOff x="0" y="0"/>
          <a:chExt cx="0" cy="0"/>
        </a:xfrm>
      </p:grpSpPr>
      <p:sp>
        <p:nvSpPr>
          <p:cNvPr id="242" name="Google Shape;242;gd2cce83bf8_0_8:notes">
            <a:extLst>
              <a:ext uri="{FF2B5EF4-FFF2-40B4-BE49-F238E27FC236}">
                <a16:creationId xmlns:a16="http://schemas.microsoft.com/office/drawing/2014/main" id="{1A38AA46-DA91-FC7D-4926-21269E07F581}"/>
              </a:ext>
            </a:extLst>
          </p:cNvPr>
          <p:cNvSpPr txBox="1">
            <a:spLocks noGrp="1"/>
          </p:cNvSpPr>
          <p:nvPr>
            <p:ph type="body" idx="1"/>
          </p:nvPr>
        </p:nvSpPr>
        <p:spPr>
          <a:xfrm>
            <a:off x="731838" y="4621213"/>
            <a:ext cx="5851520" cy="3779685"/>
          </a:xfrm>
          <a:prstGeom prst="rect">
            <a:avLst/>
          </a:prstGeom>
        </p:spPr>
        <p:txBody>
          <a:bodyPr spcFirstLastPara="1" wrap="square" lIns="96634" tIns="96634" rIns="96634" bIns="96634" anchor="t" anchorCtr="0">
            <a:noAutofit/>
          </a:bodyPr>
          <a:lstStyle/>
          <a:p>
            <a:pPr marL="0" indent="0">
              <a:buNone/>
            </a:pPr>
            <a:endParaRPr/>
          </a:p>
        </p:txBody>
      </p:sp>
      <p:sp>
        <p:nvSpPr>
          <p:cNvPr id="243" name="Google Shape;243;gd2cce83bf8_0_8:notes">
            <a:extLst>
              <a:ext uri="{FF2B5EF4-FFF2-40B4-BE49-F238E27FC236}">
                <a16:creationId xmlns:a16="http://schemas.microsoft.com/office/drawing/2014/main" id="{BA5C25B9-E523-BBB1-9E55-1956D48FF1AD}"/>
              </a:ext>
            </a:extLst>
          </p:cNvPr>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7370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DFA22303-7DEF-A954-36FB-2840A5687D38}"/>
            </a:ext>
          </a:extLst>
        </p:cNvPr>
        <p:cNvGrpSpPr/>
        <p:nvPr/>
      </p:nvGrpSpPr>
      <p:grpSpPr>
        <a:xfrm>
          <a:off x="0" y="0"/>
          <a:ext cx="0" cy="0"/>
          <a:chOff x="0" y="0"/>
          <a:chExt cx="0" cy="0"/>
        </a:xfrm>
      </p:grpSpPr>
      <p:sp>
        <p:nvSpPr>
          <p:cNvPr id="226" name="Google Shape;226;gc919bf614c_0_135:notes">
            <a:extLst>
              <a:ext uri="{FF2B5EF4-FFF2-40B4-BE49-F238E27FC236}">
                <a16:creationId xmlns:a16="http://schemas.microsoft.com/office/drawing/2014/main" id="{55424B89-7404-DD12-1C7E-FA56A2F3E8A1}"/>
              </a:ext>
            </a:extLst>
          </p:cNvPr>
          <p:cNvSpPr txBox="1">
            <a:spLocks noGrp="1"/>
          </p:cNvSpPr>
          <p:nvPr>
            <p:ph type="body" idx="1"/>
          </p:nvPr>
        </p:nvSpPr>
        <p:spPr>
          <a:xfrm>
            <a:off x="731838" y="4621213"/>
            <a:ext cx="5851520" cy="3779685"/>
          </a:xfrm>
          <a:prstGeom prst="rect">
            <a:avLst/>
          </a:prstGeom>
        </p:spPr>
        <p:txBody>
          <a:bodyPr spcFirstLastPara="1" wrap="square" lIns="96634" tIns="96634" rIns="96634" bIns="96634" anchor="t" anchorCtr="0">
            <a:noAutofit/>
          </a:bodyPr>
          <a:lstStyle/>
          <a:p>
            <a:pPr marL="0" indent="0">
              <a:buNone/>
            </a:pPr>
            <a:endParaRPr dirty="0"/>
          </a:p>
        </p:txBody>
      </p:sp>
      <p:sp>
        <p:nvSpPr>
          <p:cNvPr id="227" name="Google Shape;227;gc919bf614c_0_135:notes">
            <a:extLst>
              <a:ext uri="{FF2B5EF4-FFF2-40B4-BE49-F238E27FC236}">
                <a16:creationId xmlns:a16="http://schemas.microsoft.com/office/drawing/2014/main" id="{20502239-FC69-5AAB-12B7-0DDB1F8F0736}"/>
              </a:ext>
            </a:extLst>
          </p:cNvPr>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2023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7F291-2989-22A4-FAC8-31CD3B1B0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96AB7-71D8-239E-B7F4-682CAAC0FC9A}"/>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0C1FF5F1-08F4-AE4D-F5C8-B31EBDF051E3}"/>
              </a:ext>
            </a:extLst>
          </p:cNvPr>
          <p:cNvSpPr>
            <a:spLocks noGrp="1"/>
          </p:cNvSpPr>
          <p:nvPr>
            <p:ph type="body" idx="1"/>
          </p:nvPr>
        </p:nvSpPr>
        <p:spPr/>
        <p:txBody>
          <a:bodyPr/>
          <a:lstStyle/>
          <a:p>
            <a:r>
              <a:rPr lang="en-US" dirty="0"/>
              <a:t>Consistent tightening since post GFC</a:t>
            </a:r>
          </a:p>
        </p:txBody>
      </p:sp>
    </p:spTree>
    <p:extLst>
      <p:ext uri="{BB962C8B-B14F-4D97-AF65-F5344CB8AC3E}">
        <p14:creationId xmlns:p14="http://schemas.microsoft.com/office/powerpoint/2010/main" val="3146632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E78A-3A74-001A-02E5-5828A824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95B57-26A2-E6C9-3CA3-32A5B4EB3B3C}"/>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5B6DC04D-3121-6A75-B7FF-1AACB80A91D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8506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F8D69-5E5B-26F5-D060-F4CC10FB6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62276-8EB0-6052-1603-D634BC57B204}"/>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3B747F9D-7645-50C3-86EF-8C7AE439830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38286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19644-93E3-C01C-66B8-1F79427488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508B7-6D27-7E89-297E-A38A6492171E}"/>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EEB434B5-7861-EDA7-B0E3-8CF859C18943}"/>
              </a:ext>
            </a:extLst>
          </p:cNvPr>
          <p:cNvSpPr>
            <a:spLocks noGrp="1"/>
          </p:cNvSpPr>
          <p:nvPr>
            <p:ph type="body" idx="1"/>
          </p:nvPr>
        </p:nvSpPr>
        <p:spPr/>
        <p:txBody>
          <a:bodyPr/>
          <a:lstStyle/>
          <a:p>
            <a:r>
              <a:rPr lang="en-US" dirty="0"/>
              <a:t>Consistent tightening since post GFC</a:t>
            </a:r>
          </a:p>
        </p:txBody>
      </p:sp>
    </p:spTree>
    <p:extLst>
      <p:ext uri="{BB962C8B-B14F-4D97-AF65-F5344CB8AC3E}">
        <p14:creationId xmlns:p14="http://schemas.microsoft.com/office/powerpoint/2010/main" val="2834647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F1820-FB95-7177-E726-4D91165C5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2D9C7-8895-16F3-1434-9AD4E4F56311}"/>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891C856E-87FD-52F0-54E1-7683E1081D2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1106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E3872-AEB4-D4F7-C149-EC188D2E10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91908-BB06-5F0B-938B-671CAEF8F432}"/>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28F6B86F-16D0-8E62-D9DF-87BB01515FE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0534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A9D83-E349-1091-B168-5705B12A9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F092F-B1E1-A7B0-8EFB-68769C2C152B}"/>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8AD2194A-0613-E5A0-C1F6-8B11885E08D2}"/>
              </a:ext>
            </a:extLst>
          </p:cNvPr>
          <p:cNvSpPr>
            <a:spLocks noGrp="1"/>
          </p:cNvSpPr>
          <p:nvPr>
            <p:ph type="body" idx="1"/>
          </p:nvPr>
        </p:nvSpPr>
        <p:spPr/>
        <p:txBody>
          <a:bodyPr/>
          <a:lstStyle/>
          <a:p>
            <a:r>
              <a:rPr lang="en-US" dirty="0"/>
              <a:t>Consistent tightening since post GFC</a:t>
            </a:r>
          </a:p>
        </p:txBody>
      </p:sp>
    </p:spTree>
    <p:extLst>
      <p:ext uri="{BB962C8B-B14F-4D97-AF65-F5344CB8AC3E}">
        <p14:creationId xmlns:p14="http://schemas.microsoft.com/office/powerpoint/2010/main" val="1857383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E2F53-11DE-D298-9995-983AFEE30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EF824-D39F-A931-3037-A6ABC81A403A}"/>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8DC8F0B6-5A2A-2FD5-031D-8DBA717E6D9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7815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1B89F-DB0A-DB05-4B52-5EA1E87F7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3C638-EA8B-F443-C633-458F3045A1FD}"/>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C3233E6C-5D89-41F6-D29A-847BFAFA81C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1344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F090-95BE-3603-382C-0815B5395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ACDF8-079D-B43B-E99C-45F5AFCA4FBE}"/>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3961C39C-F6F4-07AC-25B8-BC7718AEBE4A}"/>
              </a:ext>
            </a:extLst>
          </p:cNvPr>
          <p:cNvSpPr>
            <a:spLocks noGrp="1"/>
          </p:cNvSpPr>
          <p:nvPr>
            <p:ph type="body" idx="1"/>
          </p:nvPr>
        </p:nvSpPr>
        <p:spPr/>
        <p:txBody>
          <a:bodyPr/>
          <a:lstStyle/>
          <a:p>
            <a:pPr marL="167796" indent="0">
              <a:buNone/>
            </a:pPr>
            <a:endParaRPr lang="en-US" dirty="0"/>
          </a:p>
        </p:txBody>
      </p:sp>
    </p:spTree>
    <p:extLst>
      <p:ext uri="{BB962C8B-B14F-4D97-AF65-F5344CB8AC3E}">
        <p14:creationId xmlns:p14="http://schemas.microsoft.com/office/powerpoint/2010/main" val="1480819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012EE-7C2C-FC5D-CF4E-3482B4FD1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2C391-026F-B926-A407-79EEF15AC1A5}"/>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A931C289-8A33-33F7-8960-0E97388BFCD1}"/>
              </a:ext>
            </a:extLst>
          </p:cNvPr>
          <p:cNvSpPr>
            <a:spLocks noGrp="1"/>
          </p:cNvSpPr>
          <p:nvPr>
            <p:ph type="body" idx="1"/>
          </p:nvPr>
        </p:nvSpPr>
        <p:spPr/>
        <p:txBody>
          <a:bodyPr/>
          <a:lstStyle/>
          <a:p>
            <a:pPr marL="167796" indent="0">
              <a:buNone/>
            </a:pPr>
            <a:endParaRPr lang="en-US" dirty="0"/>
          </a:p>
        </p:txBody>
      </p:sp>
    </p:spTree>
    <p:extLst>
      <p:ext uri="{BB962C8B-B14F-4D97-AF65-F5344CB8AC3E}">
        <p14:creationId xmlns:p14="http://schemas.microsoft.com/office/powerpoint/2010/main" val="755998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D8960-4FA8-301E-2CB1-133D31713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CF7D3-DAC7-B228-AE06-8158BE581D29}"/>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386C380A-D354-9B71-F6E9-2ACAB426C818}"/>
              </a:ext>
            </a:extLst>
          </p:cNvPr>
          <p:cNvSpPr>
            <a:spLocks noGrp="1"/>
          </p:cNvSpPr>
          <p:nvPr>
            <p:ph type="body" idx="1"/>
          </p:nvPr>
        </p:nvSpPr>
        <p:spPr/>
        <p:txBody>
          <a:bodyPr/>
          <a:lstStyle/>
          <a:p>
            <a:pPr marL="167796" indent="0">
              <a:buNone/>
            </a:pPr>
            <a:endParaRPr lang="en-US" dirty="0"/>
          </a:p>
        </p:txBody>
      </p:sp>
    </p:spTree>
    <p:extLst>
      <p:ext uri="{BB962C8B-B14F-4D97-AF65-F5344CB8AC3E}">
        <p14:creationId xmlns:p14="http://schemas.microsoft.com/office/powerpoint/2010/main" val="338430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B716-C1E0-317C-D297-B4AA5AE27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66270-DC5E-EA0E-617A-FB9368A472E4}"/>
              </a:ext>
            </a:extLst>
          </p:cNvPr>
          <p:cNvSpPr>
            <a:spLocks noGrp="1" noRot="1" noChangeAspect="1"/>
          </p:cNvSpPr>
          <p:nvPr>
            <p:ph type="sldImg"/>
          </p:nvPr>
        </p:nvSpPr>
        <p:spPr>
          <a:xfrm>
            <a:off x="458788" y="720725"/>
            <a:ext cx="6397625" cy="3598863"/>
          </a:xfrm>
        </p:spPr>
      </p:sp>
      <p:sp>
        <p:nvSpPr>
          <p:cNvPr id="3" name="Notes Placeholder 2">
            <a:extLst>
              <a:ext uri="{FF2B5EF4-FFF2-40B4-BE49-F238E27FC236}">
                <a16:creationId xmlns:a16="http://schemas.microsoft.com/office/drawing/2014/main" id="{610C9C8C-266B-7C88-5DA7-A5301AC0849D}"/>
              </a:ext>
            </a:extLst>
          </p:cNvPr>
          <p:cNvSpPr>
            <a:spLocks noGrp="1"/>
          </p:cNvSpPr>
          <p:nvPr>
            <p:ph type="body" idx="1"/>
          </p:nvPr>
        </p:nvSpPr>
        <p:spPr/>
        <p:txBody>
          <a:bodyPr/>
          <a:lstStyle/>
          <a:p>
            <a:pPr marL="167796" indent="0">
              <a:buNone/>
            </a:pPr>
            <a:endParaRPr lang="en-US" dirty="0"/>
          </a:p>
        </p:txBody>
      </p:sp>
    </p:spTree>
    <p:extLst>
      <p:ext uri="{BB962C8B-B14F-4D97-AF65-F5344CB8AC3E}">
        <p14:creationId xmlns:p14="http://schemas.microsoft.com/office/powerpoint/2010/main" val="16627214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d2cce83bf8_0_8:notes"/>
          <p:cNvSpPr txBox="1">
            <a:spLocks noGrp="1"/>
          </p:cNvSpPr>
          <p:nvPr>
            <p:ph type="body" idx="1"/>
          </p:nvPr>
        </p:nvSpPr>
        <p:spPr>
          <a:xfrm>
            <a:off x="731838" y="4621213"/>
            <a:ext cx="5851520" cy="3779685"/>
          </a:xfrm>
          <a:prstGeom prst="rect">
            <a:avLst/>
          </a:prstGeom>
        </p:spPr>
        <p:txBody>
          <a:bodyPr spcFirstLastPara="1" wrap="square" lIns="96634" tIns="96634" rIns="96634" bIns="96634" anchor="t" anchorCtr="0">
            <a:noAutofit/>
          </a:bodyPr>
          <a:lstStyle/>
          <a:p>
            <a:pPr marL="0" indent="0">
              <a:buNone/>
            </a:pPr>
            <a:endParaRPr/>
          </a:p>
        </p:txBody>
      </p:sp>
      <p:sp>
        <p:nvSpPr>
          <p:cNvPr id="243" name="Google Shape;243;gd2cce83bf8_0_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1700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66"/>
        <p:cNvGrpSpPr/>
        <p:nvPr/>
      </p:nvGrpSpPr>
      <p:grpSpPr>
        <a:xfrm>
          <a:off x="0" y="0"/>
          <a:ext cx="0" cy="0"/>
          <a:chOff x="0" y="0"/>
          <a:chExt cx="0" cy="0"/>
        </a:xfrm>
      </p:grpSpPr>
      <p:sp>
        <p:nvSpPr>
          <p:cNvPr id="69" name="Google Shape;69;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70" name="Google Shape;70;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71" name="Google Shape;71;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GB"/>
              <a:t>‹#›</a:t>
            </a:fld>
            <a:endParaRPr/>
          </a:p>
        </p:txBody>
      </p:sp>
      <p:sp>
        <p:nvSpPr>
          <p:cNvPr id="7" name="Google Shape;230;p49">
            <a:extLst>
              <a:ext uri="{FF2B5EF4-FFF2-40B4-BE49-F238E27FC236}">
                <a16:creationId xmlns:a16="http://schemas.microsoft.com/office/drawing/2014/main" id="{EF4A757B-D908-41E5-90B4-184938037426}"/>
              </a:ext>
            </a:extLst>
          </p:cNvPr>
          <p:cNvSpPr txBox="1"/>
          <p:nvPr userDrawn="1"/>
        </p:nvSpPr>
        <p:spPr>
          <a:xfrm>
            <a:off x="0" y="2722242"/>
            <a:ext cx="9144000" cy="2441972"/>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sp>
        <p:nvSpPr>
          <p:cNvPr id="68" name="Google Shape;68;p16"/>
          <p:cNvSpPr txBox="1">
            <a:spLocks noGrp="1"/>
          </p:cNvSpPr>
          <p:nvPr>
            <p:ph type="subTitle" idx="1"/>
          </p:nvPr>
        </p:nvSpPr>
        <p:spPr>
          <a:xfrm>
            <a:off x="1143000" y="3660974"/>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solidFill>
                  <a:schemeClr val="bg1"/>
                </a:solidFill>
                <a:latin typeface="Garamond" panose="02020404030301010803" pitchFamily="18" charset="0"/>
                <a:ea typeface="Cambria"/>
                <a:cs typeface="Garamond" panose="02020404030301010803" pitchFamily="18" charset="0"/>
                <a:sym typeface="Cambria"/>
              </a:defRPr>
            </a:lvl1pPr>
            <a:lvl2pPr lvl="1" algn="ctr" rtl="0">
              <a:lnSpc>
                <a:spcPct val="90000"/>
              </a:lnSpc>
              <a:spcBef>
                <a:spcPts val="1200"/>
              </a:spcBef>
              <a:spcAft>
                <a:spcPts val="0"/>
              </a:spcAft>
              <a:buClr>
                <a:schemeClr val="dk1"/>
              </a:buClr>
              <a:buSzPts val="1500"/>
              <a:buNone/>
              <a:defRPr sz="1500"/>
            </a:lvl2pPr>
            <a:lvl3pPr lvl="2" algn="ctr" rtl="0">
              <a:lnSpc>
                <a:spcPct val="90000"/>
              </a:lnSpc>
              <a:spcBef>
                <a:spcPts val="1200"/>
              </a:spcBef>
              <a:spcAft>
                <a:spcPts val="0"/>
              </a:spcAft>
              <a:buClr>
                <a:schemeClr val="dk1"/>
              </a:buClr>
              <a:buSzPts val="1400"/>
              <a:buNone/>
              <a:defRPr sz="1400"/>
            </a:lvl3pPr>
            <a:lvl4pPr lvl="3" algn="ctr" rtl="0">
              <a:lnSpc>
                <a:spcPct val="90000"/>
              </a:lnSpc>
              <a:spcBef>
                <a:spcPts val="1200"/>
              </a:spcBef>
              <a:spcAft>
                <a:spcPts val="0"/>
              </a:spcAft>
              <a:buClr>
                <a:schemeClr val="dk1"/>
              </a:buClr>
              <a:buSzPts val="1200"/>
              <a:buNone/>
              <a:defRPr sz="1200"/>
            </a:lvl4pPr>
            <a:lvl5pPr lvl="4" algn="ctr" rtl="0">
              <a:lnSpc>
                <a:spcPct val="90000"/>
              </a:lnSpc>
              <a:spcBef>
                <a:spcPts val="1200"/>
              </a:spcBef>
              <a:spcAft>
                <a:spcPts val="0"/>
              </a:spcAft>
              <a:buClr>
                <a:schemeClr val="dk1"/>
              </a:buClr>
              <a:buSzPts val="1200"/>
              <a:buNone/>
              <a:defRPr sz="1200"/>
            </a:lvl5pPr>
            <a:lvl6pPr lvl="5" algn="ctr" rtl="0">
              <a:lnSpc>
                <a:spcPct val="90000"/>
              </a:lnSpc>
              <a:spcBef>
                <a:spcPts val="1200"/>
              </a:spcBef>
              <a:spcAft>
                <a:spcPts val="0"/>
              </a:spcAft>
              <a:buClr>
                <a:schemeClr val="dk1"/>
              </a:buClr>
              <a:buSzPts val="1200"/>
              <a:buNone/>
              <a:defRPr sz="1200"/>
            </a:lvl6pPr>
            <a:lvl7pPr lvl="6" algn="ctr" rtl="0">
              <a:lnSpc>
                <a:spcPct val="90000"/>
              </a:lnSpc>
              <a:spcBef>
                <a:spcPts val="1200"/>
              </a:spcBef>
              <a:spcAft>
                <a:spcPts val="0"/>
              </a:spcAft>
              <a:buClr>
                <a:schemeClr val="dk1"/>
              </a:buClr>
              <a:buSzPts val="1200"/>
              <a:buNone/>
              <a:defRPr sz="1200"/>
            </a:lvl7pPr>
            <a:lvl8pPr lvl="7" algn="ctr" rtl="0">
              <a:lnSpc>
                <a:spcPct val="90000"/>
              </a:lnSpc>
              <a:spcBef>
                <a:spcPts val="1200"/>
              </a:spcBef>
              <a:spcAft>
                <a:spcPts val="0"/>
              </a:spcAft>
              <a:buClr>
                <a:schemeClr val="dk1"/>
              </a:buClr>
              <a:buSzPts val="1200"/>
              <a:buNone/>
              <a:defRPr sz="1200"/>
            </a:lvl8pPr>
            <a:lvl9pPr lvl="8" algn="ctr" rtl="0">
              <a:lnSpc>
                <a:spcPct val="90000"/>
              </a:lnSpc>
              <a:spcBef>
                <a:spcPts val="1200"/>
              </a:spcBef>
              <a:spcAft>
                <a:spcPts val="1200"/>
              </a:spcAft>
              <a:buClr>
                <a:schemeClr val="dk1"/>
              </a:buClr>
              <a:buSzPts val="1200"/>
              <a:buNone/>
              <a:defRPr sz="1200"/>
            </a:lvl9pPr>
          </a:lstStyle>
          <a:p>
            <a:endParaRPr dirty="0"/>
          </a:p>
        </p:txBody>
      </p:sp>
      <p:sp>
        <p:nvSpPr>
          <p:cNvPr id="67" name="Google Shape;67;p16"/>
          <p:cNvSpPr txBox="1">
            <a:spLocks noGrp="1"/>
          </p:cNvSpPr>
          <p:nvPr>
            <p:ph type="ctrTitle"/>
          </p:nvPr>
        </p:nvSpPr>
        <p:spPr>
          <a:xfrm>
            <a:off x="1143000" y="2722242"/>
            <a:ext cx="6858000" cy="938732"/>
          </a:xfrm>
          <a:prstGeom prst="rect">
            <a:avLst/>
          </a:prstGeom>
          <a:noFill/>
          <a:ln>
            <a:noFill/>
          </a:ln>
        </p:spPr>
        <p:txBody>
          <a:bodyPr spcFirstLastPara="1" wrap="square" lIns="68575" tIns="34275" rIns="68575" bIns="34275" anchor="b" anchorCtr="0">
            <a:normAutofit/>
          </a:bodyPr>
          <a:lstStyle>
            <a:lvl1pPr lvl="0" algn="ctr" rtl="0">
              <a:lnSpc>
                <a:spcPct val="90000"/>
              </a:lnSpc>
              <a:spcBef>
                <a:spcPts val="0"/>
              </a:spcBef>
              <a:spcAft>
                <a:spcPts val="0"/>
              </a:spcAft>
              <a:buClr>
                <a:schemeClr val="dk1"/>
              </a:buClr>
              <a:buSzPts val="4500"/>
              <a:buFont typeface="Cambria"/>
              <a:buNone/>
              <a:defRPr sz="3600">
                <a:solidFill>
                  <a:schemeClr val="bg1"/>
                </a:solidFill>
                <a:latin typeface="Garamond" panose="02020404030301010803" pitchFamily="18" charset="0"/>
                <a:ea typeface="Cambria"/>
                <a:cs typeface="Garamond" panose="02020404030301010803" pitchFamily="18" charset="0"/>
                <a:sym typeface="Cambria"/>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dirty="0"/>
          </a:p>
        </p:txBody>
      </p:sp>
      <p:pic>
        <p:nvPicPr>
          <p:cNvPr id="8" name="Google Shape;229;p49">
            <a:extLst>
              <a:ext uri="{FF2B5EF4-FFF2-40B4-BE49-F238E27FC236}">
                <a16:creationId xmlns:a16="http://schemas.microsoft.com/office/drawing/2014/main" id="{574181C8-A327-4C9B-9151-2476059E1AD4}"/>
              </a:ext>
            </a:extLst>
          </p:cNvPr>
          <p:cNvPicPr preferRelativeResize="0"/>
          <p:nvPr userDrawn="1"/>
        </p:nvPicPr>
        <p:blipFill rotWithShape="1">
          <a:blip r:embed="rId2">
            <a:alphaModFix/>
          </a:blip>
          <a:srcRect r="3072" b="29873"/>
          <a:stretch/>
        </p:blipFill>
        <p:spPr>
          <a:xfrm>
            <a:off x="2909150" y="1274057"/>
            <a:ext cx="3431500" cy="1147201"/>
          </a:xfrm>
          <a:prstGeom prst="rect">
            <a:avLst/>
          </a:prstGeom>
          <a:noFill/>
          <a:ln>
            <a:noFill/>
          </a:ln>
        </p:spPr>
      </p:pic>
    </p:spTree>
    <p:extLst>
      <p:ext uri="{BB962C8B-B14F-4D97-AF65-F5344CB8AC3E}">
        <p14:creationId xmlns:p14="http://schemas.microsoft.com/office/powerpoint/2010/main" val="1501723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65A1-226B-46BD-B757-1F028250CDA7}"/>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B77E36-96D9-48CE-B53A-AB803608821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EA167D0-D05E-40C5-8EEE-085359DA3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60A34-4875-46B8-8389-6D19DF2DA9B9}"/>
              </a:ext>
            </a:extLst>
          </p:cNvPr>
          <p:cNvSpPr>
            <a:spLocks noGrp="1"/>
          </p:cNvSpPr>
          <p:nvPr>
            <p:ph type="sldNum" sz="quarter" idx="12"/>
          </p:nvPr>
        </p:nvSpPr>
        <p:spPr>
          <a:xfrm>
            <a:off x="6840252" y="4767263"/>
            <a:ext cx="2057400" cy="274637"/>
          </a:xfrm>
          <a:prstGeom prst="rect">
            <a:avLst/>
          </a:prstGeom>
        </p:spPr>
        <p:txBody>
          <a:bodyPr/>
          <a:lstStyle>
            <a:lvl1pPr algn="r">
              <a:defRPr sz="1200" b="0">
                <a:solidFill>
                  <a:schemeClr val="bg1">
                    <a:lumMod val="50000"/>
                  </a:schemeClr>
                </a:solidFill>
                <a:latin typeface="Garamond" panose="02020404030301010803" pitchFamily="18" charset="0"/>
              </a:defRPr>
            </a:lvl1pPr>
          </a:lstStyle>
          <a:p>
            <a:fld id="{F6B70E3D-0A47-44A9-8B13-A3D1BC88A914}" type="slidenum">
              <a:rPr lang="en-US" smtClean="0"/>
              <a:pPr/>
              <a:t>‹#›</a:t>
            </a:fld>
            <a:endParaRPr lang="en-US"/>
          </a:p>
        </p:txBody>
      </p:sp>
      <p:sp>
        <p:nvSpPr>
          <p:cNvPr id="7" name="Google Shape;230;p49">
            <a:extLst>
              <a:ext uri="{FF2B5EF4-FFF2-40B4-BE49-F238E27FC236}">
                <a16:creationId xmlns:a16="http://schemas.microsoft.com/office/drawing/2014/main" id="{B0469A88-F3B7-4305-947D-A588CE30906F}"/>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8" name="Google Shape;247;p51">
            <a:extLst>
              <a:ext uri="{FF2B5EF4-FFF2-40B4-BE49-F238E27FC236}">
                <a16:creationId xmlns:a16="http://schemas.microsoft.com/office/drawing/2014/main" id="{E07326A5-7DFC-4BBA-9135-BBB829B30C75}"/>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77F2B64F-7FF0-4CB6-8A6E-04531188379A}"/>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292990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39A65-672A-4BCB-B034-639C59E8126B}"/>
              </a:ext>
            </a:extLst>
          </p:cNvPr>
          <p:cNvSpPr>
            <a:spLocks noGrp="1"/>
          </p:cNvSpPr>
          <p:nvPr>
            <p:ph sz="half" idx="1"/>
          </p:nvPr>
        </p:nvSpPr>
        <p:spPr>
          <a:xfrm>
            <a:off x="628650" y="1370013"/>
            <a:ext cx="3867150" cy="3262312"/>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47450-FEA2-4344-BB67-8DC866896B8E}"/>
              </a:ext>
            </a:extLst>
          </p:cNvPr>
          <p:cNvSpPr>
            <a:spLocks noGrp="1"/>
          </p:cNvSpPr>
          <p:nvPr>
            <p:ph sz="half" idx="2"/>
          </p:nvPr>
        </p:nvSpPr>
        <p:spPr>
          <a:xfrm>
            <a:off x="4648200" y="1370013"/>
            <a:ext cx="3867150" cy="3262312"/>
          </a:xfrm>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4C35F6-4031-4A59-BC20-3CECB76B50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8639087-FBF8-4DD9-A22E-0B8BE15AA851}"/>
              </a:ext>
            </a:extLst>
          </p:cNvPr>
          <p:cNvSpPr>
            <a:spLocks noGrp="1"/>
          </p:cNvSpPr>
          <p:nvPr>
            <p:ph type="ftr" sz="quarter" idx="11"/>
          </p:nvPr>
        </p:nvSpPr>
        <p:spPr/>
        <p:txBody>
          <a:bodyPr/>
          <a:lstStyle/>
          <a:p>
            <a:endParaRPr lang="en-US"/>
          </a:p>
        </p:txBody>
      </p:sp>
      <p:sp>
        <p:nvSpPr>
          <p:cNvPr id="8" name="Google Shape;230;p49">
            <a:extLst>
              <a:ext uri="{FF2B5EF4-FFF2-40B4-BE49-F238E27FC236}">
                <a16:creationId xmlns:a16="http://schemas.microsoft.com/office/drawing/2014/main" id="{B9E27048-10D8-4AF8-83D6-161EC8B2B203}"/>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9" name="Google Shape;247;p51">
            <a:extLst>
              <a:ext uri="{FF2B5EF4-FFF2-40B4-BE49-F238E27FC236}">
                <a16:creationId xmlns:a16="http://schemas.microsoft.com/office/drawing/2014/main" id="{112A745B-B640-4AA1-98B2-1E7278E8BA9A}"/>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D85251CE-303C-4F16-90CA-7AAD7AE42683}"/>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10" name="Slide Number Placeholder 5">
            <a:extLst>
              <a:ext uri="{FF2B5EF4-FFF2-40B4-BE49-F238E27FC236}">
                <a16:creationId xmlns:a16="http://schemas.microsoft.com/office/drawing/2014/main" id="{99477F76-27F3-4527-B3B8-6B079B6F303E}"/>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pPr/>
              <a:t>‹#›</a:t>
            </a:fld>
            <a:endParaRPr lang="en-US" dirty="0"/>
          </a:p>
        </p:txBody>
      </p:sp>
    </p:spTree>
    <p:extLst>
      <p:ext uri="{BB962C8B-B14F-4D97-AF65-F5344CB8AC3E}">
        <p14:creationId xmlns:p14="http://schemas.microsoft.com/office/powerpoint/2010/main" val="1976872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ADD287-46A8-4594-9600-EB4900177FC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FA11978-2065-4A58-9226-0DEC22DB1662}"/>
              </a:ext>
            </a:extLst>
          </p:cNvPr>
          <p:cNvSpPr>
            <a:spLocks noGrp="1"/>
          </p:cNvSpPr>
          <p:nvPr>
            <p:ph type="ftr" sz="quarter" idx="11"/>
          </p:nvPr>
        </p:nvSpPr>
        <p:spPr/>
        <p:txBody>
          <a:bodyPr/>
          <a:lstStyle/>
          <a:p>
            <a:endParaRPr lang="en-US"/>
          </a:p>
        </p:txBody>
      </p:sp>
      <p:sp>
        <p:nvSpPr>
          <p:cNvPr id="6" name="Google Shape;230;p49">
            <a:extLst>
              <a:ext uri="{FF2B5EF4-FFF2-40B4-BE49-F238E27FC236}">
                <a16:creationId xmlns:a16="http://schemas.microsoft.com/office/drawing/2014/main" id="{4161E6F3-BE0C-43BE-9BD0-937FF3E2E23C}"/>
              </a:ext>
            </a:extLst>
          </p:cNvPr>
          <p:cNvSpPr txBox="1"/>
          <p:nvPr userDrawn="1"/>
        </p:nvSpPr>
        <p:spPr>
          <a:xfrm>
            <a:off x="0" y="0"/>
            <a:ext cx="9144000" cy="1152475"/>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7" name="Google Shape;247;p51">
            <a:extLst>
              <a:ext uri="{FF2B5EF4-FFF2-40B4-BE49-F238E27FC236}">
                <a16:creationId xmlns:a16="http://schemas.microsoft.com/office/drawing/2014/main" id="{ED6D7DB5-7D00-4004-AC78-D58F0A9E0100}"/>
              </a:ext>
            </a:extLst>
          </p:cNvPr>
          <p:cNvPicPr preferRelativeResize="0">
            <a:picLocks noChangeAspect="1"/>
          </p:cNvPicPr>
          <p:nvPr userDrawn="1"/>
        </p:nvPicPr>
        <p:blipFill rotWithShape="1">
          <a:blip r:embed="rId2">
            <a:alphaModFix/>
          </a:blip>
          <a:srcRect b="29873"/>
          <a:stretch/>
        </p:blipFill>
        <p:spPr>
          <a:xfrm>
            <a:off x="246348" y="4584700"/>
            <a:ext cx="1411002" cy="457200"/>
          </a:xfrm>
          <a:prstGeom prst="rect">
            <a:avLst/>
          </a:prstGeom>
          <a:noFill/>
          <a:ln>
            <a:noFill/>
          </a:ln>
        </p:spPr>
      </p:pic>
      <p:sp>
        <p:nvSpPr>
          <p:cNvPr id="2" name="Title 1">
            <a:extLst>
              <a:ext uri="{FF2B5EF4-FFF2-40B4-BE49-F238E27FC236}">
                <a16:creationId xmlns:a16="http://schemas.microsoft.com/office/drawing/2014/main" id="{C455EA06-2999-4182-AA4F-8A1D6954C072}"/>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
        <p:nvSpPr>
          <p:cNvPr id="8" name="Slide Number Placeholder 5">
            <a:extLst>
              <a:ext uri="{FF2B5EF4-FFF2-40B4-BE49-F238E27FC236}">
                <a16:creationId xmlns:a16="http://schemas.microsoft.com/office/drawing/2014/main" id="{3E4F8D54-AD2B-44ED-ABC6-CC705ED874E0}"/>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pPr/>
              <a:t>‹#›</a:t>
            </a:fld>
            <a:endParaRPr lang="en-US"/>
          </a:p>
        </p:txBody>
      </p:sp>
    </p:spTree>
    <p:extLst>
      <p:ext uri="{BB962C8B-B14F-4D97-AF65-F5344CB8AC3E}">
        <p14:creationId xmlns:p14="http://schemas.microsoft.com/office/powerpoint/2010/main" val="172795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Google Shape;230;p49">
            <a:extLst>
              <a:ext uri="{FF2B5EF4-FFF2-40B4-BE49-F238E27FC236}">
                <a16:creationId xmlns:a16="http://schemas.microsoft.com/office/drawing/2014/main" id="{72B56A6A-6462-4E40-8C6F-EB86CE4AC215}"/>
              </a:ext>
            </a:extLst>
          </p:cNvPr>
          <p:cNvSpPr txBox="1"/>
          <p:nvPr userDrawn="1"/>
        </p:nvSpPr>
        <p:spPr>
          <a:xfrm>
            <a:off x="0" y="0"/>
            <a:ext cx="9144000" cy="51435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pic>
        <p:nvPicPr>
          <p:cNvPr id="7" name="Google Shape;240;p50">
            <a:extLst>
              <a:ext uri="{FF2B5EF4-FFF2-40B4-BE49-F238E27FC236}">
                <a16:creationId xmlns:a16="http://schemas.microsoft.com/office/drawing/2014/main" id="{3AC6954D-A2DC-4D75-B8CA-81940558E621}"/>
              </a:ext>
            </a:extLst>
          </p:cNvPr>
          <p:cNvPicPr preferRelativeResize="0">
            <a:picLocks noChangeAspect="1"/>
          </p:cNvPicPr>
          <p:nvPr userDrawn="1"/>
        </p:nvPicPr>
        <p:blipFill rotWithShape="1">
          <a:blip r:embed="rId2">
            <a:alphaModFix/>
          </a:blip>
          <a:srcRect b="29873"/>
          <a:stretch/>
        </p:blipFill>
        <p:spPr>
          <a:xfrm>
            <a:off x="241825" y="4553863"/>
            <a:ext cx="1411002" cy="457200"/>
          </a:xfrm>
          <a:prstGeom prst="rect">
            <a:avLst/>
          </a:prstGeom>
          <a:noFill/>
          <a:ln>
            <a:noFill/>
          </a:ln>
        </p:spPr>
      </p:pic>
      <p:sp>
        <p:nvSpPr>
          <p:cNvPr id="9" name="Slide Number Placeholder 5">
            <a:extLst>
              <a:ext uri="{FF2B5EF4-FFF2-40B4-BE49-F238E27FC236}">
                <a16:creationId xmlns:a16="http://schemas.microsoft.com/office/drawing/2014/main" id="{15BA8FDB-4A35-493F-B3BC-6AE97C71BB5D}"/>
              </a:ext>
            </a:extLst>
          </p:cNvPr>
          <p:cNvSpPr txBox="1">
            <a:spLocks/>
          </p:cNvSpPr>
          <p:nvPr userDrawn="1"/>
        </p:nvSpPr>
        <p:spPr>
          <a:xfrm>
            <a:off x="6840252" y="4767263"/>
            <a:ext cx="2057400" cy="274637"/>
          </a:xfrm>
          <a:prstGeom prst="rect">
            <a:avLst/>
          </a:prstGeom>
        </p:spPr>
        <p:txBody>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200" b="0" i="0" u="none" strike="noStrike" cap="none">
                <a:solidFill>
                  <a:schemeClr val="bg1">
                    <a:lumMod val="50000"/>
                  </a:schemeClr>
                </a:solidFill>
                <a:latin typeface="Garamond" panose="020204040303010108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F6B70E3D-0A47-44A9-8B13-A3D1BC88A914}" type="slidenum">
              <a:rPr lang="en-US" smtClean="0">
                <a:solidFill>
                  <a:schemeClr val="bg1"/>
                </a:solidFill>
              </a:rPr>
              <a:pPr/>
              <a:t>‹#›</a:t>
            </a:fld>
            <a:endParaRPr lang="en-US" dirty="0">
              <a:solidFill>
                <a:schemeClr val="bg1"/>
              </a:solidFill>
            </a:endParaRPr>
          </a:p>
        </p:txBody>
      </p:sp>
      <p:sp>
        <p:nvSpPr>
          <p:cNvPr id="12" name="Title 1">
            <a:extLst>
              <a:ext uri="{FF2B5EF4-FFF2-40B4-BE49-F238E27FC236}">
                <a16:creationId xmlns:a16="http://schemas.microsoft.com/office/drawing/2014/main" id="{038F3ACB-D9F8-4037-BF81-F3EF23C42FDC}"/>
              </a:ext>
            </a:extLst>
          </p:cNvPr>
          <p:cNvSpPr>
            <a:spLocks noGrp="1"/>
          </p:cNvSpPr>
          <p:nvPr>
            <p:ph type="title"/>
          </p:nvPr>
        </p:nvSpPr>
        <p:spPr>
          <a:xfrm>
            <a:off x="628650" y="274638"/>
            <a:ext cx="7886700" cy="877837"/>
          </a:xfrm>
        </p:spPr>
        <p:txBody>
          <a:bodyPr>
            <a:normAutofit/>
          </a:bodyPr>
          <a:lstStyle>
            <a:lvl1pPr>
              <a:defRPr sz="3600">
                <a:solidFill>
                  <a:schemeClr val="bg1"/>
                </a:solidFill>
                <a:latin typeface="Garamond" panose="02020404030301010803" pitchFamily="18" charset="0"/>
              </a:defRPr>
            </a:lvl1pPr>
          </a:lstStyle>
          <a:p>
            <a:r>
              <a:rPr lang="en-US"/>
              <a:t>Click to edit Master title style</a:t>
            </a:r>
          </a:p>
        </p:txBody>
      </p:sp>
    </p:spTree>
    <p:extLst>
      <p:ext uri="{BB962C8B-B14F-4D97-AF65-F5344CB8AC3E}">
        <p14:creationId xmlns:p14="http://schemas.microsoft.com/office/powerpoint/2010/main" val="11652931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62AD0-07E9-40C7-8FA6-7D5A7BE3A7E6}"/>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D5C24-4D38-4FA4-A0A3-DAC5E41EEF7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82CD9-BE2A-48C6-BC9C-C83F0CF4FB64}"/>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07650A4A-D046-4587-A96A-1A2FB40FCA0B}"/>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808464103"/>
      </p:ext>
    </p:extLst>
  </p:cSld>
  <p:clrMap bg1="lt1" tx1="dk1" bg2="lt2" tx2="dk2" accent1="accent1" accent2="accent2" accent3="accent3" accent4="accent4" accent5="accent5" accent6="accent6" hlink="hlink" folHlink="folHlink"/>
  <p:sldLayoutIdLst>
    <p:sldLayoutId id="2147483707" r:id="rId1"/>
    <p:sldLayoutId id="2147483697" r:id="rId2"/>
    <p:sldLayoutId id="2147483699" r:id="rId3"/>
    <p:sldLayoutId id="2147483701" r:id="rId4"/>
    <p:sldLayoutId id="214748370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bloomberg.com/news/articles/2025-05-23/bessent-sees-easing-capital-rule-on-us-treasuries-this-summer"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www.americanbanker.com/news/powell-backs-leverage-ratio-update-treasury-market-reform" TargetMode="External"/><Relationship Id="rId4" Type="http://schemas.openxmlformats.org/officeDocument/2006/relationships/hyperlink" Target="https://www.reuters.com/sustainability/boards-policy-regulation/feds-bowman-eyes-broad-set-bank-capital-reforms-2025-06-23/"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786ED503-1668-B3D7-F831-DA58BAE39ACB}"/>
            </a:ext>
          </a:extLst>
        </p:cNvPr>
        <p:cNvGrpSpPr/>
        <p:nvPr/>
      </p:nvGrpSpPr>
      <p:grpSpPr>
        <a:xfrm>
          <a:off x="0" y="0"/>
          <a:ext cx="0" cy="0"/>
          <a:chOff x="0" y="0"/>
          <a:chExt cx="0" cy="0"/>
        </a:xfrm>
      </p:grpSpPr>
      <p:sp>
        <p:nvSpPr>
          <p:cNvPr id="230" name="Google Shape;230;p49">
            <a:extLst>
              <a:ext uri="{FF2B5EF4-FFF2-40B4-BE49-F238E27FC236}">
                <a16:creationId xmlns:a16="http://schemas.microsoft.com/office/drawing/2014/main" id="{F6039163-6987-995C-19B7-BD0C499729CE}"/>
              </a:ext>
            </a:extLst>
          </p:cNvPr>
          <p:cNvSpPr txBox="1"/>
          <p:nvPr/>
        </p:nvSpPr>
        <p:spPr>
          <a:xfrm>
            <a:off x="75" y="3441900"/>
            <a:ext cx="9144000" cy="17145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sp>
        <p:nvSpPr>
          <p:cNvPr id="3" name="Subtitle 2">
            <a:extLst>
              <a:ext uri="{FF2B5EF4-FFF2-40B4-BE49-F238E27FC236}">
                <a16:creationId xmlns:a16="http://schemas.microsoft.com/office/drawing/2014/main" id="{DE3DD0C8-5ACA-8019-C6E0-3E58058A2047}"/>
              </a:ext>
            </a:extLst>
          </p:cNvPr>
          <p:cNvSpPr>
            <a:spLocks noGrp="1"/>
          </p:cNvSpPr>
          <p:nvPr>
            <p:ph type="subTitle" idx="1"/>
          </p:nvPr>
        </p:nvSpPr>
        <p:spPr>
          <a:xfrm>
            <a:off x="1143000" y="3831412"/>
            <a:ext cx="6858000" cy="1071262"/>
          </a:xfrm>
        </p:spPr>
        <p:txBody>
          <a:bodyPr>
            <a:normAutofit/>
          </a:bodyPr>
          <a:lstStyle/>
          <a:p>
            <a:r>
              <a:rPr lang="en-US" sz="2400" u="sng" dirty="0">
                <a:latin typeface="Garamond"/>
              </a:rPr>
              <a:t>October 2026</a:t>
            </a:r>
          </a:p>
        </p:txBody>
      </p:sp>
      <p:sp>
        <p:nvSpPr>
          <p:cNvPr id="2" name="Title 1">
            <a:extLst>
              <a:ext uri="{FF2B5EF4-FFF2-40B4-BE49-F238E27FC236}">
                <a16:creationId xmlns:a16="http://schemas.microsoft.com/office/drawing/2014/main" id="{63933AAB-AAEF-91EF-F6ED-35236D3305E4}"/>
              </a:ext>
            </a:extLst>
          </p:cNvPr>
          <p:cNvSpPr>
            <a:spLocks noGrp="1"/>
          </p:cNvSpPr>
          <p:nvPr>
            <p:ph type="ctrTitle"/>
          </p:nvPr>
        </p:nvSpPr>
        <p:spPr>
          <a:xfrm>
            <a:off x="217170" y="2722241"/>
            <a:ext cx="8801100" cy="1071261"/>
          </a:xfrm>
        </p:spPr>
        <p:txBody>
          <a:bodyPr>
            <a:noAutofit/>
          </a:bodyPr>
          <a:lstStyle/>
          <a:p>
            <a:r>
              <a:rPr lang="en-US" sz="2800" u="sng" dirty="0"/>
              <a:t>Investment Opportunity: </a:t>
            </a:r>
            <a:br>
              <a:rPr lang="en-US" sz="2800" u="sng" dirty="0"/>
            </a:br>
            <a:r>
              <a:rPr lang="en-US" sz="2800" u="sng" dirty="0"/>
              <a:t>French Swap Spreads</a:t>
            </a:r>
          </a:p>
        </p:txBody>
      </p:sp>
      <p:sp>
        <p:nvSpPr>
          <p:cNvPr id="4" name="Title 1">
            <a:extLst>
              <a:ext uri="{FF2B5EF4-FFF2-40B4-BE49-F238E27FC236}">
                <a16:creationId xmlns:a16="http://schemas.microsoft.com/office/drawing/2014/main" id="{2CBCF0EA-E015-AFE2-3E1D-35A6F65DBB5B}"/>
              </a:ext>
            </a:extLst>
          </p:cNvPr>
          <p:cNvSpPr txBox="1">
            <a:spLocks/>
          </p:cNvSpPr>
          <p:nvPr/>
        </p:nvSpPr>
        <p:spPr>
          <a:xfrm>
            <a:off x="216569" y="-164281"/>
            <a:ext cx="7886700" cy="8778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Garamond" panose="02020404030301010803" pitchFamily="18" charset="0"/>
                <a:ea typeface="+mj-ea"/>
                <a:cs typeface="+mj-cs"/>
              </a:defRPr>
            </a:lvl1pPr>
          </a:lstStyle>
          <a:p>
            <a:pPr>
              <a:buClrTx/>
              <a:buFontTx/>
            </a:pPr>
            <a:r>
              <a:rPr lang="en-US" sz="1500" i="1" dirty="0">
                <a:cs typeface="Times New Roman" panose="02020603050405020304" pitchFamily="18" charset="0"/>
              </a:rPr>
              <a:t>S&amp;P Dividend Presentation from Nov 2023</a:t>
            </a:r>
          </a:p>
        </p:txBody>
      </p:sp>
      <p:sp>
        <p:nvSpPr>
          <p:cNvPr id="5" name="Slide Number Placeholder 4">
            <a:extLst>
              <a:ext uri="{FF2B5EF4-FFF2-40B4-BE49-F238E27FC236}">
                <a16:creationId xmlns:a16="http://schemas.microsoft.com/office/drawing/2014/main" id="{D0A0C77C-546A-6D98-0CE5-E261ABD0B9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a:t>
            </a:fld>
            <a:endParaRPr lang="en-GB"/>
          </a:p>
        </p:txBody>
      </p:sp>
      <p:sp>
        <p:nvSpPr>
          <p:cNvPr id="6" name="Footer Placeholder 4">
            <a:extLst>
              <a:ext uri="{FF2B5EF4-FFF2-40B4-BE49-F238E27FC236}">
                <a16:creationId xmlns:a16="http://schemas.microsoft.com/office/drawing/2014/main" id="{E5CF4597-62F2-5687-A38D-325DEC8EF183}"/>
              </a:ext>
            </a:extLst>
          </p:cNvPr>
          <p:cNvSpPr>
            <a:spLocks noGrp="1"/>
          </p:cNvSpPr>
          <p:nvPr>
            <p:ph type="ftr" sz="quarter" idx="11"/>
          </p:nvPr>
        </p:nvSpPr>
        <p:spPr>
          <a:xfrm>
            <a:off x="152568" y="4619293"/>
            <a:ext cx="9071333" cy="130785"/>
          </a:xfrm>
        </p:spPr>
        <p:txBody>
          <a:bodyPr/>
          <a:lstStyle/>
          <a:p>
            <a:r>
              <a:rPr lang="en-US" dirty="0">
                <a:solidFill>
                  <a:schemeClr val="bg1"/>
                </a:solidFill>
                <a:latin typeface="Garamond" panose="02020404030301010803" pitchFamily="18" charset="0"/>
              </a:rPr>
              <a:t>CONFIDENTIAL AND PROPRIETARY: </a:t>
            </a:r>
            <a:br>
              <a:rPr lang="en-US" dirty="0">
                <a:solidFill>
                  <a:schemeClr val="bg1"/>
                </a:solidFill>
                <a:latin typeface="Garamond" panose="02020404030301010803" pitchFamily="18" charset="0"/>
              </a:rPr>
            </a:br>
            <a:r>
              <a:rPr lang="en-US" dirty="0">
                <a:solidFill>
                  <a:schemeClr val="bg1"/>
                </a:solidFill>
                <a:latin typeface="Garamond" panose="02020404030301010803" pitchFamily="18" charset="0"/>
              </a:rPr>
              <a:t>This presentation contains confidential information and is intended solely for the use of the named recipient(s)</a:t>
            </a:r>
          </a:p>
        </p:txBody>
      </p:sp>
    </p:spTree>
    <p:extLst>
      <p:ext uri="{BB962C8B-B14F-4D97-AF65-F5344CB8AC3E}">
        <p14:creationId xmlns:p14="http://schemas.microsoft.com/office/powerpoint/2010/main" val="144182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BDE19-3725-30E7-1BBC-959FE3CCC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7B89C-22A9-55EC-1289-35FD9C915857}"/>
              </a:ext>
            </a:extLst>
          </p:cNvPr>
          <p:cNvSpPr>
            <a:spLocks noGrp="1"/>
          </p:cNvSpPr>
          <p:nvPr>
            <p:ph type="title"/>
          </p:nvPr>
        </p:nvSpPr>
        <p:spPr>
          <a:xfrm>
            <a:off x="628650" y="261090"/>
            <a:ext cx="7886700" cy="877837"/>
          </a:xfrm>
        </p:spPr>
        <p:txBody>
          <a:bodyPr/>
          <a:lstStyle/>
          <a:p>
            <a:r>
              <a:rPr lang="en-US" dirty="0"/>
              <a:t>Executive Summary: French Opportunity</a:t>
            </a:r>
          </a:p>
        </p:txBody>
      </p:sp>
      <p:sp>
        <p:nvSpPr>
          <p:cNvPr id="3" name="Content Placeholder 2">
            <a:extLst>
              <a:ext uri="{FF2B5EF4-FFF2-40B4-BE49-F238E27FC236}">
                <a16:creationId xmlns:a16="http://schemas.microsoft.com/office/drawing/2014/main" id="{59E9FF5C-E87E-0710-63E6-7880065F6CD6}"/>
              </a:ext>
            </a:extLst>
          </p:cNvPr>
          <p:cNvSpPr>
            <a:spLocks noGrp="1"/>
          </p:cNvSpPr>
          <p:nvPr>
            <p:ph idx="1"/>
          </p:nvPr>
        </p:nvSpPr>
        <p:spPr>
          <a:xfrm>
            <a:off x="628650" y="1264072"/>
            <a:ext cx="8269002" cy="3356054"/>
          </a:xfrm>
        </p:spPr>
        <p:txBody>
          <a:bodyPr>
            <a:normAutofit fontScale="70000" lnSpcReduction="20000"/>
          </a:bodyPr>
          <a:lstStyle/>
          <a:p>
            <a:pPr marL="0" indent="0">
              <a:lnSpc>
                <a:spcPct val="110000"/>
              </a:lnSpc>
              <a:buNone/>
            </a:pPr>
            <a:r>
              <a:rPr lang="en-US" sz="1900" b="1" u="sng" dirty="0"/>
              <a:t>Buy a 4 year Expiry Option on a 5 year Maturity France vs Euribor Swap Spread</a:t>
            </a:r>
          </a:p>
          <a:p>
            <a:pPr marL="457200" indent="-457200">
              <a:lnSpc>
                <a:spcPct val="110000"/>
              </a:lnSpc>
              <a:buFont typeface="+mj-lt"/>
              <a:buAutoNum type="arabicPeriod"/>
            </a:pPr>
            <a:r>
              <a:rPr lang="en-US" sz="1900" b="1" dirty="0"/>
              <a:t>French bonds (‘</a:t>
            </a:r>
            <a:r>
              <a:rPr lang="en-US" sz="1900" b="1" dirty="0" err="1"/>
              <a:t>OATs’</a:t>
            </a:r>
            <a:r>
              <a:rPr lang="en-US" sz="1900" b="1" dirty="0"/>
              <a:t>) have dislocated massively vs European swaps in the last few weeks as the market gets increasingly nervous about the state of French finances, the looming budget negotiations and the approaching Presidential election in the spring.</a:t>
            </a:r>
          </a:p>
          <a:p>
            <a:pPr marL="457200" indent="-457200">
              <a:lnSpc>
                <a:spcPct val="110000"/>
              </a:lnSpc>
              <a:buFont typeface="+mj-lt"/>
              <a:buAutoNum type="arabicPeriod"/>
            </a:pPr>
            <a:r>
              <a:rPr lang="en-US" sz="1900" b="1" dirty="0"/>
              <a:t>The entry point is highly attractive versus history, particularly in recent days as levered investors were stopped out their positions.</a:t>
            </a:r>
          </a:p>
          <a:p>
            <a:pPr marL="457200" indent="-457200">
              <a:lnSpc>
                <a:spcPct val="110000"/>
              </a:lnSpc>
              <a:buAutoNum type="arabicPeriod"/>
            </a:pPr>
            <a:r>
              <a:rPr lang="en-US" sz="1900" b="1" dirty="0"/>
              <a:t>While this exposure typically requires tremendous leverage and ongoing refinancing risk, we have been able to structure it with four-year </a:t>
            </a:r>
            <a:r>
              <a:rPr lang="en-US" sz="1900" b="1" u="sng" dirty="0"/>
              <a:t>non-recourse</a:t>
            </a:r>
            <a:r>
              <a:rPr lang="en-US" sz="1900" b="1" dirty="0"/>
              <a:t> financing, at ESTR+17</a:t>
            </a:r>
          </a:p>
          <a:p>
            <a:pPr marL="0" indent="0">
              <a:lnSpc>
                <a:spcPct val="110000"/>
              </a:lnSpc>
              <a:buNone/>
            </a:pPr>
            <a:r>
              <a:rPr lang="en-US" sz="1900" b="1" dirty="0">
                <a:highlight>
                  <a:srgbClr val="FFFFFF"/>
                </a:highlight>
              </a:rPr>
              <a:t>Given the enormous margin of safety of rolling into a 1 year expiry bond and the unique financing structure, </a:t>
            </a:r>
            <a:r>
              <a:rPr lang="en-US" sz="1900" b="1" dirty="0"/>
              <a:t>we think the expected value is skewed massively in our favor. There’s plenty of time for normalization to occur, but even if the market were to become dramatically more dislocated over the next four years, the returns would still be extremely </a:t>
            </a:r>
            <a:r>
              <a:rPr lang="en-US" sz="1900" b="1"/>
              <a:t>attractive. </a:t>
            </a:r>
            <a:r>
              <a:rPr lang="en-US" sz="1900" b="1" dirty="0"/>
              <a:t>Permanent loss of capital would require the market to price a material likelihood of French default within 12 months of expiry (presumably due to France leaving the EU).</a:t>
            </a:r>
            <a:endParaRPr lang="en-US" sz="1800" i="1" dirty="0"/>
          </a:p>
        </p:txBody>
      </p:sp>
      <p:sp>
        <p:nvSpPr>
          <p:cNvPr id="4" name="Slide Number Placeholder 3">
            <a:extLst>
              <a:ext uri="{FF2B5EF4-FFF2-40B4-BE49-F238E27FC236}">
                <a16:creationId xmlns:a16="http://schemas.microsoft.com/office/drawing/2014/main" id="{5DFF025B-D9BE-F2FE-811A-D7E1B6592F09}"/>
              </a:ext>
            </a:extLst>
          </p:cNvPr>
          <p:cNvSpPr>
            <a:spLocks noGrp="1"/>
          </p:cNvSpPr>
          <p:nvPr>
            <p:ph type="sldNum" sz="quarter" idx="12"/>
          </p:nvPr>
        </p:nvSpPr>
        <p:spPr/>
        <p:txBody>
          <a:bodyPr/>
          <a:lstStyle/>
          <a:p>
            <a:fld id="{F6B70E3D-0A47-44A9-8B13-A3D1BC88A914}" type="slidenum">
              <a:rPr lang="en-US" smtClean="0"/>
              <a:pPr/>
              <a:t>2</a:t>
            </a:fld>
            <a:endParaRPr lang="en-US" dirty="0"/>
          </a:p>
        </p:txBody>
      </p:sp>
    </p:spTree>
    <p:extLst>
      <p:ext uri="{BB962C8B-B14F-4D97-AF65-F5344CB8AC3E}">
        <p14:creationId xmlns:p14="http://schemas.microsoft.com/office/powerpoint/2010/main" val="4062190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FD95-257C-D4AE-FAA5-85097166C51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20A2C7F-7944-6E94-FAA1-8C5E2F7BDD42}"/>
              </a:ext>
            </a:extLst>
          </p:cNvPr>
          <p:cNvSpPr/>
          <p:nvPr/>
        </p:nvSpPr>
        <p:spPr>
          <a:xfrm>
            <a:off x="6001927" y="2122047"/>
            <a:ext cx="2305877" cy="194995"/>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4FAA0D-2515-8523-5AC5-9ED55CA5D785}"/>
              </a:ext>
            </a:extLst>
          </p:cNvPr>
          <p:cNvSpPr>
            <a:spLocks noGrp="1"/>
          </p:cNvSpPr>
          <p:nvPr>
            <p:ph type="title"/>
          </p:nvPr>
        </p:nvSpPr>
        <p:spPr/>
        <p:txBody>
          <a:bodyPr>
            <a:normAutofit/>
          </a:bodyPr>
          <a:lstStyle/>
          <a:p>
            <a:r>
              <a:rPr lang="en-US" dirty="0"/>
              <a:t>[Scenario Analysis: 4y IRRs]</a:t>
            </a:r>
          </a:p>
        </p:txBody>
      </p:sp>
      <p:sp>
        <p:nvSpPr>
          <p:cNvPr id="3" name="Slide Number Placeholder 2">
            <a:extLst>
              <a:ext uri="{FF2B5EF4-FFF2-40B4-BE49-F238E27FC236}">
                <a16:creationId xmlns:a16="http://schemas.microsoft.com/office/drawing/2014/main" id="{B35D3096-B029-CF5B-82BC-EE6496FDB9EA}"/>
              </a:ext>
            </a:extLst>
          </p:cNvPr>
          <p:cNvSpPr>
            <a:spLocks noGrp="1"/>
          </p:cNvSpPr>
          <p:nvPr>
            <p:ph type="sldNum" sz="quarter" idx="12"/>
          </p:nvPr>
        </p:nvSpPr>
        <p:spPr/>
        <p:txBody>
          <a:bodyPr/>
          <a:lstStyle/>
          <a:p>
            <a:fld id="{F6B70E3D-0A47-44A9-8B13-A3D1BC88A914}" type="slidenum">
              <a:rPr lang="en-US" smtClean="0"/>
              <a:pPr/>
              <a:t>3</a:t>
            </a:fld>
            <a:endParaRPr lang="en-US" dirty="0"/>
          </a:p>
        </p:txBody>
      </p:sp>
      <p:sp>
        <p:nvSpPr>
          <p:cNvPr id="6" name="Content Placeholder 2">
            <a:extLst>
              <a:ext uri="{FF2B5EF4-FFF2-40B4-BE49-F238E27FC236}">
                <a16:creationId xmlns:a16="http://schemas.microsoft.com/office/drawing/2014/main" id="{F43A5762-F25B-8ABF-5091-628D81310939}"/>
              </a:ext>
            </a:extLst>
          </p:cNvPr>
          <p:cNvSpPr txBox="1">
            <a:spLocks/>
          </p:cNvSpPr>
          <p:nvPr/>
        </p:nvSpPr>
        <p:spPr>
          <a:xfrm>
            <a:off x="628650" y="1218772"/>
            <a:ext cx="8158068" cy="4563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None/>
            </a:pPr>
            <a:endParaRPr lang="en-US" sz="1800" b="1" dirty="0"/>
          </a:p>
        </p:txBody>
      </p:sp>
      <p:sp>
        <p:nvSpPr>
          <p:cNvPr id="10" name="TextBox 9">
            <a:extLst>
              <a:ext uri="{FF2B5EF4-FFF2-40B4-BE49-F238E27FC236}">
                <a16:creationId xmlns:a16="http://schemas.microsoft.com/office/drawing/2014/main" id="{47C524AC-029C-04D8-24E2-C4E9AA314F76}"/>
              </a:ext>
            </a:extLst>
          </p:cNvPr>
          <p:cNvSpPr txBox="1"/>
          <p:nvPr/>
        </p:nvSpPr>
        <p:spPr>
          <a:xfrm>
            <a:off x="5964959" y="1528725"/>
            <a:ext cx="2858728" cy="246221"/>
          </a:xfrm>
          <a:prstGeom prst="rect">
            <a:avLst/>
          </a:prstGeom>
          <a:noFill/>
        </p:spPr>
        <p:txBody>
          <a:bodyPr wrap="square" rtlCol="0">
            <a:spAutoFit/>
          </a:bodyPr>
          <a:lstStyle/>
          <a:p>
            <a:r>
              <a:rPr lang="en-US" sz="1000" b="1" u="sng" dirty="0">
                <a:latin typeface="Cambria" panose="02040503050406030204" pitchFamily="18" charset="0"/>
                <a:ea typeface="Cambria" panose="02040503050406030204" pitchFamily="18" charset="0"/>
              </a:rPr>
              <a:t>4yr IRRs at different at-expiry spread levels</a:t>
            </a:r>
            <a:r>
              <a:rPr lang="en-US" sz="1000" b="1" baseline="30000" dirty="0">
                <a:latin typeface="Cambria" panose="02040503050406030204" pitchFamily="18" charset="0"/>
                <a:ea typeface="Cambria" panose="02040503050406030204" pitchFamily="18" charset="0"/>
              </a:rPr>
              <a:t>2</a:t>
            </a:r>
            <a:endParaRPr lang="en-US" sz="1000" b="1" dirty="0">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457DE68E-4195-3526-EC66-A82A47CC5DF4}"/>
              </a:ext>
            </a:extLst>
          </p:cNvPr>
          <p:cNvSpPr txBox="1"/>
          <p:nvPr/>
        </p:nvSpPr>
        <p:spPr>
          <a:xfrm>
            <a:off x="5950302" y="1914779"/>
            <a:ext cx="2625577" cy="246221"/>
          </a:xfrm>
          <a:prstGeom prst="rect">
            <a:avLst/>
          </a:prstGeom>
          <a:noFill/>
        </p:spPr>
        <p:txBody>
          <a:bodyPr wrap="square" rtlCol="0">
            <a:spAutoFit/>
          </a:bodyPr>
          <a:lstStyle/>
          <a:p>
            <a:r>
              <a:rPr lang="en-US" sz="1000" b="1" dirty="0">
                <a:solidFill>
                  <a:schemeClr val="accent6">
                    <a:lumMod val="75000"/>
                  </a:schemeClr>
                </a:solidFill>
                <a:latin typeface="Cambria" panose="02040503050406030204" pitchFamily="18" charset="0"/>
                <a:ea typeface="Cambria" panose="02040503050406030204" pitchFamily="18" charset="0"/>
              </a:rPr>
              <a:t>43%</a:t>
            </a:r>
            <a:r>
              <a:rPr lang="en-US" sz="1000" dirty="0">
                <a:solidFill>
                  <a:schemeClr val="accent6">
                    <a:lumMod val="75000"/>
                  </a:schemeClr>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at 50</a:t>
            </a:r>
            <a:r>
              <a:rPr lang="en-US" sz="1000" baseline="30000" dirty="0">
                <a:latin typeface="Cambria" panose="02040503050406030204" pitchFamily="18" charset="0"/>
                <a:ea typeface="Cambria" panose="02040503050406030204" pitchFamily="18" charset="0"/>
              </a:rPr>
              <a:t>th</a:t>
            </a:r>
            <a:r>
              <a:rPr lang="en-US" sz="1000" dirty="0">
                <a:latin typeface="Cambria" panose="02040503050406030204" pitchFamily="18" charset="0"/>
                <a:ea typeface="Cambria" panose="02040503050406030204" pitchFamily="18" charset="0"/>
              </a:rPr>
              <a:t> percentile (since 2012)</a:t>
            </a:r>
          </a:p>
        </p:txBody>
      </p:sp>
      <p:sp>
        <p:nvSpPr>
          <p:cNvPr id="13" name="TextBox 12">
            <a:extLst>
              <a:ext uri="{FF2B5EF4-FFF2-40B4-BE49-F238E27FC236}">
                <a16:creationId xmlns:a16="http://schemas.microsoft.com/office/drawing/2014/main" id="{7FB40EB5-57CE-1C02-A724-CF4BFA1DFDA0}"/>
              </a:ext>
            </a:extLst>
          </p:cNvPr>
          <p:cNvSpPr txBox="1"/>
          <p:nvPr/>
        </p:nvSpPr>
        <p:spPr>
          <a:xfrm>
            <a:off x="5947891" y="2073573"/>
            <a:ext cx="3043932" cy="246221"/>
          </a:xfrm>
          <a:prstGeom prst="rect">
            <a:avLst/>
          </a:prstGeom>
          <a:noFill/>
        </p:spPr>
        <p:txBody>
          <a:bodyPr wrap="square" rtlCol="0">
            <a:spAutoFit/>
          </a:bodyPr>
          <a:lstStyle/>
          <a:p>
            <a:r>
              <a:rPr lang="en-US" sz="1000" b="1" dirty="0">
                <a:solidFill>
                  <a:srgbClr val="00B0F0"/>
                </a:solidFill>
                <a:latin typeface="Cambria" panose="02040503050406030204" pitchFamily="18" charset="0"/>
                <a:ea typeface="Cambria" panose="02040503050406030204" pitchFamily="18" charset="0"/>
              </a:rPr>
              <a:t>42%</a:t>
            </a:r>
            <a:r>
              <a:rPr lang="en-US" sz="1000" dirty="0">
                <a:solidFill>
                  <a:srgbClr val="00B0F0"/>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roll to spot (nothing changes)</a:t>
            </a:r>
          </a:p>
        </p:txBody>
      </p:sp>
      <p:sp>
        <p:nvSpPr>
          <p:cNvPr id="14" name="TextBox 13">
            <a:extLst>
              <a:ext uri="{FF2B5EF4-FFF2-40B4-BE49-F238E27FC236}">
                <a16:creationId xmlns:a16="http://schemas.microsoft.com/office/drawing/2014/main" id="{D4E85ACD-9CF7-6D09-74CA-B98CF3FC3FAF}"/>
              </a:ext>
            </a:extLst>
          </p:cNvPr>
          <p:cNvSpPr txBox="1"/>
          <p:nvPr/>
        </p:nvSpPr>
        <p:spPr>
          <a:xfrm>
            <a:off x="5947891" y="3594074"/>
            <a:ext cx="2625028"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Investment break-even</a:t>
            </a:r>
          </a:p>
        </p:txBody>
      </p:sp>
      <p:sp>
        <p:nvSpPr>
          <p:cNvPr id="16" name="TextBox 15">
            <a:extLst>
              <a:ext uri="{FF2B5EF4-FFF2-40B4-BE49-F238E27FC236}">
                <a16:creationId xmlns:a16="http://schemas.microsoft.com/office/drawing/2014/main" id="{F43A9605-2AA7-BDAF-F995-600020F29CAA}"/>
              </a:ext>
            </a:extLst>
          </p:cNvPr>
          <p:cNvSpPr txBox="1"/>
          <p:nvPr/>
        </p:nvSpPr>
        <p:spPr>
          <a:xfrm>
            <a:off x="5943213" y="4067440"/>
            <a:ext cx="3851477"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100% impairment (at end of 4 years)</a:t>
            </a:r>
          </a:p>
        </p:txBody>
      </p:sp>
      <p:sp>
        <p:nvSpPr>
          <p:cNvPr id="17" name="TextBox 16">
            <a:extLst>
              <a:ext uri="{FF2B5EF4-FFF2-40B4-BE49-F238E27FC236}">
                <a16:creationId xmlns:a16="http://schemas.microsoft.com/office/drawing/2014/main" id="{68DA08F2-011B-FD0D-FBEB-9390851F10FA}"/>
              </a:ext>
            </a:extLst>
          </p:cNvPr>
          <p:cNvSpPr txBox="1"/>
          <p:nvPr/>
        </p:nvSpPr>
        <p:spPr>
          <a:xfrm>
            <a:off x="5557899" y="5666723"/>
            <a:ext cx="4623732" cy="400110"/>
          </a:xfrm>
          <a:prstGeom prst="rect">
            <a:avLst/>
          </a:prstGeom>
          <a:noFill/>
        </p:spPr>
        <p:txBody>
          <a:bodyPr wrap="square" rtlCol="0">
            <a:spAutoFit/>
          </a:bodyPr>
          <a:lstStyle/>
          <a:p>
            <a:pPr algn="r"/>
            <a:r>
              <a:rPr lang="en-US" sz="1000" i="1" dirty="0">
                <a:latin typeface="Cambria" panose="02040503050406030204" pitchFamily="18" charset="0"/>
                <a:ea typeface="Cambria" panose="02040503050406030204" pitchFamily="18" charset="0"/>
              </a:rPr>
              <a:t>Source: Bloomberg, Liminality Calculations</a:t>
            </a:r>
            <a:br>
              <a:rPr lang="en-US" sz="1000" i="1" dirty="0">
                <a:latin typeface="Cambria" panose="02040503050406030204" pitchFamily="18" charset="0"/>
                <a:ea typeface="Cambria" panose="02040503050406030204" pitchFamily="18" charset="0"/>
              </a:rPr>
            </a:br>
            <a:r>
              <a:rPr lang="en-US" sz="1000" i="1" dirty="0">
                <a:latin typeface="Cambria" panose="02040503050406030204" pitchFamily="18" charset="0"/>
                <a:ea typeface="Cambria" panose="02040503050406030204" pitchFamily="18" charset="0"/>
              </a:rPr>
              <a:t>Note: Returns are dependent on level of swap spread</a:t>
            </a:r>
          </a:p>
        </p:txBody>
      </p:sp>
      <p:sp>
        <p:nvSpPr>
          <p:cNvPr id="4" name="TextBox 3">
            <a:extLst>
              <a:ext uri="{FF2B5EF4-FFF2-40B4-BE49-F238E27FC236}">
                <a16:creationId xmlns:a16="http://schemas.microsoft.com/office/drawing/2014/main" id="{BE35D9D5-A07D-B87A-117F-E82B021C4AE5}"/>
              </a:ext>
            </a:extLst>
          </p:cNvPr>
          <p:cNvSpPr txBox="1"/>
          <p:nvPr/>
        </p:nvSpPr>
        <p:spPr>
          <a:xfrm>
            <a:off x="1259717" y="1116913"/>
            <a:ext cx="5220595" cy="307777"/>
          </a:xfrm>
          <a:prstGeom prst="rect">
            <a:avLst/>
          </a:prstGeom>
          <a:noFill/>
        </p:spPr>
        <p:txBody>
          <a:bodyPr wrap="square" rtlCol="0">
            <a:spAutoFit/>
          </a:bodyPr>
          <a:lstStyle/>
          <a:p>
            <a:r>
              <a:rPr lang="en-US" b="1" dirty="0">
                <a:latin typeface="Garamond" panose="02020404030301010803" pitchFamily="18" charset="0"/>
                <a:ea typeface="Cambria" panose="02040503050406030204" pitchFamily="18" charset="0"/>
              </a:rPr>
              <a:t>Time Series of a Generic ~1y French Bond vs Euribor, last 14y</a:t>
            </a:r>
            <a:r>
              <a:rPr lang="en-US" b="1" baseline="30000" dirty="0">
                <a:latin typeface="Garamond" panose="02020404030301010803" pitchFamily="18" charset="0"/>
                <a:ea typeface="Cambria" panose="02040503050406030204" pitchFamily="18" charset="0"/>
              </a:rPr>
              <a:t>1</a:t>
            </a:r>
          </a:p>
        </p:txBody>
      </p:sp>
      <p:sp>
        <p:nvSpPr>
          <p:cNvPr id="8" name="TextBox 7">
            <a:extLst>
              <a:ext uri="{FF2B5EF4-FFF2-40B4-BE49-F238E27FC236}">
                <a16:creationId xmlns:a16="http://schemas.microsoft.com/office/drawing/2014/main" id="{B8E0D3B2-E75C-B705-52E5-E991CD7CB1BE}"/>
              </a:ext>
            </a:extLst>
          </p:cNvPr>
          <p:cNvSpPr txBox="1"/>
          <p:nvPr/>
        </p:nvSpPr>
        <p:spPr>
          <a:xfrm>
            <a:off x="4337437" y="4722182"/>
            <a:ext cx="4517738" cy="400110"/>
          </a:xfrm>
          <a:prstGeom prst="rect">
            <a:avLst/>
          </a:prstGeom>
          <a:noFill/>
        </p:spPr>
        <p:txBody>
          <a:bodyPr wrap="square" rtlCol="0">
            <a:spAutoFit/>
          </a:bodyPr>
          <a:lstStyle/>
          <a:p>
            <a:r>
              <a:rPr lang="en-US" sz="1000" baseline="30000" dirty="0">
                <a:latin typeface="Garamond" panose="02020404030301010803" pitchFamily="18" charset="0"/>
              </a:rPr>
              <a:t>1 </a:t>
            </a:r>
            <a:r>
              <a:rPr lang="en-US" sz="1000" dirty="0">
                <a:latin typeface="Garamond" panose="02020404030301010803" pitchFamily="18" charset="0"/>
              </a:rPr>
              <a:t>Source: Bloomberg, Liminality Calculations</a:t>
            </a:r>
            <a:br>
              <a:rPr lang="en-US" sz="1000" baseline="30000" dirty="0">
                <a:latin typeface="Garamond" panose="02020404030301010803" pitchFamily="18" charset="0"/>
              </a:rPr>
            </a:br>
            <a:r>
              <a:rPr lang="en-US" sz="1000" baseline="30000" dirty="0">
                <a:latin typeface="Garamond" panose="02020404030301010803" pitchFamily="18" charset="0"/>
              </a:rPr>
              <a:t>2 </a:t>
            </a:r>
            <a:r>
              <a:rPr lang="en-US" sz="1000" dirty="0">
                <a:latin typeface="Garamond" panose="02020404030301010803" pitchFamily="18" charset="0"/>
              </a:rPr>
              <a:t>Scenario Analysis of FRTR 3 ¼ 02/25/32, rolled forward 4y</a:t>
            </a:r>
          </a:p>
        </p:txBody>
      </p:sp>
      <p:pic>
        <p:nvPicPr>
          <p:cNvPr id="15" name="Picture 14">
            <a:extLst>
              <a:ext uri="{FF2B5EF4-FFF2-40B4-BE49-F238E27FC236}">
                <a16:creationId xmlns:a16="http://schemas.microsoft.com/office/drawing/2014/main" id="{95B952F1-80D4-33EE-0D42-71FE5894EEDB}"/>
              </a:ext>
            </a:extLst>
          </p:cNvPr>
          <p:cNvPicPr>
            <a:picLocks noChangeAspect="1"/>
          </p:cNvPicPr>
          <p:nvPr/>
        </p:nvPicPr>
        <p:blipFill>
          <a:blip r:embed="rId3"/>
          <a:stretch>
            <a:fillRect/>
          </a:stretch>
        </p:blipFill>
        <p:spPr>
          <a:xfrm>
            <a:off x="993739" y="1569028"/>
            <a:ext cx="5008188" cy="2984838"/>
          </a:xfrm>
          <a:prstGeom prst="rect">
            <a:avLst/>
          </a:prstGeom>
        </p:spPr>
      </p:pic>
      <p:sp>
        <p:nvSpPr>
          <p:cNvPr id="19" name="TextBox 18">
            <a:extLst>
              <a:ext uri="{FF2B5EF4-FFF2-40B4-BE49-F238E27FC236}">
                <a16:creationId xmlns:a16="http://schemas.microsoft.com/office/drawing/2014/main" id="{ADB24C6A-ADEA-E552-9445-3C83E9C84EAB}"/>
              </a:ext>
            </a:extLst>
          </p:cNvPr>
          <p:cNvSpPr txBox="1"/>
          <p:nvPr/>
        </p:nvSpPr>
        <p:spPr>
          <a:xfrm>
            <a:off x="5950302" y="2314034"/>
            <a:ext cx="5091288" cy="246221"/>
          </a:xfrm>
          <a:prstGeom prst="rect">
            <a:avLst/>
          </a:prstGeom>
          <a:noFill/>
        </p:spPr>
        <p:txBody>
          <a:bodyPr wrap="square">
            <a:spAutoFit/>
          </a:bodyPr>
          <a:lstStyle/>
          <a:p>
            <a:r>
              <a:rPr lang="en-US" sz="1000" b="1" dirty="0">
                <a:solidFill>
                  <a:srgbClr val="595959"/>
                </a:solidFill>
                <a:latin typeface="Cambria" panose="02040503050406030204" pitchFamily="18" charset="0"/>
                <a:ea typeface="Cambria" panose="02040503050406030204" pitchFamily="18" charset="0"/>
              </a:rPr>
              <a:t>36%</a:t>
            </a:r>
            <a:r>
              <a:rPr lang="en-US" sz="1000" dirty="0">
                <a:solidFill>
                  <a:srgbClr val="595959"/>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No roll (Spot today)</a:t>
            </a:r>
          </a:p>
        </p:txBody>
      </p:sp>
    </p:spTree>
    <p:extLst>
      <p:ext uri="{BB962C8B-B14F-4D97-AF65-F5344CB8AC3E}">
        <p14:creationId xmlns:p14="http://schemas.microsoft.com/office/powerpoint/2010/main" val="1599253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18BA3-E370-E666-CD7F-3D120DD33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F60D1-F7D6-8694-8385-BCDA9EDB92CB}"/>
              </a:ext>
            </a:extLst>
          </p:cNvPr>
          <p:cNvSpPr>
            <a:spLocks noGrp="1"/>
          </p:cNvSpPr>
          <p:nvPr>
            <p:ph type="title"/>
          </p:nvPr>
        </p:nvSpPr>
        <p:spPr/>
        <p:txBody>
          <a:bodyPr/>
          <a:lstStyle/>
          <a:p>
            <a:r>
              <a:rPr lang="en-US" dirty="0"/>
              <a:t>Why is there a Dislocation?</a:t>
            </a:r>
          </a:p>
        </p:txBody>
      </p:sp>
      <p:sp>
        <p:nvSpPr>
          <p:cNvPr id="3" name="Content Placeholder 2">
            <a:extLst>
              <a:ext uri="{FF2B5EF4-FFF2-40B4-BE49-F238E27FC236}">
                <a16:creationId xmlns:a16="http://schemas.microsoft.com/office/drawing/2014/main" id="{1B4A637E-3752-3178-A1E2-71A41CAF0637}"/>
              </a:ext>
            </a:extLst>
          </p:cNvPr>
          <p:cNvSpPr>
            <a:spLocks noGrp="1"/>
          </p:cNvSpPr>
          <p:nvPr>
            <p:ph idx="1"/>
          </p:nvPr>
        </p:nvSpPr>
        <p:spPr>
          <a:xfrm>
            <a:off x="628650" y="1372893"/>
            <a:ext cx="7506528" cy="3136632"/>
          </a:xfrm>
        </p:spPr>
        <p:txBody>
          <a:bodyPr>
            <a:normAutofit/>
          </a:bodyPr>
          <a:lstStyle/>
          <a:p>
            <a:pPr marL="0" indent="0">
              <a:lnSpc>
                <a:spcPct val="100000"/>
              </a:lnSpc>
              <a:buNone/>
            </a:pPr>
            <a:r>
              <a:rPr lang="en-US" sz="1800" b="1" u="sng" dirty="0"/>
              <a:t>Long Term Factors</a:t>
            </a:r>
          </a:p>
          <a:p>
            <a:pPr>
              <a:lnSpc>
                <a:spcPct val="100000"/>
              </a:lnSpc>
            </a:pPr>
            <a:r>
              <a:rPr lang="en-US" sz="1800" b="1" dirty="0"/>
              <a:t>[Budget, fiscal]</a:t>
            </a:r>
          </a:p>
          <a:p>
            <a:pPr>
              <a:lnSpc>
                <a:spcPct val="100000"/>
              </a:lnSpc>
            </a:pPr>
            <a:r>
              <a:rPr lang="en-US" sz="1800" b="1" dirty="0"/>
              <a:t>[Political dysfunction, lack of will to fix the situation]</a:t>
            </a:r>
          </a:p>
          <a:p>
            <a:pPr marL="0" indent="0">
              <a:lnSpc>
                <a:spcPct val="100000"/>
              </a:lnSpc>
              <a:buNone/>
            </a:pPr>
            <a:r>
              <a:rPr lang="en-US" sz="1800" b="1" u="sng" dirty="0"/>
              <a:t>Short Term Factors</a:t>
            </a:r>
          </a:p>
          <a:p>
            <a:pPr>
              <a:lnSpc>
                <a:spcPct val="100000"/>
              </a:lnSpc>
            </a:pPr>
            <a:r>
              <a:rPr lang="en-US" sz="1800" b="1" dirty="0"/>
              <a:t>[Levered unwinds]</a:t>
            </a:r>
          </a:p>
          <a:p>
            <a:pPr>
              <a:lnSpc>
                <a:spcPct val="100000"/>
              </a:lnSpc>
            </a:pPr>
            <a:r>
              <a:rPr lang="en-US" sz="1800" b="1" dirty="0"/>
              <a:t>[Rates globally moving higher, higher volatility in rates complex with global tightening cycle back in early innings]</a:t>
            </a:r>
          </a:p>
          <a:p>
            <a:pPr marL="0" indent="0">
              <a:lnSpc>
                <a:spcPct val="100000"/>
              </a:lnSpc>
              <a:buNone/>
            </a:pPr>
            <a:endParaRPr lang="en-US" sz="1800" b="1" dirty="0"/>
          </a:p>
          <a:p>
            <a:pPr>
              <a:lnSpc>
                <a:spcPct val="100000"/>
              </a:lnSpc>
            </a:pPr>
            <a:endParaRPr lang="en-US" sz="1800" b="1" dirty="0"/>
          </a:p>
          <a:p>
            <a:pPr>
              <a:lnSpc>
                <a:spcPct val="100000"/>
              </a:lnSpc>
            </a:pPr>
            <a:endParaRPr lang="en-US" sz="1800" b="1" dirty="0"/>
          </a:p>
          <a:p>
            <a:pPr marL="342900" indent="-342900">
              <a:lnSpc>
                <a:spcPct val="100000"/>
              </a:lnSpc>
              <a:buAutoNum type="arabicPeriod"/>
            </a:pPr>
            <a:endParaRPr lang="en-US" sz="1800" b="1" dirty="0"/>
          </a:p>
          <a:p>
            <a:pPr marL="0" indent="0">
              <a:lnSpc>
                <a:spcPct val="100000"/>
              </a:lnSpc>
              <a:buNone/>
            </a:pPr>
            <a:endParaRPr lang="en-US" sz="1800" b="1" dirty="0"/>
          </a:p>
        </p:txBody>
      </p:sp>
      <p:sp>
        <p:nvSpPr>
          <p:cNvPr id="4" name="Slide Number Placeholder 3">
            <a:extLst>
              <a:ext uri="{FF2B5EF4-FFF2-40B4-BE49-F238E27FC236}">
                <a16:creationId xmlns:a16="http://schemas.microsoft.com/office/drawing/2014/main" id="{93477B93-A529-6C56-E182-7273FC2FE1D4}"/>
              </a:ext>
            </a:extLst>
          </p:cNvPr>
          <p:cNvSpPr>
            <a:spLocks noGrp="1"/>
          </p:cNvSpPr>
          <p:nvPr>
            <p:ph type="sldNum" sz="quarter" idx="12"/>
          </p:nvPr>
        </p:nvSpPr>
        <p:spPr/>
        <p:txBody>
          <a:bodyPr/>
          <a:lstStyle/>
          <a:p>
            <a:fld id="{F6B70E3D-0A47-44A9-8B13-A3D1BC88A914}" type="slidenum">
              <a:rPr lang="en-US" smtClean="0"/>
              <a:pPr/>
              <a:t>4</a:t>
            </a:fld>
            <a:endParaRPr lang="en-US"/>
          </a:p>
        </p:txBody>
      </p:sp>
    </p:spTree>
    <p:extLst>
      <p:ext uri="{BB962C8B-B14F-4D97-AF65-F5344CB8AC3E}">
        <p14:creationId xmlns:p14="http://schemas.microsoft.com/office/powerpoint/2010/main" val="434232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EAF30-5762-5889-12BA-9AE8FAFCB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031F2-E332-35FD-5C09-C12CD8AFE7A9}"/>
              </a:ext>
            </a:extLst>
          </p:cNvPr>
          <p:cNvSpPr>
            <a:spLocks noGrp="1"/>
          </p:cNvSpPr>
          <p:nvPr>
            <p:ph type="title"/>
          </p:nvPr>
        </p:nvSpPr>
        <p:spPr>
          <a:xfrm>
            <a:off x="628650" y="274638"/>
            <a:ext cx="8121760" cy="877837"/>
          </a:xfrm>
        </p:spPr>
        <p:txBody>
          <a:bodyPr>
            <a:normAutofit/>
          </a:bodyPr>
          <a:lstStyle/>
          <a:p>
            <a:r>
              <a:rPr lang="en-US" dirty="0"/>
              <a:t>Base Case: Attractive Roll over ~4y</a:t>
            </a:r>
          </a:p>
        </p:txBody>
      </p:sp>
      <p:sp>
        <p:nvSpPr>
          <p:cNvPr id="5" name="TextBox 4">
            <a:extLst>
              <a:ext uri="{FF2B5EF4-FFF2-40B4-BE49-F238E27FC236}">
                <a16:creationId xmlns:a16="http://schemas.microsoft.com/office/drawing/2014/main" id="{83E44CCE-ED35-39C9-B35B-2C1579555931}"/>
              </a:ext>
            </a:extLst>
          </p:cNvPr>
          <p:cNvSpPr txBox="1"/>
          <p:nvPr/>
        </p:nvSpPr>
        <p:spPr>
          <a:xfrm>
            <a:off x="6423694" y="4666540"/>
            <a:ext cx="5678836" cy="246221"/>
          </a:xfrm>
          <a:prstGeom prst="rect">
            <a:avLst/>
          </a:prstGeom>
          <a:noFill/>
        </p:spPr>
        <p:txBody>
          <a:bodyPr wrap="square" rtlCol="0">
            <a:spAutoFit/>
          </a:bodyPr>
          <a:lstStyle/>
          <a:p>
            <a:r>
              <a:rPr lang="en-US" sz="1000" dirty="0">
                <a:latin typeface="Garamond" panose="02020404030301010803" pitchFamily="18" charset="0"/>
              </a:rPr>
              <a:t>Source: Bloomberg, Liminality Calculations</a:t>
            </a:r>
          </a:p>
        </p:txBody>
      </p:sp>
      <p:sp>
        <p:nvSpPr>
          <p:cNvPr id="3" name="Slide Number Placeholder 2">
            <a:extLst>
              <a:ext uri="{FF2B5EF4-FFF2-40B4-BE49-F238E27FC236}">
                <a16:creationId xmlns:a16="http://schemas.microsoft.com/office/drawing/2014/main" id="{06F682F1-B27A-7DF1-794E-34246FF2E456}"/>
              </a:ext>
            </a:extLst>
          </p:cNvPr>
          <p:cNvSpPr>
            <a:spLocks noGrp="1"/>
          </p:cNvSpPr>
          <p:nvPr>
            <p:ph type="sldNum" sz="quarter" idx="12"/>
          </p:nvPr>
        </p:nvSpPr>
        <p:spPr/>
        <p:txBody>
          <a:bodyPr/>
          <a:lstStyle/>
          <a:p>
            <a:fld id="{F6B70E3D-0A47-44A9-8B13-A3D1BC88A914}" type="slidenum">
              <a:rPr lang="en-US" smtClean="0"/>
              <a:pPr/>
              <a:t>5</a:t>
            </a:fld>
            <a:endParaRPr lang="en-US"/>
          </a:p>
        </p:txBody>
      </p:sp>
      <p:sp>
        <p:nvSpPr>
          <p:cNvPr id="6" name="Content Placeholder 2">
            <a:extLst>
              <a:ext uri="{FF2B5EF4-FFF2-40B4-BE49-F238E27FC236}">
                <a16:creationId xmlns:a16="http://schemas.microsoft.com/office/drawing/2014/main" id="{DED03420-08F0-D4EC-2078-8CD47CD61196}"/>
              </a:ext>
            </a:extLst>
          </p:cNvPr>
          <p:cNvSpPr txBox="1">
            <a:spLocks/>
          </p:cNvSpPr>
          <p:nvPr/>
        </p:nvSpPr>
        <p:spPr>
          <a:xfrm>
            <a:off x="628650" y="1218772"/>
            <a:ext cx="8158068" cy="4563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None/>
            </a:pPr>
            <a:r>
              <a:rPr lang="en-US" sz="1800" b="1" dirty="0"/>
              <a:t>In 4.4 years the FRTR 3 ¼ 02/25/32  bond will roll into the ~1y point on the curve</a:t>
            </a:r>
          </a:p>
        </p:txBody>
      </p:sp>
      <p:sp>
        <p:nvSpPr>
          <p:cNvPr id="7" name="Content Placeholder 2">
            <a:extLst>
              <a:ext uri="{FF2B5EF4-FFF2-40B4-BE49-F238E27FC236}">
                <a16:creationId xmlns:a16="http://schemas.microsoft.com/office/drawing/2014/main" id="{3730641B-1E21-7DAD-10EB-CEF7E86B3155}"/>
              </a:ext>
            </a:extLst>
          </p:cNvPr>
          <p:cNvSpPr>
            <a:spLocks noGrp="1"/>
          </p:cNvSpPr>
          <p:nvPr>
            <p:ph idx="1"/>
          </p:nvPr>
        </p:nvSpPr>
        <p:spPr>
          <a:xfrm>
            <a:off x="7149221" y="4036289"/>
            <a:ext cx="1374949" cy="170608"/>
          </a:xfrm>
        </p:spPr>
        <p:txBody>
          <a:bodyPr>
            <a:noAutofit/>
          </a:bodyPr>
          <a:lstStyle/>
          <a:p>
            <a:pPr marL="0" indent="0">
              <a:lnSpc>
                <a:spcPct val="100000"/>
              </a:lnSpc>
              <a:buNone/>
            </a:pPr>
            <a:r>
              <a:rPr lang="en-US" sz="1100" b="1" dirty="0">
                <a:solidFill>
                  <a:srgbClr val="7030A0"/>
                </a:solidFill>
              </a:rPr>
              <a:t>~5.4 year maturity</a:t>
            </a:r>
            <a:endParaRPr lang="en-US" sz="1100" b="1" baseline="30000" dirty="0">
              <a:solidFill>
                <a:srgbClr val="7030A0"/>
              </a:solidFill>
            </a:endParaRPr>
          </a:p>
        </p:txBody>
      </p:sp>
      <p:sp>
        <p:nvSpPr>
          <p:cNvPr id="8" name="Content Placeholder 2">
            <a:extLst>
              <a:ext uri="{FF2B5EF4-FFF2-40B4-BE49-F238E27FC236}">
                <a16:creationId xmlns:a16="http://schemas.microsoft.com/office/drawing/2014/main" id="{E7C70300-AB4F-DB34-CC14-0EC89595B38C}"/>
              </a:ext>
            </a:extLst>
          </p:cNvPr>
          <p:cNvSpPr txBox="1">
            <a:spLocks/>
          </p:cNvSpPr>
          <p:nvPr/>
        </p:nvSpPr>
        <p:spPr>
          <a:xfrm>
            <a:off x="7149221" y="3141226"/>
            <a:ext cx="1646368" cy="2077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Font typeface="Arial" panose="020B0604020202020204" pitchFamily="34" charset="0"/>
              <a:buNone/>
            </a:pPr>
            <a:r>
              <a:rPr lang="en-US" sz="1100" b="1" dirty="0">
                <a:solidFill>
                  <a:srgbClr val="0070C0"/>
                </a:solidFill>
              </a:rPr>
              <a:t>~1 year maturity</a:t>
            </a:r>
            <a:endParaRPr lang="en-US" sz="1100" b="1" baseline="30000" dirty="0">
              <a:solidFill>
                <a:srgbClr val="0070C0"/>
              </a:solidFill>
            </a:endParaRPr>
          </a:p>
        </p:txBody>
      </p:sp>
      <p:sp>
        <p:nvSpPr>
          <p:cNvPr id="12" name="Arrow: Curved Up 11">
            <a:extLst>
              <a:ext uri="{FF2B5EF4-FFF2-40B4-BE49-F238E27FC236}">
                <a16:creationId xmlns:a16="http://schemas.microsoft.com/office/drawing/2014/main" id="{2D3336F7-F0BB-391A-B857-F7C7140281CD}"/>
              </a:ext>
            </a:extLst>
          </p:cNvPr>
          <p:cNvSpPr/>
          <p:nvPr/>
        </p:nvSpPr>
        <p:spPr>
          <a:xfrm rot="16200000">
            <a:off x="8053389" y="3559768"/>
            <a:ext cx="941562" cy="289086"/>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Picture 12">
            <a:extLst>
              <a:ext uri="{FF2B5EF4-FFF2-40B4-BE49-F238E27FC236}">
                <a16:creationId xmlns:a16="http://schemas.microsoft.com/office/drawing/2014/main" id="{42456682-1CD6-4B66-C8DC-595F553B9D45}"/>
              </a:ext>
            </a:extLst>
          </p:cNvPr>
          <p:cNvPicPr>
            <a:picLocks noChangeAspect="1"/>
          </p:cNvPicPr>
          <p:nvPr/>
        </p:nvPicPr>
        <p:blipFill>
          <a:blip r:embed="rId3"/>
          <a:stretch>
            <a:fillRect/>
          </a:stretch>
        </p:blipFill>
        <p:spPr>
          <a:xfrm>
            <a:off x="1114189" y="1643923"/>
            <a:ext cx="6092764" cy="3034620"/>
          </a:xfrm>
          <a:prstGeom prst="rect">
            <a:avLst/>
          </a:prstGeom>
        </p:spPr>
      </p:pic>
    </p:spTree>
    <p:extLst>
      <p:ext uri="{BB962C8B-B14F-4D97-AF65-F5344CB8AC3E}">
        <p14:creationId xmlns:p14="http://schemas.microsoft.com/office/powerpoint/2010/main" val="3608301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EA20-4CA6-CE43-407D-F68628110BF5}"/>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2B57439-10AB-64DB-9E59-39EF47BA1B1F}"/>
              </a:ext>
            </a:extLst>
          </p:cNvPr>
          <p:cNvSpPr/>
          <p:nvPr/>
        </p:nvSpPr>
        <p:spPr>
          <a:xfrm>
            <a:off x="6001927" y="2122047"/>
            <a:ext cx="2305877" cy="194995"/>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0E32FA-A09F-4686-95E1-CF06B1668AFB}"/>
              </a:ext>
            </a:extLst>
          </p:cNvPr>
          <p:cNvSpPr>
            <a:spLocks noGrp="1"/>
          </p:cNvSpPr>
          <p:nvPr>
            <p:ph type="title"/>
          </p:nvPr>
        </p:nvSpPr>
        <p:spPr/>
        <p:txBody>
          <a:bodyPr>
            <a:normAutofit/>
          </a:bodyPr>
          <a:lstStyle/>
          <a:p>
            <a:r>
              <a:rPr lang="en-US" dirty="0"/>
              <a:t>[Scenario Analysis: 4y IRRs]</a:t>
            </a:r>
          </a:p>
        </p:txBody>
      </p:sp>
      <p:sp>
        <p:nvSpPr>
          <p:cNvPr id="3" name="Slide Number Placeholder 2">
            <a:extLst>
              <a:ext uri="{FF2B5EF4-FFF2-40B4-BE49-F238E27FC236}">
                <a16:creationId xmlns:a16="http://schemas.microsoft.com/office/drawing/2014/main" id="{FBDD3E00-D21C-BEA5-7411-8E34F0F62187}"/>
              </a:ext>
            </a:extLst>
          </p:cNvPr>
          <p:cNvSpPr>
            <a:spLocks noGrp="1"/>
          </p:cNvSpPr>
          <p:nvPr>
            <p:ph type="sldNum" sz="quarter" idx="12"/>
          </p:nvPr>
        </p:nvSpPr>
        <p:spPr/>
        <p:txBody>
          <a:bodyPr/>
          <a:lstStyle/>
          <a:p>
            <a:fld id="{F6B70E3D-0A47-44A9-8B13-A3D1BC88A914}" type="slidenum">
              <a:rPr lang="en-US" smtClean="0"/>
              <a:pPr/>
              <a:t>6</a:t>
            </a:fld>
            <a:endParaRPr lang="en-US" dirty="0"/>
          </a:p>
        </p:txBody>
      </p:sp>
      <p:sp>
        <p:nvSpPr>
          <p:cNvPr id="6" name="Content Placeholder 2">
            <a:extLst>
              <a:ext uri="{FF2B5EF4-FFF2-40B4-BE49-F238E27FC236}">
                <a16:creationId xmlns:a16="http://schemas.microsoft.com/office/drawing/2014/main" id="{AB14D025-B954-5481-9731-CE4578E83860}"/>
              </a:ext>
            </a:extLst>
          </p:cNvPr>
          <p:cNvSpPr txBox="1">
            <a:spLocks/>
          </p:cNvSpPr>
          <p:nvPr/>
        </p:nvSpPr>
        <p:spPr>
          <a:xfrm>
            <a:off x="628650" y="1218772"/>
            <a:ext cx="8158068" cy="4563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None/>
            </a:pPr>
            <a:endParaRPr lang="en-US" sz="1800" b="1" dirty="0"/>
          </a:p>
        </p:txBody>
      </p:sp>
      <p:sp>
        <p:nvSpPr>
          <p:cNvPr id="10" name="TextBox 9">
            <a:extLst>
              <a:ext uri="{FF2B5EF4-FFF2-40B4-BE49-F238E27FC236}">
                <a16:creationId xmlns:a16="http://schemas.microsoft.com/office/drawing/2014/main" id="{5158AD58-9917-1A49-883E-584886337F01}"/>
              </a:ext>
            </a:extLst>
          </p:cNvPr>
          <p:cNvSpPr txBox="1"/>
          <p:nvPr/>
        </p:nvSpPr>
        <p:spPr>
          <a:xfrm>
            <a:off x="5964959" y="1528725"/>
            <a:ext cx="2858728" cy="246221"/>
          </a:xfrm>
          <a:prstGeom prst="rect">
            <a:avLst/>
          </a:prstGeom>
          <a:noFill/>
        </p:spPr>
        <p:txBody>
          <a:bodyPr wrap="square" rtlCol="0">
            <a:spAutoFit/>
          </a:bodyPr>
          <a:lstStyle/>
          <a:p>
            <a:r>
              <a:rPr lang="en-US" sz="1000" b="1" u="sng" dirty="0">
                <a:latin typeface="Cambria" panose="02040503050406030204" pitchFamily="18" charset="0"/>
                <a:ea typeface="Cambria" panose="02040503050406030204" pitchFamily="18" charset="0"/>
              </a:rPr>
              <a:t>4yr IRRs at different at-expiry spread levels</a:t>
            </a:r>
            <a:r>
              <a:rPr lang="en-US" sz="1000" b="1" baseline="30000" dirty="0">
                <a:latin typeface="Cambria" panose="02040503050406030204" pitchFamily="18" charset="0"/>
                <a:ea typeface="Cambria" panose="02040503050406030204" pitchFamily="18" charset="0"/>
              </a:rPr>
              <a:t>2</a:t>
            </a:r>
            <a:endParaRPr lang="en-US" sz="1000" b="1" dirty="0">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D6C3444F-EB7E-A0D4-4FE3-7886BE2F9D56}"/>
              </a:ext>
            </a:extLst>
          </p:cNvPr>
          <p:cNvSpPr txBox="1"/>
          <p:nvPr/>
        </p:nvSpPr>
        <p:spPr>
          <a:xfrm>
            <a:off x="5950302" y="1914779"/>
            <a:ext cx="2625577" cy="246221"/>
          </a:xfrm>
          <a:prstGeom prst="rect">
            <a:avLst/>
          </a:prstGeom>
          <a:noFill/>
        </p:spPr>
        <p:txBody>
          <a:bodyPr wrap="square" rtlCol="0">
            <a:spAutoFit/>
          </a:bodyPr>
          <a:lstStyle/>
          <a:p>
            <a:r>
              <a:rPr lang="en-US" sz="1000" b="1" dirty="0">
                <a:solidFill>
                  <a:schemeClr val="accent6">
                    <a:lumMod val="75000"/>
                  </a:schemeClr>
                </a:solidFill>
                <a:latin typeface="Cambria" panose="02040503050406030204" pitchFamily="18" charset="0"/>
                <a:ea typeface="Cambria" panose="02040503050406030204" pitchFamily="18" charset="0"/>
              </a:rPr>
              <a:t>43%</a:t>
            </a:r>
            <a:r>
              <a:rPr lang="en-US" sz="1000" dirty="0">
                <a:solidFill>
                  <a:schemeClr val="accent6">
                    <a:lumMod val="75000"/>
                  </a:schemeClr>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at 50</a:t>
            </a:r>
            <a:r>
              <a:rPr lang="en-US" sz="1000" baseline="30000" dirty="0">
                <a:latin typeface="Cambria" panose="02040503050406030204" pitchFamily="18" charset="0"/>
                <a:ea typeface="Cambria" panose="02040503050406030204" pitchFamily="18" charset="0"/>
              </a:rPr>
              <a:t>th</a:t>
            </a:r>
            <a:r>
              <a:rPr lang="en-US" sz="1000" dirty="0">
                <a:latin typeface="Cambria" panose="02040503050406030204" pitchFamily="18" charset="0"/>
                <a:ea typeface="Cambria" panose="02040503050406030204" pitchFamily="18" charset="0"/>
              </a:rPr>
              <a:t> percentile (since 2012)</a:t>
            </a:r>
          </a:p>
        </p:txBody>
      </p:sp>
      <p:sp>
        <p:nvSpPr>
          <p:cNvPr id="13" name="TextBox 12">
            <a:extLst>
              <a:ext uri="{FF2B5EF4-FFF2-40B4-BE49-F238E27FC236}">
                <a16:creationId xmlns:a16="http://schemas.microsoft.com/office/drawing/2014/main" id="{AD571DC9-6B17-242B-C152-DF11D0B0DBEA}"/>
              </a:ext>
            </a:extLst>
          </p:cNvPr>
          <p:cNvSpPr txBox="1"/>
          <p:nvPr/>
        </p:nvSpPr>
        <p:spPr>
          <a:xfrm>
            <a:off x="5947891" y="2073573"/>
            <a:ext cx="3043932" cy="246221"/>
          </a:xfrm>
          <a:prstGeom prst="rect">
            <a:avLst/>
          </a:prstGeom>
          <a:noFill/>
        </p:spPr>
        <p:txBody>
          <a:bodyPr wrap="square" rtlCol="0">
            <a:spAutoFit/>
          </a:bodyPr>
          <a:lstStyle/>
          <a:p>
            <a:r>
              <a:rPr lang="en-US" sz="1000" b="1" dirty="0">
                <a:solidFill>
                  <a:srgbClr val="00B0F0"/>
                </a:solidFill>
                <a:latin typeface="Cambria" panose="02040503050406030204" pitchFamily="18" charset="0"/>
                <a:ea typeface="Cambria" panose="02040503050406030204" pitchFamily="18" charset="0"/>
              </a:rPr>
              <a:t>42%</a:t>
            </a:r>
            <a:r>
              <a:rPr lang="en-US" sz="1000" dirty="0">
                <a:solidFill>
                  <a:srgbClr val="00B0F0"/>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roll to spot (nothing changes)</a:t>
            </a:r>
          </a:p>
        </p:txBody>
      </p:sp>
      <p:sp>
        <p:nvSpPr>
          <p:cNvPr id="14" name="TextBox 13">
            <a:extLst>
              <a:ext uri="{FF2B5EF4-FFF2-40B4-BE49-F238E27FC236}">
                <a16:creationId xmlns:a16="http://schemas.microsoft.com/office/drawing/2014/main" id="{B4810206-3BEB-1801-216B-C657A51D76EB}"/>
              </a:ext>
            </a:extLst>
          </p:cNvPr>
          <p:cNvSpPr txBox="1"/>
          <p:nvPr/>
        </p:nvSpPr>
        <p:spPr>
          <a:xfrm>
            <a:off x="5947891" y="3594074"/>
            <a:ext cx="2625028"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Investment break-even</a:t>
            </a:r>
          </a:p>
        </p:txBody>
      </p:sp>
      <p:sp>
        <p:nvSpPr>
          <p:cNvPr id="16" name="TextBox 15">
            <a:extLst>
              <a:ext uri="{FF2B5EF4-FFF2-40B4-BE49-F238E27FC236}">
                <a16:creationId xmlns:a16="http://schemas.microsoft.com/office/drawing/2014/main" id="{B1C23EE8-9C1E-5323-9D47-7E70842C008C}"/>
              </a:ext>
            </a:extLst>
          </p:cNvPr>
          <p:cNvSpPr txBox="1"/>
          <p:nvPr/>
        </p:nvSpPr>
        <p:spPr>
          <a:xfrm>
            <a:off x="5943213" y="4067440"/>
            <a:ext cx="3851477"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100% impairment (at end of 4 years)</a:t>
            </a:r>
          </a:p>
        </p:txBody>
      </p:sp>
      <p:sp>
        <p:nvSpPr>
          <p:cNvPr id="17" name="TextBox 16">
            <a:extLst>
              <a:ext uri="{FF2B5EF4-FFF2-40B4-BE49-F238E27FC236}">
                <a16:creationId xmlns:a16="http://schemas.microsoft.com/office/drawing/2014/main" id="{8F64569A-2D42-77C0-5993-2C67225CF865}"/>
              </a:ext>
            </a:extLst>
          </p:cNvPr>
          <p:cNvSpPr txBox="1"/>
          <p:nvPr/>
        </p:nvSpPr>
        <p:spPr>
          <a:xfrm>
            <a:off x="5557899" y="5666723"/>
            <a:ext cx="4623732" cy="400110"/>
          </a:xfrm>
          <a:prstGeom prst="rect">
            <a:avLst/>
          </a:prstGeom>
          <a:noFill/>
        </p:spPr>
        <p:txBody>
          <a:bodyPr wrap="square" rtlCol="0">
            <a:spAutoFit/>
          </a:bodyPr>
          <a:lstStyle/>
          <a:p>
            <a:pPr algn="r"/>
            <a:r>
              <a:rPr lang="en-US" sz="1000" i="1" dirty="0">
                <a:latin typeface="Cambria" panose="02040503050406030204" pitchFamily="18" charset="0"/>
                <a:ea typeface="Cambria" panose="02040503050406030204" pitchFamily="18" charset="0"/>
              </a:rPr>
              <a:t>Source: Bloomberg, Liminality Calculations</a:t>
            </a:r>
            <a:br>
              <a:rPr lang="en-US" sz="1000" i="1" dirty="0">
                <a:latin typeface="Cambria" panose="02040503050406030204" pitchFamily="18" charset="0"/>
                <a:ea typeface="Cambria" panose="02040503050406030204" pitchFamily="18" charset="0"/>
              </a:rPr>
            </a:br>
            <a:r>
              <a:rPr lang="en-US" sz="1000" i="1" dirty="0">
                <a:latin typeface="Cambria" panose="02040503050406030204" pitchFamily="18" charset="0"/>
                <a:ea typeface="Cambria" panose="02040503050406030204" pitchFamily="18" charset="0"/>
              </a:rPr>
              <a:t>Note: Returns are dependent on level of swap spread</a:t>
            </a:r>
          </a:p>
        </p:txBody>
      </p:sp>
      <p:sp>
        <p:nvSpPr>
          <p:cNvPr id="4" name="TextBox 3">
            <a:extLst>
              <a:ext uri="{FF2B5EF4-FFF2-40B4-BE49-F238E27FC236}">
                <a16:creationId xmlns:a16="http://schemas.microsoft.com/office/drawing/2014/main" id="{FBCFB305-DE31-98B6-9890-95ABC13E973B}"/>
              </a:ext>
            </a:extLst>
          </p:cNvPr>
          <p:cNvSpPr txBox="1"/>
          <p:nvPr/>
        </p:nvSpPr>
        <p:spPr>
          <a:xfrm>
            <a:off x="1259717" y="1116913"/>
            <a:ext cx="5220595" cy="307777"/>
          </a:xfrm>
          <a:prstGeom prst="rect">
            <a:avLst/>
          </a:prstGeom>
          <a:noFill/>
        </p:spPr>
        <p:txBody>
          <a:bodyPr wrap="square" rtlCol="0">
            <a:spAutoFit/>
          </a:bodyPr>
          <a:lstStyle/>
          <a:p>
            <a:r>
              <a:rPr lang="en-US" b="1" dirty="0">
                <a:latin typeface="Garamond" panose="02020404030301010803" pitchFamily="18" charset="0"/>
                <a:ea typeface="Cambria" panose="02040503050406030204" pitchFamily="18" charset="0"/>
              </a:rPr>
              <a:t>Time Series of a Generic ~1y French Bond vs Euribor, last 14y</a:t>
            </a:r>
            <a:r>
              <a:rPr lang="en-US" b="1" baseline="30000" dirty="0">
                <a:latin typeface="Garamond" panose="02020404030301010803" pitchFamily="18" charset="0"/>
                <a:ea typeface="Cambria" panose="02040503050406030204" pitchFamily="18" charset="0"/>
              </a:rPr>
              <a:t>1</a:t>
            </a:r>
          </a:p>
        </p:txBody>
      </p:sp>
      <p:sp>
        <p:nvSpPr>
          <p:cNvPr id="8" name="TextBox 7">
            <a:extLst>
              <a:ext uri="{FF2B5EF4-FFF2-40B4-BE49-F238E27FC236}">
                <a16:creationId xmlns:a16="http://schemas.microsoft.com/office/drawing/2014/main" id="{08904C02-925E-CAA0-F53A-2092F6D6665C}"/>
              </a:ext>
            </a:extLst>
          </p:cNvPr>
          <p:cNvSpPr txBox="1"/>
          <p:nvPr/>
        </p:nvSpPr>
        <p:spPr>
          <a:xfrm>
            <a:off x="4337437" y="4722182"/>
            <a:ext cx="4517738" cy="400110"/>
          </a:xfrm>
          <a:prstGeom prst="rect">
            <a:avLst/>
          </a:prstGeom>
          <a:noFill/>
        </p:spPr>
        <p:txBody>
          <a:bodyPr wrap="square" rtlCol="0">
            <a:spAutoFit/>
          </a:bodyPr>
          <a:lstStyle/>
          <a:p>
            <a:r>
              <a:rPr lang="en-US" sz="1000" baseline="30000" dirty="0">
                <a:latin typeface="Garamond" panose="02020404030301010803" pitchFamily="18" charset="0"/>
              </a:rPr>
              <a:t>1 </a:t>
            </a:r>
            <a:r>
              <a:rPr lang="en-US" sz="1000" dirty="0">
                <a:latin typeface="Garamond" panose="02020404030301010803" pitchFamily="18" charset="0"/>
              </a:rPr>
              <a:t>Source: Bloomberg, Liminality Calculations</a:t>
            </a:r>
            <a:br>
              <a:rPr lang="en-US" sz="1000" baseline="30000" dirty="0">
                <a:latin typeface="Garamond" panose="02020404030301010803" pitchFamily="18" charset="0"/>
              </a:rPr>
            </a:br>
            <a:r>
              <a:rPr lang="en-US" sz="1000" baseline="30000" dirty="0">
                <a:latin typeface="Garamond" panose="02020404030301010803" pitchFamily="18" charset="0"/>
              </a:rPr>
              <a:t>2 </a:t>
            </a:r>
            <a:r>
              <a:rPr lang="en-US" sz="1000" dirty="0">
                <a:latin typeface="Garamond" panose="02020404030301010803" pitchFamily="18" charset="0"/>
              </a:rPr>
              <a:t>Scenario Analysis of FRTR 3 ¼ 02/25/32, rolled forward 4y</a:t>
            </a:r>
          </a:p>
        </p:txBody>
      </p:sp>
      <p:pic>
        <p:nvPicPr>
          <p:cNvPr id="15" name="Picture 14">
            <a:extLst>
              <a:ext uri="{FF2B5EF4-FFF2-40B4-BE49-F238E27FC236}">
                <a16:creationId xmlns:a16="http://schemas.microsoft.com/office/drawing/2014/main" id="{34D1062A-9458-C47D-B82E-79EE1236D8FA}"/>
              </a:ext>
            </a:extLst>
          </p:cNvPr>
          <p:cNvPicPr>
            <a:picLocks noChangeAspect="1"/>
          </p:cNvPicPr>
          <p:nvPr/>
        </p:nvPicPr>
        <p:blipFill>
          <a:blip r:embed="rId3"/>
          <a:stretch>
            <a:fillRect/>
          </a:stretch>
        </p:blipFill>
        <p:spPr>
          <a:xfrm>
            <a:off x="993739" y="1569028"/>
            <a:ext cx="5008188" cy="2984838"/>
          </a:xfrm>
          <a:prstGeom prst="rect">
            <a:avLst/>
          </a:prstGeom>
        </p:spPr>
      </p:pic>
      <p:sp>
        <p:nvSpPr>
          <p:cNvPr id="19" name="TextBox 18">
            <a:extLst>
              <a:ext uri="{FF2B5EF4-FFF2-40B4-BE49-F238E27FC236}">
                <a16:creationId xmlns:a16="http://schemas.microsoft.com/office/drawing/2014/main" id="{3933D082-986A-03C2-F65A-1EF0B06F0E69}"/>
              </a:ext>
            </a:extLst>
          </p:cNvPr>
          <p:cNvSpPr txBox="1"/>
          <p:nvPr/>
        </p:nvSpPr>
        <p:spPr>
          <a:xfrm>
            <a:off x="5950302" y="2314034"/>
            <a:ext cx="5091288" cy="246221"/>
          </a:xfrm>
          <a:prstGeom prst="rect">
            <a:avLst/>
          </a:prstGeom>
          <a:noFill/>
        </p:spPr>
        <p:txBody>
          <a:bodyPr wrap="square">
            <a:spAutoFit/>
          </a:bodyPr>
          <a:lstStyle/>
          <a:p>
            <a:r>
              <a:rPr lang="en-US" sz="1000" b="1" dirty="0">
                <a:solidFill>
                  <a:srgbClr val="595959"/>
                </a:solidFill>
                <a:latin typeface="Cambria" panose="02040503050406030204" pitchFamily="18" charset="0"/>
                <a:ea typeface="Cambria" panose="02040503050406030204" pitchFamily="18" charset="0"/>
              </a:rPr>
              <a:t>36%</a:t>
            </a:r>
            <a:r>
              <a:rPr lang="en-US" sz="1000" dirty="0">
                <a:solidFill>
                  <a:srgbClr val="595959"/>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No roll (Spot today)</a:t>
            </a:r>
          </a:p>
        </p:txBody>
      </p:sp>
    </p:spTree>
    <p:extLst>
      <p:ext uri="{BB962C8B-B14F-4D97-AF65-F5344CB8AC3E}">
        <p14:creationId xmlns:p14="http://schemas.microsoft.com/office/powerpoint/2010/main" val="1887331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A29A5-F726-6023-D31D-6D7ABFE5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0116A-9C72-7178-39B7-BB825F723357}"/>
              </a:ext>
            </a:extLst>
          </p:cNvPr>
          <p:cNvSpPr>
            <a:spLocks noGrp="1"/>
          </p:cNvSpPr>
          <p:nvPr>
            <p:ph type="title"/>
          </p:nvPr>
        </p:nvSpPr>
        <p:spPr/>
        <p:txBody>
          <a:bodyPr/>
          <a:lstStyle/>
          <a:p>
            <a:r>
              <a:rPr lang="en-US" dirty="0"/>
              <a:t>Risks</a:t>
            </a:r>
          </a:p>
        </p:txBody>
      </p:sp>
      <p:sp>
        <p:nvSpPr>
          <p:cNvPr id="3" name="Content Placeholder 2">
            <a:extLst>
              <a:ext uri="{FF2B5EF4-FFF2-40B4-BE49-F238E27FC236}">
                <a16:creationId xmlns:a16="http://schemas.microsoft.com/office/drawing/2014/main" id="{0B9DDC2A-8DCD-B38E-C36C-F71830A648C8}"/>
              </a:ext>
            </a:extLst>
          </p:cNvPr>
          <p:cNvSpPr>
            <a:spLocks noGrp="1"/>
          </p:cNvSpPr>
          <p:nvPr>
            <p:ph idx="1"/>
          </p:nvPr>
        </p:nvSpPr>
        <p:spPr>
          <a:xfrm>
            <a:off x="628649" y="1223586"/>
            <a:ext cx="8113273" cy="3543677"/>
          </a:xfrm>
        </p:spPr>
        <p:txBody>
          <a:bodyPr>
            <a:normAutofit/>
          </a:bodyPr>
          <a:lstStyle/>
          <a:p>
            <a:pPr marL="0" indent="0">
              <a:lnSpc>
                <a:spcPct val="120000"/>
              </a:lnSpc>
              <a:buNone/>
            </a:pPr>
            <a:r>
              <a:rPr lang="en-US" sz="1700" b="1" dirty="0"/>
              <a:t>French swap spreads could continue to gap lower, and we could have mark to market losses from here.  But for permanent impairment at expiry, it would likely require [x]</a:t>
            </a:r>
          </a:p>
          <a:p>
            <a:pPr marL="342900" indent="-342900">
              <a:lnSpc>
                <a:spcPct val="120000"/>
              </a:lnSpc>
              <a:buFont typeface="Arial" panose="020B0604020202020204" pitchFamily="34" charset="0"/>
              <a:buAutoNum type="arabicPeriod"/>
            </a:pPr>
            <a:r>
              <a:rPr lang="en-US" sz="1700" b="1" dirty="0"/>
              <a:t>[Far left wins in April presidential election, </a:t>
            </a:r>
            <a:r>
              <a:rPr lang="en-US" sz="1700" b="1" dirty="0" err="1"/>
              <a:t>Melenchon</a:t>
            </a:r>
            <a:r>
              <a:rPr lang="en-US" sz="1700" b="1" dirty="0"/>
              <a:t> looks to ‘cancel’ the debt]</a:t>
            </a:r>
          </a:p>
          <a:p>
            <a:pPr marL="342900" indent="-342900">
              <a:lnSpc>
                <a:spcPct val="120000"/>
              </a:lnSpc>
              <a:buFont typeface="Arial" panose="020B0604020202020204" pitchFamily="34" charset="0"/>
              <a:buAutoNum type="arabicPeriod"/>
            </a:pPr>
            <a:r>
              <a:rPr lang="en-US" sz="1700" b="1" dirty="0"/>
              <a:t>[France leaves the EU]</a:t>
            </a:r>
          </a:p>
          <a:p>
            <a:pPr marL="0" indent="0">
              <a:lnSpc>
                <a:spcPct val="120000"/>
              </a:lnSpc>
              <a:buNone/>
            </a:pPr>
            <a:endParaRPr lang="en-US" sz="1700" b="1" dirty="0"/>
          </a:p>
          <a:p>
            <a:pPr marL="0" indent="0">
              <a:lnSpc>
                <a:spcPct val="120000"/>
              </a:lnSpc>
              <a:buNone/>
            </a:pPr>
            <a:endParaRPr lang="en-US" sz="1800" b="1" dirty="0"/>
          </a:p>
        </p:txBody>
      </p:sp>
      <p:sp>
        <p:nvSpPr>
          <p:cNvPr id="4" name="Slide Number Placeholder 3">
            <a:extLst>
              <a:ext uri="{FF2B5EF4-FFF2-40B4-BE49-F238E27FC236}">
                <a16:creationId xmlns:a16="http://schemas.microsoft.com/office/drawing/2014/main" id="{CCBAEA74-77DC-2AEE-3524-2615B2F0D8F3}"/>
              </a:ext>
            </a:extLst>
          </p:cNvPr>
          <p:cNvSpPr>
            <a:spLocks noGrp="1"/>
          </p:cNvSpPr>
          <p:nvPr>
            <p:ph type="sldNum" sz="quarter" idx="12"/>
          </p:nvPr>
        </p:nvSpPr>
        <p:spPr/>
        <p:txBody>
          <a:bodyPr/>
          <a:lstStyle/>
          <a:p>
            <a:fld id="{F6B70E3D-0A47-44A9-8B13-A3D1BC88A914}" type="slidenum">
              <a:rPr lang="en-US" smtClean="0"/>
              <a:pPr/>
              <a:t>7</a:t>
            </a:fld>
            <a:endParaRPr lang="en-US"/>
          </a:p>
        </p:txBody>
      </p:sp>
    </p:spTree>
    <p:extLst>
      <p:ext uri="{BB962C8B-B14F-4D97-AF65-F5344CB8AC3E}">
        <p14:creationId xmlns:p14="http://schemas.microsoft.com/office/powerpoint/2010/main" val="2318539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BA174-BD3B-3EED-3558-198A8F98E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8BB61-3EBC-FC8D-5E4A-4A3853A72636}"/>
              </a:ext>
            </a:extLst>
          </p:cNvPr>
          <p:cNvSpPr>
            <a:spLocks noGrp="1"/>
          </p:cNvSpPr>
          <p:nvPr>
            <p:ph type="title"/>
          </p:nvPr>
        </p:nvSpPr>
        <p:spPr/>
        <p:txBody>
          <a:bodyPr/>
          <a:lstStyle/>
          <a:p>
            <a:r>
              <a:rPr lang="en-US" dirty="0"/>
              <a:t>[Insert Italy chart during 2012 era]</a:t>
            </a:r>
          </a:p>
        </p:txBody>
      </p:sp>
      <p:sp>
        <p:nvSpPr>
          <p:cNvPr id="4" name="Slide Number Placeholder 3">
            <a:extLst>
              <a:ext uri="{FF2B5EF4-FFF2-40B4-BE49-F238E27FC236}">
                <a16:creationId xmlns:a16="http://schemas.microsoft.com/office/drawing/2014/main" id="{9F2A3600-213A-85E8-E088-43E5A03F0305}"/>
              </a:ext>
            </a:extLst>
          </p:cNvPr>
          <p:cNvSpPr>
            <a:spLocks noGrp="1"/>
          </p:cNvSpPr>
          <p:nvPr>
            <p:ph type="sldNum" sz="quarter" idx="12"/>
          </p:nvPr>
        </p:nvSpPr>
        <p:spPr/>
        <p:txBody>
          <a:bodyPr/>
          <a:lstStyle/>
          <a:p>
            <a:fld id="{F6B70E3D-0A47-44A9-8B13-A3D1BC88A914}" type="slidenum">
              <a:rPr lang="en-US" smtClean="0"/>
              <a:pPr/>
              <a:t>8</a:t>
            </a:fld>
            <a:endParaRPr lang="en-US"/>
          </a:p>
        </p:txBody>
      </p:sp>
    </p:spTree>
    <p:extLst>
      <p:ext uri="{BB962C8B-B14F-4D97-AF65-F5344CB8AC3E}">
        <p14:creationId xmlns:p14="http://schemas.microsoft.com/office/powerpoint/2010/main" val="2542225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9682-F03C-CF0F-A115-158EC3011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68401-ACBA-0483-CFBD-E7B95353AAC8}"/>
              </a:ext>
            </a:extLst>
          </p:cNvPr>
          <p:cNvSpPr>
            <a:spLocks noGrp="1"/>
          </p:cNvSpPr>
          <p:nvPr>
            <p:ph type="title"/>
          </p:nvPr>
        </p:nvSpPr>
        <p:spPr>
          <a:xfrm>
            <a:off x="628650" y="274638"/>
            <a:ext cx="7886700" cy="4131107"/>
          </a:xfrm>
        </p:spPr>
        <p:txBody>
          <a:bodyPr>
            <a:normAutofit/>
          </a:bodyPr>
          <a:lstStyle/>
          <a:p>
            <a:pPr algn="ctr"/>
            <a:r>
              <a:rPr lang="en-US" sz="4800" dirty="0"/>
              <a:t>Appendix</a:t>
            </a:r>
          </a:p>
        </p:txBody>
      </p:sp>
    </p:spTree>
    <p:extLst>
      <p:ext uri="{BB962C8B-B14F-4D97-AF65-F5344CB8AC3E}">
        <p14:creationId xmlns:p14="http://schemas.microsoft.com/office/powerpoint/2010/main" val="2058072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25FCD-D058-A4F7-35A0-D3D41ED0F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DF5AB-5279-45EE-E091-664E7CBE0783}"/>
              </a:ext>
            </a:extLst>
          </p:cNvPr>
          <p:cNvSpPr>
            <a:spLocks noGrp="1"/>
          </p:cNvSpPr>
          <p:nvPr>
            <p:ph type="title"/>
          </p:nvPr>
        </p:nvSpPr>
        <p:spPr/>
        <p:txBody>
          <a:bodyPr/>
          <a:lstStyle/>
          <a:p>
            <a:r>
              <a:rPr lang="en-US" dirty="0"/>
              <a:t>Presidential Election </a:t>
            </a:r>
            <a:r>
              <a:rPr lang="en-US" dirty="0" err="1"/>
              <a:t>Polymarket</a:t>
            </a:r>
            <a:r>
              <a:rPr lang="en-US" dirty="0"/>
              <a:t> odds</a:t>
            </a:r>
          </a:p>
        </p:txBody>
      </p:sp>
      <p:sp>
        <p:nvSpPr>
          <p:cNvPr id="3" name="Content Placeholder 2">
            <a:extLst>
              <a:ext uri="{FF2B5EF4-FFF2-40B4-BE49-F238E27FC236}">
                <a16:creationId xmlns:a16="http://schemas.microsoft.com/office/drawing/2014/main" id="{1DF95DB3-3787-0D68-DCF7-44443DC50AC7}"/>
              </a:ext>
            </a:extLst>
          </p:cNvPr>
          <p:cNvSpPr>
            <a:spLocks noGrp="1"/>
          </p:cNvSpPr>
          <p:nvPr>
            <p:ph idx="1"/>
          </p:nvPr>
        </p:nvSpPr>
        <p:spPr>
          <a:xfrm>
            <a:off x="628649" y="1223586"/>
            <a:ext cx="8113273" cy="3543677"/>
          </a:xfrm>
        </p:spPr>
        <p:txBody>
          <a:bodyPr>
            <a:normAutofit/>
          </a:bodyPr>
          <a:lstStyle/>
          <a:p>
            <a:pPr marL="0" indent="0">
              <a:lnSpc>
                <a:spcPct val="120000"/>
              </a:lnSpc>
              <a:buNone/>
            </a:pPr>
            <a:r>
              <a:rPr lang="en-US" sz="1700" b="1" dirty="0"/>
              <a:t>Le Pen is expected to win.  </a:t>
            </a:r>
            <a:r>
              <a:rPr lang="en-US" sz="1700" b="1" dirty="0" err="1"/>
              <a:t>Melenchon</a:t>
            </a:r>
            <a:r>
              <a:rPr lang="en-US" sz="1700" b="1" dirty="0"/>
              <a:t> is ~13% currently</a:t>
            </a:r>
          </a:p>
          <a:p>
            <a:pPr marL="0" indent="0">
              <a:lnSpc>
                <a:spcPct val="120000"/>
              </a:lnSpc>
              <a:buNone/>
            </a:pPr>
            <a:endParaRPr lang="en-US" sz="1800" b="1" dirty="0"/>
          </a:p>
        </p:txBody>
      </p:sp>
      <p:sp>
        <p:nvSpPr>
          <p:cNvPr id="4" name="Slide Number Placeholder 3">
            <a:extLst>
              <a:ext uri="{FF2B5EF4-FFF2-40B4-BE49-F238E27FC236}">
                <a16:creationId xmlns:a16="http://schemas.microsoft.com/office/drawing/2014/main" id="{44B62DE0-1E03-9F6B-8330-596DA01BAA63}"/>
              </a:ext>
            </a:extLst>
          </p:cNvPr>
          <p:cNvSpPr>
            <a:spLocks noGrp="1"/>
          </p:cNvSpPr>
          <p:nvPr>
            <p:ph type="sldNum" sz="quarter" idx="12"/>
          </p:nvPr>
        </p:nvSpPr>
        <p:spPr/>
        <p:txBody>
          <a:bodyPr/>
          <a:lstStyle/>
          <a:p>
            <a:fld id="{F6B70E3D-0A47-44A9-8B13-A3D1BC88A914}" type="slidenum">
              <a:rPr lang="en-US" smtClean="0"/>
              <a:pPr/>
              <a:t>10</a:t>
            </a:fld>
            <a:endParaRPr lang="en-US"/>
          </a:p>
        </p:txBody>
      </p:sp>
      <p:pic>
        <p:nvPicPr>
          <p:cNvPr id="6" name="Picture 5">
            <a:extLst>
              <a:ext uri="{FF2B5EF4-FFF2-40B4-BE49-F238E27FC236}">
                <a16:creationId xmlns:a16="http://schemas.microsoft.com/office/drawing/2014/main" id="{F103C63E-C99A-B2F5-C128-F5BD2FAD9CE7}"/>
              </a:ext>
            </a:extLst>
          </p:cNvPr>
          <p:cNvPicPr>
            <a:picLocks noChangeAspect="1"/>
          </p:cNvPicPr>
          <p:nvPr/>
        </p:nvPicPr>
        <p:blipFill>
          <a:blip r:embed="rId3"/>
          <a:stretch>
            <a:fillRect/>
          </a:stretch>
        </p:blipFill>
        <p:spPr>
          <a:xfrm>
            <a:off x="2446741" y="1821656"/>
            <a:ext cx="4713788" cy="2874496"/>
          </a:xfrm>
          <a:prstGeom prst="rect">
            <a:avLst/>
          </a:prstGeom>
        </p:spPr>
      </p:pic>
    </p:spTree>
    <p:extLst>
      <p:ext uri="{BB962C8B-B14F-4D97-AF65-F5344CB8AC3E}">
        <p14:creationId xmlns:p14="http://schemas.microsoft.com/office/powerpoint/2010/main" val="3885195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3AC62-5665-B07E-47F1-E43F9936A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B5D16-A3B1-9D22-D362-AE5CBEA6F42A}"/>
              </a:ext>
            </a:extLst>
          </p:cNvPr>
          <p:cNvSpPr>
            <a:spLocks noGrp="1"/>
          </p:cNvSpPr>
          <p:nvPr>
            <p:ph type="title"/>
          </p:nvPr>
        </p:nvSpPr>
        <p:spPr/>
        <p:txBody>
          <a:bodyPr/>
          <a:lstStyle/>
          <a:p>
            <a:r>
              <a:rPr lang="en-US" dirty="0"/>
              <a:t>French Presidential Upcoming Calendar</a:t>
            </a:r>
          </a:p>
        </p:txBody>
      </p:sp>
      <p:sp>
        <p:nvSpPr>
          <p:cNvPr id="3" name="Content Placeholder 2">
            <a:extLst>
              <a:ext uri="{FF2B5EF4-FFF2-40B4-BE49-F238E27FC236}">
                <a16:creationId xmlns:a16="http://schemas.microsoft.com/office/drawing/2014/main" id="{FF555C19-406C-3CCD-E0D6-D0038AD6FE98}"/>
              </a:ext>
            </a:extLst>
          </p:cNvPr>
          <p:cNvSpPr>
            <a:spLocks noGrp="1"/>
          </p:cNvSpPr>
          <p:nvPr>
            <p:ph idx="1"/>
          </p:nvPr>
        </p:nvSpPr>
        <p:spPr>
          <a:xfrm>
            <a:off x="628649" y="1223586"/>
            <a:ext cx="8113273" cy="3543677"/>
          </a:xfrm>
        </p:spPr>
        <p:txBody>
          <a:bodyPr>
            <a:normAutofit/>
          </a:bodyPr>
          <a:lstStyle/>
          <a:p>
            <a:pPr marL="0" indent="0">
              <a:lnSpc>
                <a:spcPct val="120000"/>
              </a:lnSpc>
              <a:buNone/>
            </a:pPr>
            <a:r>
              <a:rPr lang="en-US" sz="1700" b="1" dirty="0"/>
              <a:t>[insert]</a:t>
            </a:r>
            <a:endParaRPr lang="en-US" sz="1800" b="1" dirty="0"/>
          </a:p>
        </p:txBody>
      </p:sp>
      <p:sp>
        <p:nvSpPr>
          <p:cNvPr id="4" name="Slide Number Placeholder 3">
            <a:extLst>
              <a:ext uri="{FF2B5EF4-FFF2-40B4-BE49-F238E27FC236}">
                <a16:creationId xmlns:a16="http://schemas.microsoft.com/office/drawing/2014/main" id="{59FD2BFB-E3AE-DFDA-503B-6EB0A77F7CE4}"/>
              </a:ext>
            </a:extLst>
          </p:cNvPr>
          <p:cNvSpPr>
            <a:spLocks noGrp="1"/>
          </p:cNvSpPr>
          <p:nvPr>
            <p:ph type="sldNum" sz="quarter" idx="12"/>
          </p:nvPr>
        </p:nvSpPr>
        <p:spPr/>
        <p:txBody>
          <a:bodyPr/>
          <a:lstStyle/>
          <a:p>
            <a:fld id="{F6B70E3D-0A47-44A9-8B13-A3D1BC88A914}" type="slidenum">
              <a:rPr lang="en-US" smtClean="0"/>
              <a:pPr/>
              <a:t>11</a:t>
            </a:fld>
            <a:endParaRPr lang="en-US"/>
          </a:p>
        </p:txBody>
      </p:sp>
    </p:spTree>
    <p:extLst>
      <p:ext uri="{BB962C8B-B14F-4D97-AF65-F5344CB8AC3E}">
        <p14:creationId xmlns:p14="http://schemas.microsoft.com/office/powerpoint/2010/main" val="1449410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182F9B48-1CF8-4A2F-C41E-F5B5430AEB33}"/>
            </a:ext>
          </a:extLst>
        </p:cNvPr>
        <p:cNvGrpSpPr/>
        <p:nvPr/>
      </p:nvGrpSpPr>
      <p:grpSpPr>
        <a:xfrm>
          <a:off x="0" y="0"/>
          <a:ext cx="0" cy="0"/>
          <a:chOff x="0" y="0"/>
          <a:chExt cx="0" cy="0"/>
        </a:xfrm>
      </p:grpSpPr>
      <p:sp>
        <p:nvSpPr>
          <p:cNvPr id="246" name="Google Shape;246;p51">
            <a:extLst>
              <a:ext uri="{FF2B5EF4-FFF2-40B4-BE49-F238E27FC236}">
                <a16:creationId xmlns:a16="http://schemas.microsoft.com/office/drawing/2014/main" id="{6F9A2816-ACEE-255A-B35B-B0F5C576480C}"/>
              </a:ext>
            </a:extLst>
          </p:cNvPr>
          <p:cNvSpPr txBox="1">
            <a:spLocks noGrp="1"/>
          </p:cNvSpPr>
          <p:nvPr>
            <p:ph idx="1"/>
          </p:nvPr>
        </p:nvSpPr>
        <p:spPr>
          <a:prstGeom prst="rect">
            <a:avLst/>
          </a:prstGeom>
          <a:noFill/>
          <a:ln>
            <a:noFill/>
          </a:ln>
        </p:spPr>
        <p:txBody>
          <a:bodyPr spcFirstLastPara="1" wrap="square" lIns="68400" tIns="34275" rIns="68575" bIns="34275" anchor="t" anchorCtr="0">
            <a:normAutofit/>
          </a:bodyPr>
          <a:lstStyle/>
          <a:p>
            <a:pPr marL="0" lvl="0" indent="0" algn="l" rtl="0">
              <a:lnSpc>
                <a:spcPct val="100000"/>
              </a:lnSpc>
              <a:spcBef>
                <a:spcPts val="0"/>
              </a:spcBef>
              <a:spcAft>
                <a:spcPts val="0"/>
              </a:spcAft>
              <a:buClr>
                <a:schemeClr val="dk1"/>
              </a:buClr>
              <a:buSzPts val="1300"/>
              <a:buNone/>
            </a:pPr>
            <a:endParaRPr sz="1200" dirty="0">
              <a:solidFill>
                <a:srgbClr val="434343"/>
              </a:solidFill>
              <a:latin typeface="Garamond" panose="02020404030301010803" pitchFamily="18" charset="0"/>
              <a:ea typeface="Helvetica Neue Light"/>
              <a:cs typeface="Helvetica Neue Light"/>
              <a:sym typeface="Helvetica Neue Light"/>
            </a:endParaRPr>
          </a:p>
          <a:p>
            <a:pPr marL="0" marR="0" lvl="0" indent="0" algn="l" rtl="0">
              <a:lnSpc>
                <a:spcPct val="100000"/>
              </a:lnSpc>
              <a:spcBef>
                <a:spcPts val="0"/>
              </a:spcBef>
              <a:spcAft>
                <a:spcPts val="0"/>
              </a:spcAft>
              <a:buClr>
                <a:schemeClr val="dk1"/>
              </a:buClr>
              <a:buSzPts val="1300"/>
              <a:buNone/>
            </a:pPr>
            <a:r>
              <a:rPr lang="en-GB" sz="1200" b="1" dirty="0">
                <a:latin typeface="Garamond" panose="02020404030301010803" pitchFamily="18" charset="0"/>
                <a:ea typeface="Helvetica Neue"/>
                <a:cs typeface="Helvetica Neue"/>
                <a:sym typeface="Helvetica Neue"/>
              </a:rPr>
              <a:t>No offer or solicitation</a:t>
            </a:r>
            <a:endParaRPr sz="1200" b="1" dirty="0">
              <a:latin typeface="Garamond" panose="02020404030301010803" pitchFamily="18" charset="0"/>
              <a:ea typeface="Helvetica Neue"/>
              <a:cs typeface="Helvetica Neue"/>
              <a:sym typeface="Helvetica Neue"/>
            </a:endParaRPr>
          </a:p>
          <a:p>
            <a:pPr marL="0" lvl="0" indent="0" algn="l" rtl="0">
              <a:lnSpc>
                <a:spcPct val="100000"/>
              </a:lnSpc>
              <a:spcBef>
                <a:spcPts val="0"/>
              </a:spcBef>
              <a:spcAft>
                <a:spcPts val="0"/>
              </a:spcAft>
              <a:buClr>
                <a:schemeClr val="dk1"/>
              </a:buClr>
              <a:buSzPts val="1300"/>
              <a:buNone/>
            </a:pPr>
            <a:r>
              <a:rPr lang="en-GB" sz="1200" dirty="0">
                <a:latin typeface="Garamond" panose="02020404030301010803" pitchFamily="18" charset="0"/>
                <a:ea typeface="Helvetica Neue Light"/>
                <a:cs typeface="Helvetica Neue Light"/>
                <a:sym typeface="Helvetica Neue Light"/>
              </a:rPr>
              <a:t>Nothing herein constitutes or should be construed as an offering of securities or a recommendation to purchase or sell securities or commodity interests. If an offer of securities were to made in the future, it must be made only through a confidential private placement memorandum (“PPM”) and related subscription documents. </a:t>
            </a: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endParaRPr sz="1200" b="1" dirty="0">
              <a:latin typeface="Garamond" panose="02020404030301010803" pitchFamily="18" charset="0"/>
              <a:ea typeface="Helvetica Neue"/>
              <a:cs typeface="Helvetica Neue"/>
              <a:sym typeface="Helvetica Neue"/>
            </a:endParaRPr>
          </a:p>
          <a:p>
            <a:pPr marL="0" lvl="0" indent="0" algn="l" rtl="0">
              <a:lnSpc>
                <a:spcPct val="100000"/>
              </a:lnSpc>
              <a:spcBef>
                <a:spcPts val="0"/>
              </a:spcBef>
              <a:spcAft>
                <a:spcPts val="0"/>
              </a:spcAft>
              <a:buClr>
                <a:schemeClr val="dk1"/>
              </a:buClr>
              <a:buSzPts val="1300"/>
              <a:buNone/>
            </a:pPr>
            <a:r>
              <a:rPr lang="en-GB" sz="1200" b="1" dirty="0">
                <a:latin typeface="Garamond" panose="02020404030301010803" pitchFamily="18" charset="0"/>
                <a:ea typeface="Helvetica Neue"/>
                <a:cs typeface="Helvetica Neue"/>
                <a:sym typeface="Helvetica Neue"/>
              </a:rPr>
              <a:t>Eligibility requirements </a:t>
            </a: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r>
              <a:rPr lang="en-GB" sz="1200" dirty="0">
                <a:latin typeface="Garamond" panose="02020404030301010803" pitchFamily="18" charset="0"/>
                <a:ea typeface="Helvetica Neue Light"/>
                <a:cs typeface="Helvetica Neue Light"/>
                <a:sym typeface="Helvetica Neue Light"/>
              </a:rPr>
              <a:t>Potential investors must meet the eligibility requirements set forth in the PPM. The information contained herein is for informational and discussion purposes only, reflects the opinions of the author and no other person, and to the extent factual is accurate only as the date hereof. Liminality Capital does not undertake to update any information that subsequently becomes inaccurate. Past performance is no guarantee of future results.</a:t>
            </a: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r>
              <a:rPr lang="en-GB" sz="1200" b="1" dirty="0">
                <a:latin typeface="Garamond" panose="02020404030301010803" pitchFamily="18" charset="0"/>
                <a:ea typeface="Helvetica Neue"/>
                <a:cs typeface="Helvetica Neue"/>
                <a:sym typeface="Helvetica Neue"/>
              </a:rPr>
              <a:t>Not advice</a:t>
            </a:r>
            <a:endParaRPr sz="1200" b="1" dirty="0">
              <a:latin typeface="Garamond" panose="02020404030301010803" pitchFamily="18" charset="0"/>
              <a:ea typeface="Helvetica Neue"/>
              <a:cs typeface="Helvetica Neue"/>
              <a:sym typeface="Helvetica Neue"/>
            </a:endParaRPr>
          </a:p>
          <a:p>
            <a:pPr marL="0" lvl="0" indent="0" algn="l" rtl="0">
              <a:lnSpc>
                <a:spcPct val="100000"/>
              </a:lnSpc>
              <a:spcBef>
                <a:spcPts val="0"/>
              </a:spcBef>
              <a:spcAft>
                <a:spcPts val="0"/>
              </a:spcAft>
              <a:buClr>
                <a:schemeClr val="dk1"/>
              </a:buClr>
              <a:buSzPts val="1300"/>
              <a:buNone/>
            </a:pPr>
            <a:r>
              <a:rPr lang="en-GB" sz="1200" dirty="0">
                <a:latin typeface="Garamond" panose="02020404030301010803" pitchFamily="18" charset="0"/>
                <a:ea typeface="Helvetica Neue Light"/>
                <a:cs typeface="Helvetica Neue Light"/>
                <a:sym typeface="Helvetica Neue Light"/>
              </a:rPr>
              <a:t>This material is intended for informational purposes only and should not be construed as legal or tax advice, nor is it intended to replace the advice of a qualified attorney or tax advisor.  The recipient should conduct his or her own analysis and consult with professional advisors prior to making any investment decisions.</a:t>
            </a:r>
            <a:endParaRPr sz="1300" dirty="0">
              <a:latin typeface="Garamond" panose="02020404030301010803" pitchFamily="18" charset="0"/>
              <a:ea typeface="Helvetica Neue Light"/>
              <a:cs typeface="Helvetica Neue Light"/>
              <a:sym typeface="Helvetica Neue Light"/>
            </a:endParaRPr>
          </a:p>
        </p:txBody>
      </p:sp>
      <p:sp>
        <p:nvSpPr>
          <p:cNvPr id="4" name="Google Shape;253;p52">
            <a:extLst>
              <a:ext uri="{FF2B5EF4-FFF2-40B4-BE49-F238E27FC236}">
                <a16:creationId xmlns:a16="http://schemas.microsoft.com/office/drawing/2014/main" id="{B4DBF1BB-2E74-3159-6C55-686F9EAB7640}"/>
              </a:ext>
            </a:extLst>
          </p:cNvPr>
          <p:cNvSpPr txBox="1">
            <a:spLocks noGrp="1"/>
          </p:cNvSpPr>
          <p:nvPr>
            <p:ph type="sldNum" sz="quarter" idx="12"/>
          </p:nvPr>
        </p:nvSpPr>
        <p:spPr>
          <a:prstGeom prst="rect">
            <a:avLst/>
          </a:prstGeom>
          <a:noFill/>
          <a:ln>
            <a:noFill/>
          </a:ln>
        </p:spPr>
        <p:txBody>
          <a:bodyPr spcFirstLastPara="1" wrap="square" lIns="68575" tIns="34275" rIns="68575" bIns="34275" anchor="ctr" anchorCtr="0">
            <a:norm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GB"/>
              <a:t>12</a:t>
            </a:fld>
            <a:endParaRPr dirty="0"/>
          </a:p>
        </p:txBody>
      </p:sp>
      <p:sp>
        <p:nvSpPr>
          <p:cNvPr id="248" name="Google Shape;248;p51">
            <a:extLst>
              <a:ext uri="{FF2B5EF4-FFF2-40B4-BE49-F238E27FC236}">
                <a16:creationId xmlns:a16="http://schemas.microsoft.com/office/drawing/2014/main" id="{8F291EE5-2752-77D9-67FB-400EE2D8435D}"/>
              </a:ext>
            </a:extLst>
          </p:cNvPr>
          <p:cNvSpPr txBox="1">
            <a:spLocks noGrp="1"/>
          </p:cNvSpPr>
          <p:nvPr>
            <p:ph type="title"/>
          </p:nvPr>
        </p:nvSpPr>
        <p:spPr>
          <a:prstGeom prst="rect">
            <a:avLst/>
          </a:prstGeom>
          <a:noFill/>
          <a:ln>
            <a:noFill/>
          </a:ln>
        </p:spPr>
        <p:txBody>
          <a:bodyPr spcFirstLastPara="1" wrap="square" lIns="68400" tIns="34275" rIns="68575" bIns="34275" anchor="ctr" anchorCtr="0">
            <a:noAutofit/>
          </a:bodyPr>
          <a:lstStyle/>
          <a:p>
            <a:pPr marL="0" lvl="0" indent="0" rtl="0">
              <a:spcBef>
                <a:spcPts val="0"/>
              </a:spcBef>
              <a:spcAft>
                <a:spcPts val="0"/>
              </a:spcAft>
              <a:buClr>
                <a:schemeClr val="dk1"/>
              </a:buClr>
              <a:buSzPts val="1100"/>
              <a:buFont typeface="Arial"/>
              <a:buNone/>
            </a:pPr>
            <a:r>
              <a:rPr lang="en-GB" dirty="0">
                <a:latin typeface="Garamond"/>
                <a:ea typeface="Garamond"/>
                <a:cs typeface="Garamond"/>
                <a:sym typeface="Garamond"/>
              </a:rPr>
              <a:t>Disclaimer</a:t>
            </a:r>
            <a:endParaRPr dirty="0">
              <a:latin typeface="Garamond"/>
              <a:ea typeface="Garamond"/>
              <a:cs typeface="Garamond"/>
              <a:sym typeface="Garamond"/>
            </a:endParaRPr>
          </a:p>
        </p:txBody>
      </p:sp>
      <p:sp>
        <p:nvSpPr>
          <p:cNvPr id="2" name="Title 1">
            <a:extLst>
              <a:ext uri="{FF2B5EF4-FFF2-40B4-BE49-F238E27FC236}">
                <a16:creationId xmlns:a16="http://schemas.microsoft.com/office/drawing/2014/main" id="{91A451BB-4F94-185B-51BD-AF14FBCF3754}"/>
              </a:ext>
            </a:extLst>
          </p:cNvPr>
          <p:cNvSpPr txBox="1">
            <a:spLocks/>
          </p:cNvSpPr>
          <p:nvPr/>
        </p:nvSpPr>
        <p:spPr>
          <a:xfrm>
            <a:off x="216569" y="-164281"/>
            <a:ext cx="7886700" cy="8778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Garamond" panose="02020404030301010803" pitchFamily="18" charset="0"/>
                <a:ea typeface="+mj-ea"/>
                <a:cs typeface="+mj-cs"/>
              </a:defRPr>
            </a:lvl1pPr>
          </a:lstStyle>
          <a:p>
            <a:pPr>
              <a:buClrTx/>
              <a:buFontTx/>
            </a:pPr>
            <a:endParaRPr lang="en-US" sz="1500" i="1" dirty="0">
              <a:cs typeface="Times New Roman" panose="02020603050405020304" pitchFamily="18" charset="0"/>
            </a:endParaRPr>
          </a:p>
        </p:txBody>
      </p:sp>
    </p:spTree>
    <p:extLst>
      <p:ext uri="{BB962C8B-B14F-4D97-AF65-F5344CB8AC3E}">
        <p14:creationId xmlns:p14="http://schemas.microsoft.com/office/powerpoint/2010/main" val="917093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8201D-06EC-F33E-4277-BD71E426C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50509-020E-1666-B198-342367D31534}"/>
              </a:ext>
            </a:extLst>
          </p:cNvPr>
          <p:cNvSpPr>
            <a:spLocks noGrp="1"/>
          </p:cNvSpPr>
          <p:nvPr>
            <p:ph type="title"/>
          </p:nvPr>
        </p:nvSpPr>
        <p:spPr>
          <a:xfrm>
            <a:off x="628650" y="274638"/>
            <a:ext cx="7886700" cy="4131107"/>
          </a:xfrm>
        </p:spPr>
        <p:txBody>
          <a:bodyPr>
            <a:normAutofit/>
          </a:bodyPr>
          <a:lstStyle/>
          <a:p>
            <a:pPr algn="ctr"/>
            <a:r>
              <a:rPr lang="en-US" sz="4800" dirty="0"/>
              <a:t>Appendix: </a:t>
            </a:r>
            <a:br>
              <a:rPr lang="en-US" sz="4800" dirty="0"/>
            </a:br>
            <a:r>
              <a:rPr lang="en-US" sz="4800" dirty="0"/>
              <a:t>Original July 2025 Presentation</a:t>
            </a:r>
          </a:p>
        </p:txBody>
      </p:sp>
    </p:spTree>
    <p:extLst>
      <p:ext uri="{BB962C8B-B14F-4D97-AF65-F5344CB8AC3E}">
        <p14:creationId xmlns:p14="http://schemas.microsoft.com/office/powerpoint/2010/main" val="872643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C08D2626-E4BA-F5A9-BCE6-38DBF29912D1}"/>
            </a:ext>
          </a:extLst>
        </p:cNvPr>
        <p:cNvGrpSpPr/>
        <p:nvPr/>
      </p:nvGrpSpPr>
      <p:grpSpPr>
        <a:xfrm>
          <a:off x="0" y="0"/>
          <a:ext cx="0" cy="0"/>
          <a:chOff x="0" y="0"/>
          <a:chExt cx="0" cy="0"/>
        </a:xfrm>
      </p:grpSpPr>
      <p:sp>
        <p:nvSpPr>
          <p:cNvPr id="230" name="Google Shape;230;p49">
            <a:extLst>
              <a:ext uri="{FF2B5EF4-FFF2-40B4-BE49-F238E27FC236}">
                <a16:creationId xmlns:a16="http://schemas.microsoft.com/office/drawing/2014/main" id="{A497FE26-F4BE-50A8-DDAE-B7EB351E1852}"/>
              </a:ext>
            </a:extLst>
          </p:cNvPr>
          <p:cNvSpPr txBox="1"/>
          <p:nvPr/>
        </p:nvSpPr>
        <p:spPr>
          <a:xfrm>
            <a:off x="75" y="3441900"/>
            <a:ext cx="9144000" cy="1714500"/>
          </a:xfrm>
          <a:prstGeom prst="rect">
            <a:avLst/>
          </a:prstGeom>
          <a:solidFill>
            <a:srgbClr val="011C40"/>
          </a:solidFill>
          <a:ln>
            <a:noFill/>
          </a:ln>
        </p:spPr>
        <p:txBody>
          <a:bodyPr spcFirstLastPara="1" wrap="square" lIns="0" tIns="68575" rIns="68575" bIns="68575" anchor="t" anchorCtr="0">
            <a:noAutofit/>
          </a:bodyPr>
          <a:lstStyle/>
          <a:p>
            <a:pPr marL="107999" lvl="0" indent="0" algn="l" rtl="0">
              <a:spcBef>
                <a:spcPts val="0"/>
              </a:spcBef>
              <a:spcAft>
                <a:spcPts val="0"/>
              </a:spcAft>
              <a:buNone/>
            </a:pPr>
            <a:endParaRPr b="1">
              <a:solidFill>
                <a:srgbClr val="FFFFFF"/>
              </a:solidFill>
              <a:latin typeface="Helvetica Neue"/>
              <a:ea typeface="Helvetica Neue"/>
              <a:cs typeface="Helvetica Neue"/>
              <a:sym typeface="Helvetica Neue"/>
            </a:endParaRPr>
          </a:p>
        </p:txBody>
      </p:sp>
      <p:sp>
        <p:nvSpPr>
          <p:cNvPr id="3" name="Subtitle 2">
            <a:extLst>
              <a:ext uri="{FF2B5EF4-FFF2-40B4-BE49-F238E27FC236}">
                <a16:creationId xmlns:a16="http://schemas.microsoft.com/office/drawing/2014/main" id="{62B1172D-1C7A-69DD-F5AB-1D62F8D8BB78}"/>
              </a:ext>
            </a:extLst>
          </p:cNvPr>
          <p:cNvSpPr>
            <a:spLocks noGrp="1"/>
          </p:cNvSpPr>
          <p:nvPr>
            <p:ph type="subTitle" idx="1"/>
          </p:nvPr>
        </p:nvSpPr>
        <p:spPr>
          <a:xfrm>
            <a:off x="1143000" y="3831412"/>
            <a:ext cx="6858000" cy="1071262"/>
          </a:xfrm>
        </p:spPr>
        <p:txBody>
          <a:bodyPr>
            <a:normAutofit/>
          </a:bodyPr>
          <a:lstStyle/>
          <a:p>
            <a:r>
              <a:rPr lang="en-US" sz="2400" u="sng" dirty="0">
                <a:latin typeface="Garamond"/>
              </a:rPr>
              <a:t>July 2025</a:t>
            </a:r>
          </a:p>
        </p:txBody>
      </p:sp>
      <p:sp>
        <p:nvSpPr>
          <p:cNvPr id="2" name="Title 1">
            <a:extLst>
              <a:ext uri="{FF2B5EF4-FFF2-40B4-BE49-F238E27FC236}">
                <a16:creationId xmlns:a16="http://schemas.microsoft.com/office/drawing/2014/main" id="{C4DF2D6C-E57A-F7B6-BC67-F318C5F140AA}"/>
              </a:ext>
            </a:extLst>
          </p:cNvPr>
          <p:cNvSpPr>
            <a:spLocks noGrp="1"/>
          </p:cNvSpPr>
          <p:nvPr>
            <p:ph type="ctrTitle"/>
          </p:nvPr>
        </p:nvSpPr>
        <p:spPr>
          <a:xfrm>
            <a:off x="217170" y="2722241"/>
            <a:ext cx="8801100" cy="1071261"/>
          </a:xfrm>
        </p:spPr>
        <p:txBody>
          <a:bodyPr>
            <a:noAutofit/>
          </a:bodyPr>
          <a:lstStyle/>
          <a:p>
            <a:r>
              <a:rPr lang="en-US" sz="2800" u="sng" dirty="0"/>
              <a:t>Investment Opportunity: </a:t>
            </a:r>
            <a:br>
              <a:rPr lang="en-US" sz="2800" u="sng" dirty="0"/>
            </a:br>
            <a:r>
              <a:rPr lang="en-US" sz="2800" u="sng" dirty="0"/>
              <a:t>Swap Spreads on Belly Treasury Bonds</a:t>
            </a:r>
          </a:p>
        </p:txBody>
      </p:sp>
      <p:sp>
        <p:nvSpPr>
          <p:cNvPr id="4" name="Title 1">
            <a:extLst>
              <a:ext uri="{FF2B5EF4-FFF2-40B4-BE49-F238E27FC236}">
                <a16:creationId xmlns:a16="http://schemas.microsoft.com/office/drawing/2014/main" id="{D48D758D-2C12-F19B-168E-EC0DBB44A64A}"/>
              </a:ext>
            </a:extLst>
          </p:cNvPr>
          <p:cNvSpPr txBox="1">
            <a:spLocks/>
          </p:cNvSpPr>
          <p:nvPr/>
        </p:nvSpPr>
        <p:spPr>
          <a:xfrm>
            <a:off x="216569" y="-164281"/>
            <a:ext cx="7886700" cy="8778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Garamond" panose="02020404030301010803" pitchFamily="18" charset="0"/>
                <a:ea typeface="+mj-ea"/>
                <a:cs typeface="+mj-cs"/>
              </a:defRPr>
            </a:lvl1pPr>
          </a:lstStyle>
          <a:p>
            <a:pPr>
              <a:buClrTx/>
              <a:buFontTx/>
            </a:pPr>
            <a:r>
              <a:rPr lang="en-US" sz="1500" i="1" dirty="0">
                <a:cs typeface="Times New Roman" panose="02020603050405020304" pitchFamily="18" charset="0"/>
              </a:rPr>
              <a:t>S&amp;P Dividend Presentation from Nov 2023</a:t>
            </a:r>
          </a:p>
        </p:txBody>
      </p:sp>
      <p:sp>
        <p:nvSpPr>
          <p:cNvPr id="5" name="Slide Number Placeholder 4">
            <a:extLst>
              <a:ext uri="{FF2B5EF4-FFF2-40B4-BE49-F238E27FC236}">
                <a16:creationId xmlns:a16="http://schemas.microsoft.com/office/drawing/2014/main" id="{2F583327-008A-9ADC-F20B-236C278FF9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14</a:t>
            </a:fld>
            <a:endParaRPr lang="en-GB"/>
          </a:p>
        </p:txBody>
      </p:sp>
      <p:sp>
        <p:nvSpPr>
          <p:cNvPr id="6" name="Footer Placeholder 4">
            <a:extLst>
              <a:ext uri="{FF2B5EF4-FFF2-40B4-BE49-F238E27FC236}">
                <a16:creationId xmlns:a16="http://schemas.microsoft.com/office/drawing/2014/main" id="{F7C48F9D-8DB2-9B8B-F659-291982E5AF73}"/>
              </a:ext>
            </a:extLst>
          </p:cNvPr>
          <p:cNvSpPr>
            <a:spLocks noGrp="1"/>
          </p:cNvSpPr>
          <p:nvPr>
            <p:ph type="ftr" sz="quarter" idx="11"/>
          </p:nvPr>
        </p:nvSpPr>
        <p:spPr>
          <a:xfrm>
            <a:off x="152568" y="4619293"/>
            <a:ext cx="9071333" cy="130785"/>
          </a:xfrm>
        </p:spPr>
        <p:txBody>
          <a:bodyPr/>
          <a:lstStyle/>
          <a:p>
            <a:r>
              <a:rPr lang="en-US" dirty="0">
                <a:solidFill>
                  <a:schemeClr val="bg1"/>
                </a:solidFill>
                <a:latin typeface="Garamond" panose="02020404030301010803" pitchFamily="18" charset="0"/>
              </a:rPr>
              <a:t>CONFIDENTIAL AND PROPRIETARY: </a:t>
            </a:r>
            <a:br>
              <a:rPr lang="en-US" dirty="0">
                <a:solidFill>
                  <a:schemeClr val="bg1"/>
                </a:solidFill>
                <a:latin typeface="Garamond" panose="02020404030301010803" pitchFamily="18" charset="0"/>
              </a:rPr>
            </a:br>
            <a:r>
              <a:rPr lang="en-US" dirty="0">
                <a:solidFill>
                  <a:schemeClr val="bg1"/>
                </a:solidFill>
                <a:latin typeface="Garamond" panose="02020404030301010803" pitchFamily="18" charset="0"/>
              </a:rPr>
              <a:t>This presentation contains confidential information and is intended solely for the use of the named recipient(s)</a:t>
            </a:r>
          </a:p>
        </p:txBody>
      </p:sp>
    </p:spTree>
    <p:extLst>
      <p:ext uri="{BB962C8B-B14F-4D97-AF65-F5344CB8AC3E}">
        <p14:creationId xmlns:p14="http://schemas.microsoft.com/office/powerpoint/2010/main" val="3704025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E7604-E80B-D103-B443-F1A46CDD79F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59C1F2A-2309-4B44-F9C8-4F239EC18CA9}"/>
              </a:ext>
            </a:extLst>
          </p:cNvPr>
          <p:cNvSpPr/>
          <p:nvPr/>
        </p:nvSpPr>
        <p:spPr>
          <a:xfrm>
            <a:off x="761999" y="1380827"/>
            <a:ext cx="7620000" cy="461107"/>
          </a:xfrm>
          <a:prstGeom prst="roundRect">
            <a:avLst/>
          </a:prstGeom>
          <a:solidFill>
            <a:srgbClr val="E9EB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AC93BC-813F-4252-2CB0-268C4ECC45EA}"/>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17E5CD57-B96E-25A2-D896-0DC4A4CACFCD}"/>
              </a:ext>
            </a:extLst>
          </p:cNvPr>
          <p:cNvSpPr>
            <a:spLocks noGrp="1"/>
          </p:cNvSpPr>
          <p:nvPr>
            <p:ph idx="1"/>
          </p:nvPr>
        </p:nvSpPr>
        <p:spPr>
          <a:xfrm>
            <a:off x="830140" y="1396457"/>
            <a:ext cx="8067512" cy="2987974"/>
          </a:xfrm>
        </p:spPr>
        <p:txBody>
          <a:bodyPr>
            <a:normAutofit/>
          </a:bodyPr>
          <a:lstStyle/>
          <a:p>
            <a:pPr marL="457200" indent="-457200">
              <a:lnSpc>
                <a:spcPct val="100000"/>
              </a:lnSpc>
              <a:buFont typeface="+mj-lt"/>
              <a:buAutoNum type="arabicPeriod"/>
            </a:pPr>
            <a:r>
              <a:rPr lang="en-US" sz="2400" b="1" dirty="0"/>
              <a:t>EXECUTIVE SUMMARY</a:t>
            </a:r>
          </a:p>
          <a:p>
            <a:pPr marL="457200" indent="-457200">
              <a:lnSpc>
                <a:spcPct val="100000"/>
              </a:lnSpc>
              <a:buFont typeface="+mj-lt"/>
              <a:buAutoNum type="arabicPeriod"/>
            </a:pPr>
            <a:r>
              <a:rPr lang="en-US" sz="2400" dirty="0"/>
              <a:t>INVESTMENT DESCRIPTION</a:t>
            </a:r>
          </a:p>
          <a:p>
            <a:pPr marL="457200" indent="-457200">
              <a:lnSpc>
                <a:spcPct val="100000"/>
              </a:lnSpc>
              <a:buFont typeface="+mj-lt"/>
              <a:buAutoNum type="arabicPeriod"/>
            </a:pPr>
            <a:r>
              <a:rPr lang="en-US" sz="2400" dirty="0"/>
              <a:t>SCENARIO ANALYSIS</a:t>
            </a:r>
          </a:p>
          <a:p>
            <a:pPr marL="457200" indent="-457200">
              <a:lnSpc>
                <a:spcPct val="100000"/>
              </a:lnSpc>
              <a:buFont typeface="+mj-lt"/>
              <a:buAutoNum type="arabicPeriod"/>
            </a:pPr>
            <a:r>
              <a:rPr lang="en-US" sz="2400" dirty="0"/>
              <a:t>RISKS</a:t>
            </a:r>
          </a:p>
          <a:p>
            <a:pPr marL="457200" indent="-457200">
              <a:lnSpc>
                <a:spcPct val="100000"/>
              </a:lnSpc>
              <a:buFont typeface="+mj-lt"/>
              <a:buAutoNum type="arabicPeriod"/>
            </a:pPr>
            <a:endParaRPr lang="en-US" sz="2400" dirty="0"/>
          </a:p>
        </p:txBody>
      </p:sp>
      <p:sp>
        <p:nvSpPr>
          <p:cNvPr id="4" name="Slide Number Placeholder 3">
            <a:extLst>
              <a:ext uri="{FF2B5EF4-FFF2-40B4-BE49-F238E27FC236}">
                <a16:creationId xmlns:a16="http://schemas.microsoft.com/office/drawing/2014/main" id="{DC125C97-E33F-CD7B-1776-83AD56A87F0F}"/>
              </a:ext>
            </a:extLst>
          </p:cNvPr>
          <p:cNvSpPr>
            <a:spLocks noGrp="1"/>
          </p:cNvSpPr>
          <p:nvPr>
            <p:ph type="sldNum" sz="quarter" idx="12"/>
          </p:nvPr>
        </p:nvSpPr>
        <p:spPr/>
        <p:txBody>
          <a:bodyPr/>
          <a:lstStyle/>
          <a:p>
            <a:fld id="{F6B70E3D-0A47-44A9-8B13-A3D1BC88A914}" type="slidenum">
              <a:rPr lang="en-US" smtClean="0"/>
              <a:pPr/>
              <a:t>15</a:t>
            </a:fld>
            <a:endParaRPr lang="en-US"/>
          </a:p>
        </p:txBody>
      </p:sp>
    </p:spTree>
    <p:extLst>
      <p:ext uri="{BB962C8B-B14F-4D97-AF65-F5344CB8AC3E}">
        <p14:creationId xmlns:p14="http://schemas.microsoft.com/office/powerpoint/2010/main" val="1479795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7640-C219-68C4-2496-7A90F2289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034C1F-41AA-A0FC-D871-B1C23B7C399D}"/>
              </a:ext>
            </a:extLst>
          </p:cNvPr>
          <p:cNvSpPr>
            <a:spLocks noGrp="1"/>
          </p:cNvSpPr>
          <p:nvPr>
            <p:ph type="title"/>
          </p:nvPr>
        </p:nvSpPr>
        <p:spPr>
          <a:xfrm>
            <a:off x="628650" y="261090"/>
            <a:ext cx="7886700" cy="877837"/>
          </a:xfrm>
        </p:spPr>
        <p:txBody>
          <a:bodyPr/>
          <a:lstStyle/>
          <a:p>
            <a:r>
              <a:rPr lang="en-US" dirty="0"/>
              <a:t>Executive Summary</a:t>
            </a:r>
          </a:p>
        </p:txBody>
      </p:sp>
      <p:sp>
        <p:nvSpPr>
          <p:cNvPr id="3" name="Content Placeholder 2">
            <a:extLst>
              <a:ext uri="{FF2B5EF4-FFF2-40B4-BE49-F238E27FC236}">
                <a16:creationId xmlns:a16="http://schemas.microsoft.com/office/drawing/2014/main" id="{C7BD0611-BB3A-598C-B3D3-F7CDECF4D66D}"/>
              </a:ext>
            </a:extLst>
          </p:cNvPr>
          <p:cNvSpPr>
            <a:spLocks noGrp="1"/>
          </p:cNvSpPr>
          <p:nvPr>
            <p:ph idx="1"/>
          </p:nvPr>
        </p:nvSpPr>
        <p:spPr>
          <a:xfrm>
            <a:off x="628650" y="1264072"/>
            <a:ext cx="8269002" cy="3356054"/>
          </a:xfrm>
        </p:spPr>
        <p:txBody>
          <a:bodyPr>
            <a:normAutofit fontScale="85000" lnSpcReduction="10000"/>
          </a:bodyPr>
          <a:lstStyle/>
          <a:p>
            <a:pPr marL="0" indent="0">
              <a:lnSpc>
                <a:spcPct val="110000"/>
              </a:lnSpc>
              <a:buNone/>
            </a:pPr>
            <a:r>
              <a:rPr lang="en-US" sz="1900" b="1" u="sng" dirty="0"/>
              <a:t>Buy a 2y Expiry Option on a 6y Treasury Swap Spread</a:t>
            </a:r>
          </a:p>
          <a:p>
            <a:pPr marL="457200" indent="-457200">
              <a:lnSpc>
                <a:spcPct val="110000"/>
              </a:lnSpc>
              <a:buFont typeface="+mj-lt"/>
              <a:buAutoNum type="arabicPeriod"/>
            </a:pPr>
            <a:r>
              <a:rPr lang="en-US" sz="1900" b="1" dirty="0"/>
              <a:t>6y Treasuries have attractive roll and carry to the 4y point on the curve (especially Coupon Strips)</a:t>
            </a:r>
          </a:p>
          <a:p>
            <a:pPr marL="457200" indent="-457200">
              <a:lnSpc>
                <a:spcPct val="110000"/>
              </a:lnSpc>
              <a:buFont typeface="+mj-lt"/>
              <a:buAutoNum type="arabicPeriod"/>
            </a:pPr>
            <a:r>
              <a:rPr lang="en-US" sz="1900" b="1" dirty="0"/>
              <a:t>The entry point is highly attractive versus history.  There is an ongoing dislocation from, among other things, levered players getting stopped out</a:t>
            </a:r>
          </a:p>
          <a:p>
            <a:pPr marL="457200" indent="-457200">
              <a:lnSpc>
                <a:spcPct val="110000"/>
              </a:lnSpc>
              <a:buAutoNum type="arabicPeriod"/>
            </a:pPr>
            <a:r>
              <a:rPr lang="en-US" sz="1900" b="1" dirty="0"/>
              <a:t>While this exposure typically requires tremendous leverage and ongoing refinancing risk, we have been able to structure it with two-year </a:t>
            </a:r>
            <a:r>
              <a:rPr lang="en-US" sz="1900" b="1" u="sng" dirty="0"/>
              <a:t>non-recourse</a:t>
            </a:r>
            <a:r>
              <a:rPr lang="en-US" sz="1900" b="1" dirty="0"/>
              <a:t> financing</a:t>
            </a:r>
          </a:p>
          <a:p>
            <a:pPr marL="0" indent="0">
              <a:lnSpc>
                <a:spcPct val="110000"/>
              </a:lnSpc>
              <a:buNone/>
            </a:pPr>
            <a:r>
              <a:rPr lang="en-US" sz="1900" b="1" dirty="0">
                <a:highlight>
                  <a:srgbClr val="FFFFFF"/>
                </a:highlight>
              </a:rPr>
              <a:t>While there are risks to this trade not working</a:t>
            </a:r>
            <a:r>
              <a:rPr lang="en-US" sz="1900" b="1" dirty="0"/>
              <a:t>, we have probabilistic conviction that the expected value is skewed massively in our favor, there is plenty of time for normalization to occur, and there are likely upcoming catalysts from regulatory reform</a:t>
            </a:r>
          </a:p>
          <a:p>
            <a:pPr marL="0" indent="0">
              <a:lnSpc>
                <a:spcPct val="110000"/>
              </a:lnSpc>
              <a:buNone/>
            </a:pPr>
            <a:endParaRPr lang="en-US" sz="1800" dirty="0"/>
          </a:p>
          <a:p>
            <a:pPr lvl="1">
              <a:lnSpc>
                <a:spcPct val="110000"/>
              </a:lnSpc>
            </a:pPr>
            <a:endParaRPr lang="en-US" sz="1800" i="1" dirty="0"/>
          </a:p>
        </p:txBody>
      </p:sp>
      <p:sp>
        <p:nvSpPr>
          <p:cNvPr id="4" name="Slide Number Placeholder 3">
            <a:extLst>
              <a:ext uri="{FF2B5EF4-FFF2-40B4-BE49-F238E27FC236}">
                <a16:creationId xmlns:a16="http://schemas.microsoft.com/office/drawing/2014/main" id="{29154310-2700-8C00-D7E2-EDA12328FF49}"/>
              </a:ext>
            </a:extLst>
          </p:cNvPr>
          <p:cNvSpPr>
            <a:spLocks noGrp="1"/>
          </p:cNvSpPr>
          <p:nvPr>
            <p:ph type="sldNum" sz="quarter" idx="12"/>
          </p:nvPr>
        </p:nvSpPr>
        <p:spPr/>
        <p:txBody>
          <a:bodyPr/>
          <a:lstStyle/>
          <a:p>
            <a:fld id="{F6B70E3D-0A47-44A9-8B13-A3D1BC88A914}" type="slidenum">
              <a:rPr lang="en-US" smtClean="0"/>
              <a:pPr/>
              <a:t>16</a:t>
            </a:fld>
            <a:endParaRPr lang="en-US" dirty="0"/>
          </a:p>
        </p:txBody>
      </p:sp>
    </p:spTree>
    <p:extLst>
      <p:ext uri="{BB962C8B-B14F-4D97-AF65-F5344CB8AC3E}">
        <p14:creationId xmlns:p14="http://schemas.microsoft.com/office/powerpoint/2010/main" val="2996382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FBEDD-F7D8-4448-22F6-AE8B31B4036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BA230B8-6CCF-E529-725B-008785F77AF5}"/>
              </a:ext>
            </a:extLst>
          </p:cNvPr>
          <p:cNvSpPr/>
          <p:nvPr/>
        </p:nvSpPr>
        <p:spPr>
          <a:xfrm>
            <a:off x="6033016" y="2427461"/>
            <a:ext cx="2305877" cy="194995"/>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D3CE31-4B2E-64E7-24E1-6B0FB7528ABD}"/>
              </a:ext>
            </a:extLst>
          </p:cNvPr>
          <p:cNvSpPr>
            <a:spLocks noGrp="1"/>
          </p:cNvSpPr>
          <p:nvPr>
            <p:ph type="title"/>
          </p:nvPr>
        </p:nvSpPr>
        <p:spPr/>
        <p:txBody>
          <a:bodyPr>
            <a:normAutofit/>
          </a:bodyPr>
          <a:lstStyle/>
          <a:p>
            <a:r>
              <a:rPr lang="en-US" dirty="0"/>
              <a:t>Scenario Analysis: 2y IRRs</a:t>
            </a:r>
          </a:p>
        </p:txBody>
      </p:sp>
      <p:sp>
        <p:nvSpPr>
          <p:cNvPr id="3" name="Slide Number Placeholder 2">
            <a:extLst>
              <a:ext uri="{FF2B5EF4-FFF2-40B4-BE49-F238E27FC236}">
                <a16:creationId xmlns:a16="http://schemas.microsoft.com/office/drawing/2014/main" id="{20A38853-C7D8-3BBA-A6D9-AAD2383232DA}"/>
              </a:ext>
            </a:extLst>
          </p:cNvPr>
          <p:cNvSpPr>
            <a:spLocks noGrp="1"/>
          </p:cNvSpPr>
          <p:nvPr>
            <p:ph type="sldNum" sz="quarter" idx="12"/>
          </p:nvPr>
        </p:nvSpPr>
        <p:spPr/>
        <p:txBody>
          <a:bodyPr/>
          <a:lstStyle/>
          <a:p>
            <a:fld id="{F6B70E3D-0A47-44A9-8B13-A3D1BC88A914}" type="slidenum">
              <a:rPr lang="en-US" smtClean="0"/>
              <a:pPr/>
              <a:t>17</a:t>
            </a:fld>
            <a:endParaRPr lang="en-US" dirty="0"/>
          </a:p>
        </p:txBody>
      </p:sp>
      <p:sp>
        <p:nvSpPr>
          <p:cNvPr id="6" name="Content Placeholder 2">
            <a:extLst>
              <a:ext uri="{FF2B5EF4-FFF2-40B4-BE49-F238E27FC236}">
                <a16:creationId xmlns:a16="http://schemas.microsoft.com/office/drawing/2014/main" id="{9BF2A624-841A-F71F-5A03-8D4C37C25B99}"/>
              </a:ext>
            </a:extLst>
          </p:cNvPr>
          <p:cNvSpPr txBox="1">
            <a:spLocks/>
          </p:cNvSpPr>
          <p:nvPr/>
        </p:nvSpPr>
        <p:spPr>
          <a:xfrm>
            <a:off x="628650" y="1218772"/>
            <a:ext cx="8158068" cy="4563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None/>
            </a:pPr>
            <a:endParaRPr lang="en-US" sz="1800" b="1" dirty="0"/>
          </a:p>
        </p:txBody>
      </p:sp>
      <p:sp>
        <p:nvSpPr>
          <p:cNvPr id="10" name="TextBox 9">
            <a:extLst>
              <a:ext uri="{FF2B5EF4-FFF2-40B4-BE49-F238E27FC236}">
                <a16:creationId xmlns:a16="http://schemas.microsoft.com/office/drawing/2014/main" id="{19CC1373-1AE4-6211-B4F9-20F6ABB92042}"/>
              </a:ext>
            </a:extLst>
          </p:cNvPr>
          <p:cNvSpPr txBox="1"/>
          <p:nvPr/>
        </p:nvSpPr>
        <p:spPr>
          <a:xfrm>
            <a:off x="5947891" y="1711941"/>
            <a:ext cx="2858728" cy="246221"/>
          </a:xfrm>
          <a:prstGeom prst="rect">
            <a:avLst/>
          </a:prstGeom>
          <a:noFill/>
        </p:spPr>
        <p:txBody>
          <a:bodyPr wrap="square" rtlCol="0">
            <a:spAutoFit/>
          </a:bodyPr>
          <a:lstStyle/>
          <a:p>
            <a:r>
              <a:rPr lang="en-US" sz="1000" b="1" u="sng" dirty="0">
                <a:latin typeface="Cambria" panose="02040503050406030204" pitchFamily="18" charset="0"/>
                <a:ea typeface="Cambria" panose="02040503050406030204" pitchFamily="18" charset="0"/>
              </a:rPr>
              <a:t>2yr IRRs at different at-expiry spread levels</a:t>
            </a:r>
            <a:r>
              <a:rPr lang="en-US" sz="1000" b="1" baseline="30000" dirty="0">
                <a:latin typeface="Cambria" panose="02040503050406030204" pitchFamily="18" charset="0"/>
                <a:ea typeface="Cambria" panose="02040503050406030204" pitchFamily="18" charset="0"/>
              </a:rPr>
              <a:t>2</a:t>
            </a:r>
            <a:endParaRPr lang="en-US" sz="1000" b="1" dirty="0">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26D63359-9F04-AB45-5B02-EE31A113558C}"/>
              </a:ext>
            </a:extLst>
          </p:cNvPr>
          <p:cNvSpPr txBox="1"/>
          <p:nvPr/>
        </p:nvSpPr>
        <p:spPr>
          <a:xfrm>
            <a:off x="5952153" y="1955484"/>
            <a:ext cx="2625577" cy="246221"/>
          </a:xfrm>
          <a:prstGeom prst="rect">
            <a:avLst/>
          </a:prstGeom>
          <a:noFill/>
        </p:spPr>
        <p:txBody>
          <a:bodyPr wrap="square" rtlCol="0">
            <a:spAutoFit/>
          </a:bodyPr>
          <a:lstStyle/>
          <a:p>
            <a:r>
              <a:rPr lang="en-US" sz="1000" b="1" dirty="0">
                <a:solidFill>
                  <a:schemeClr val="accent6">
                    <a:lumMod val="75000"/>
                  </a:schemeClr>
                </a:solidFill>
                <a:latin typeface="Cambria" panose="02040503050406030204" pitchFamily="18" charset="0"/>
                <a:ea typeface="Cambria" panose="02040503050406030204" pitchFamily="18" charset="0"/>
              </a:rPr>
              <a:t>42%</a:t>
            </a:r>
            <a:r>
              <a:rPr lang="en-US" sz="1000" dirty="0">
                <a:solidFill>
                  <a:schemeClr val="accent6">
                    <a:lumMod val="75000"/>
                  </a:schemeClr>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at 50</a:t>
            </a:r>
            <a:r>
              <a:rPr lang="en-US" sz="1000" baseline="30000" dirty="0">
                <a:latin typeface="Cambria" panose="02040503050406030204" pitchFamily="18" charset="0"/>
                <a:ea typeface="Cambria" panose="02040503050406030204" pitchFamily="18" charset="0"/>
              </a:rPr>
              <a:t>th</a:t>
            </a:r>
            <a:r>
              <a:rPr lang="en-US" sz="1000" dirty="0">
                <a:latin typeface="Cambria" panose="02040503050406030204" pitchFamily="18" charset="0"/>
                <a:ea typeface="Cambria" panose="02040503050406030204" pitchFamily="18" charset="0"/>
              </a:rPr>
              <a:t> percentile (since 2010)</a:t>
            </a:r>
          </a:p>
        </p:txBody>
      </p:sp>
      <p:sp>
        <p:nvSpPr>
          <p:cNvPr id="12" name="TextBox 11">
            <a:extLst>
              <a:ext uri="{FF2B5EF4-FFF2-40B4-BE49-F238E27FC236}">
                <a16:creationId xmlns:a16="http://schemas.microsoft.com/office/drawing/2014/main" id="{739C6A32-197B-E39A-B95D-84B5B9438D8E}"/>
              </a:ext>
            </a:extLst>
          </p:cNvPr>
          <p:cNvSpPr txBox="1"/>
          <p:nvPr/>
        </p:nvSpPr>
        <p:spPr>
          <a:xfrm>
            <a:off x="5969176" y="2214511"/>
            <a:ext cx="2858728"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30%</a:t>
            </a:r>
            <a:r>
              <a:rPr lang="en-US" sz="1000" dirty="0">
                <a:latin typeface="Cambria" panose="02040503050406030204" pitchFamily="18" charset="0"/>
                <a:ea typeface="Cambria" panose="02040503050406030204" pitchFamily="18" charset="0"/>
              </a:rPr>
              <a:t> IRR at March 2025 high ~10</a:t>
            </a:r>
            <a:r>
              <a:rPr lang="en-US" sz="1000" baseline="30000" dirty="0">
                <a:latin typeface="Cambria" panose="02040503050406030204" pitchFamily="18" charset="0"/>
                <a:ea typeface="Cambria" panose="02040503050406030204" pitchFamily="18" charset="0"/>
              </a:rPr>
              <a:t>th</a:t>
            </a:r>
            <a:r>
              <a:rPr lang="en-US" sz="1000" dirty="0">
                <a:latin typeface="Cambria" panose="02040503050406030204" pitchFamily="18" charset="0"/>
                <a:ea typeface="Cambria" panose="02040503050406030204" pitchFamily="18" charset="0"/>
              </a:rPr>
              <a:t> percentile</a:t>
            </a:r>
          </a:p>
        </p:txBody>
      </p:sp>
      <p:sp>
        <p:nvSpPr>
          <p:cNvPr id="13" name="TextBox 12">
            <a:extLst>
              <a:ext uri="{FF2B5EF4-FFF2-40B4-BE49-F238E27FC236}">
                <a16:creationId xmlns:a16="http://schemas.microsoft.com/office/drawing/2014/main" id="{D8F9D94B-E5F8-694A-3EF1-FD4FEABF51D1}"/>
              </a:ext>
            </a:extLst>
          </p:cNvPr>
          <p:cNvSpPr txBox="1"/>
          <p:nvPr/>
        </p:nvSpPr>
        <p:spPr>
          <a:xfrm>
            <a:off x="5969176" y="2401849"/>
            <a:ext cx="3043932" cy="246221"/>
          </a:xfrm>
          <a:prstGeom prst="rect">
            <a:avLst/>
          </a:prstGeom>
          <a:noFill/>
        </p:spPr>
        <p:txBody>
          <a:bodyPr wrap="square" rtlCol="0">
            <a:spAutoFit/>
          </a:bodyPr>
          <a:lstStyle/>
          <a:p>
            <a:r>
              <a:rPr lang="en-US" sz="1000" b="1" dirty="0">
                <a:solidFill>
                  <a:srgbClr val="00B0F0"/>
                </a:solidFill>
                <a:latin typeface="Cambria" panose="02040503050406030204" pitchFamily="18" charset="0"/>
                <a:ea typeface="Cambria" panose="02040503050406030204" pitchFamily="18" charset="0"/>
              </a:rPr>
              <a:t>23%</a:t>
            </a:r>
            <a:r>
              <a:rPr lang="en-US" sz="1000" dirty="0">
                <a:solidFill>
                  <a:srgbClr val="00B0F0"/>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roll to spot (nothing changes)</a:t>
            </a:r>
          </a:p>
        </p:txBody>
      </p:sp>
      <p:sp>
        <p:nvSpPr>
          <p:cNvPr id="14" name="TextBox 13">
            <a:extLst>
              <a:ext uri="{FF2B5EF4-FFF2-40B4-BE49-F238E27FC236}">
                <a16:creationId xmlns:a16="http://schemas.microsoft.com/office/drawing/2014/main" id="{ACCA315D-4F67-0914-915B-127EA463C1F8}"/>
              </a:ext>
            </a:extLst>
          </p:cNvPr>
          <p:cNvSpPr txBox="1"/>
          <p:nvPr/>
        </p:nvSpPr>
        <p:spPr>
          <a:xfrm>
            <a:off x="5952153" y="2762926"/>
            <a:ext cx="2625028"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Investment break-even</a:t>
            </a:r>
          </a:p>
        </p:txBody>
      </p:sp>
      <p:sp>
        <p:nvSpPr>
          <p:cNvPr id="16" name="TextBox 15">
            <a:extLst>
              <a:ext uri="{FF2B5EF4-FFF2-40B4-BE49-F238E27FC236}">
                <a16:creationId xmlns:a16="http://schemas.microsoft.com/office/drawing/2014/main" id="{FC12A4F1-724D-5B68-E2F8-A778BBCF0FC5}"/>
              </a:ext>
            </a:extLst>
          </p:cNvPr>
          <p:cNvSpPr txBox="1"/>
          <p:nvPr/>
        </p:nvSpPr>
        <p:spPr>
          <a:xfrm>
            <a:off x="5943213" y="3548086"/>
            <a:ext cx="3851477"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100% impairment (at end of 2 years)</a:t>
            </a:r>
          </a:p>
        </p:txBody>
      </p:sp>
      <p:sp>
        <p:nvSpPr>
          <p:cNvPr id="17" name="TextBox 16">
            <a:extLst>
              <a:ext uri="{FF2B5EF4-FFF2-40B4-BE49-F238E27FC236}">
                <a16:creationId xmlns:a16="http://schemas.microsoft.com/office/drawing/2014/main" id="{4F3CDD55-37E2-8074-770E-05B3D3554418}"/>
              </a:ext>
            </a:extLst>
          </p:cNvPr>
          <p:cNvSpPr txBox="1"/>
          <p:nvPr/>
        </p:nvSpPr>
        <p:spPr>
          <a:xfrm>
            <a:off x="5557899" y="5666723"/>
            <a:ext cx="4623732" cy="400110"/>
          </a:xfrm>
          <a:prstGeom prst="rect">
            <a:avLst/>
          </a:prstGeom>
          <a:noFill/>
        </p:spPr>
        <p:txBody>
          <a:bodyPr wrap="square" rtlCol="0">
            <a:spAutoFit/>
          </a:bodyPr>
          <a:lstStyle/>
          <a:p>
            <a:pPr algn="r"/>
            <a:r>
              <a:rPr lang="en-US" sz="1000" i="1" dirty="0">
                <a:latin typeface="Cambria" panose="02040503050406030204" pitchFamily="18" charset="0"/>
                <a:ea typeface="Cambria" panose="02040503050406030204" pitchFamily="18" charset="0"/>
              </a:rPr>
              <a:t>Source: Bloomberg, Liminality Calculations</a:t>
            </a:r>
            <a:br>
              <a:rPr lang="en-US" sz="1000" i="1" dirty="0">
                <a:latin typeface="Cambria" panose="02040503050406030204" pitchFamily="18" charset="0"/>
                <a:ea typeface="Cambria" panose="02040503050406030204" pitchFamily="18" charset="0"/>
              </a:rPr>
            </a:br>
            <a:r>
              <a:rPr lang="en-US" sz="1000" i="1" dirty="0">
                <a:latin typeface="Cambria" panose="02040503050406030204" pitchFamily="18" charset="0"/>
                <a:ea typeface="Cambria" panose="02040503050406030204" pitchFamily="18" charset="0"/>
              </a:rPr>
              <a:t>Note: Returns are dependent on level of swap spread</a:t>
            </a:r>
          </a:p>
        </p:txBody>
      </p:sp>
      <p:sp>
        <p:nvSpPr>
          <p:cNvPr id="4" name="TextBox 3">
            <a:extLst>
              <a:ext uri="{FF2B5EF4-FFF2-40B4-BE49-F238E27FC236}">
                <a16:creationId xmlns:a16="http://schemas.microsoft.com/office/drawing/2014/main" id="{206491AC-DEE9-F02C-C2BE-324891144328}"/>
              </a:ext>
            </a:extLst>
          </p:cNvPr>
          <p:cNvSpPr txBox="1"/>
          <p:nvPr/>
        </p:nvSpPr>
        <p:spPr>
          <a:xfrm>
            <a:off x="1259718" y="1116913"/>
            <a:ext cx="4453328" cy="307777"/>
          </a:xfrm>
          <a:prstGeom prst="rect">
            <a:avLst/>
          </a:prstGeom>
          <a:noFill/>
        </p:spPr>
        <p:txBody>
          <a:bodyPr wrap="square" rtlCol="0">
            <a:spAutoFit/>
          </a:bodyPr>
          <a:lstStyle/>
          <a:p>
            <a:r>
              <a:rPr lang="en-US" b="1" dirty="0">
                <a:latin typeface="Garamond" panose="02020404030301010803" pitchFamily="18" charset="0"/>
                <a:ea typeface="Cambria" panose="02040503050406030204" pitchFamily="18" charset="0"/>
              </a:rPr>
              <a:t>Time Series of a Generic ~3.75y Coupon Strip, last 15y</a:t>
            </a:r>
            <a:r>
              <a:rPr lang="en-US" b="1" baseline="30000" dirty="0">
                <a:latin typeface="Garamond" panose="02020404030301010803" pitchFamily="18" charset="0"/>
                <a:ea typeface="Cambria" panose="02040503050406030204" pitchFamily="18" charset="0"/>
              </a:rPr>
              <a:t>1</a:t>
            </a:r>
          </a:p>
        </p:txBody>
      </p:sp>
      <p:sp>
        <p:nvSpPr>
          <p:cNvPr id="8" name="TextBox 7">
            <a:extLst>
              <a:ext uri="{FF2B5EF4-FFF2-40B4-BE49-F238E27FC236}">
                <a16:creationId xmlns:a16="http://schemas.microsoft.com/office/drawing/2014/main" id="{A3D4E45C-C0E0-45B1-BE83-FFD6389C6EE8}"/>
              </a:ext>
            </a:extLst>
          </p:cNvPr>
          <p:cNvSpPr txBox="1"/>
          <p:nvPr/>
        </p:nvSpPr>
        <p:spPr>
          <a:xfrm>
            <a:off x="4337437" y="4722182"/>
            <a:ext cx="4517738" cy="400110"/>
          </a:xfrm>
          <a:prstGeom prst="rect">
            <a:avLst/>
          </a:prstGeom>
          <a:noFill/>
        </p:spPr>
        <p:txBody>
          <a:bodyPr wrap="square" rtlCol="0">
            <a:spAutoFit/>
          </a:bodyPr>
          <a:lstStyle/>
          <a:p>
            <a:r>
              <a:rPr lang="en-US" sz="1000" baseline="30000" dirty="0">
                <a:latin typeface="Garamond" panose="02020404030301010803" pitchFamily="18" charset="0"/>
              </a:rPr>
              <a:t>1 </a:t>
            </a:r>
            <a:r>
              <a:rPr lang="en-US" sz="1000" dirty="0">
                <a:latin typeface="Garamond" panose="02020404030301010803" pitchFamily="18" charset="0"/>
              </a:rPr>
              <a:t>Source: Bloomberg z spread *-1, Liminality Calculations</a:t>
            </a:r>
            <a:br>
              <a:rPr lang="en-US" sz="1000" baseline="30000" dirty="0">
                <a:latin typeface="Garamond" panose="02020404030301010803" pitchFamily="18" charset="0"/>
              </a:rPr>
            </a:br>
            <a:r>
              <a:rPr lang="en-US" sz="1000" baseline="30000" dirty="0">
                <a:latin typeface="Garamond" panose="02020404030301010803" pitchFamily="18" charset="0"/>
              </a:rPr>
              <a:t>2 </a:t>
            </a:r>
            <a:r>
              <a:rPr lang="en-US" sz="1000" dirty="0">
                <a:latin typeface="Garamond" panose="02020404030301010803" pitchFamily="18" charset="0"/>
              </a:rPr>
              <a:t>Scenario Analysis of S 02/15/31, rolled forward 2y, at ~4% rate levels on Treasuries</a:t>
            </a:r>
          </a:p>
        </p:txBody>
      </p:sp>
      <p:pic>
        <p:nvPicPr>
          <p:cNvPr id="9" name="Picture 8">
            <a:extLst>
              <a:ext uri="{FF2B5EF4-FFF2-40B4-BE49-F238E27FC236}">
                <a16:creationId xmlns:a16="http://schemas.microsoft.com/office/drawing/2014/main" id="{DE1F3721-D880-1D02-F63D-00483913EC6F}"/>
              </a:ext>
            </a:extLst>
          </p:cNvPr>
          <p:cNvPicPr>
            <a:picLocks noChangeAspect="1"/>
          </p:cNvPicPr>
          <p:nvPr/>
        </p:nvPicPr>
        <p:blipFill>
          <a:blip r:embed="rId3"/>
          <a:stretch>
            <a:fillRect/>
          </a:stretch>
        </p:blipFill>
        <p:spPr>
          <a:xfrm>
            <a:off x="692490" y="1357932"/>
            <a:ext cx="5276686" cy="3236170"/>
          </a:xfrm>
          <a:prstGeom prst="rect">
            <a:avLst/>
          </a:prstGeom>
        </p:spPr>
      </p:pic>
    </p:spTree>
    <p:extLst>
      <p:ext uri="{BB962C8B-B14F-4D97-AF65-F5344CB8AC3E}">
        <p14:creationId xmlns:p14="http://schemas.microsoft.com/office/powerpoint/2010/main" val="1200191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736AA-4F29-21A3-CF0B-2EFCF2A5AFEB}"/>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2824BE1C-CE61-2B0D-42C3-1CE1F7A003C2}"/>
              </a:ext>
            </a:extLst>
          </p:cNvPr>
          <p:cNvSpPr/>
          <p:nvPr/>
        </p:nvSpPr>
        <p:spPr>
          <a:xfrm>
            <a:off x="762000" y="1886518"/>
            <a:ext cx="7620000" cy="461107"/>
          </a:xfrm>
          <a:prstGeom prst="roundRect">
            <a:avLst/>
          </a:prstGeom>
          <a:solidFill>
            <a:srgbClr val="E9EB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5141CA-F1AE-0FBA-A384-CE25C7FCD3CF}"/>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0E0FF948-1B17-5ADB-83EF-DEC36F8BCE8D}"/>
              </a:ext>
            </a:extLst>
          </p:cNvPr>
          <p:cNvSpPr>
            <a:spLocks noGrp="1"/>
          </p:cNvSpPr>
          <p:nvPr>
            <p:ph idx="1"/>
          </p:nvPr>
        </p:nvSpPr>
        <p:spPr>
          <a:xfrm>
            <a:off x="830140" y="1396457"/>
            <a:ext cx="8067512" cy="2987974"/>
          </a:xfrm>
        </p:spPr>
        <p:txBody>
          <a:bodyPr>
            <a:normAutofit/>
          </a:bodyPr>
          <a:lstStyle/>
          <a:p>
            <a:pPr marL="457200" indent="-457200">
              <a:lnSpc>
                <a:spcPct val="100000"/>
              </a:lnSpc>
              <a:buFont typeface="+mj-lt"/>
              <a:buAutoNum type="arabicPeriod"/>
            </a:pPr>
            <a:r>
              <a:rPr lang="en-US" sz="2400" dirty="0"/>
              <a:t>EXECUTIVE SUMMARY</a:t>
            </a:r>
          </a:p>
          <a:p>
            <a:pPr marL="457200" indent="-457200">
              <a:lnSpc>
                <a:spcPct val="100000"/>
              </a:lnSpc>
              <a:buFont typeface="+mj-lt"/>
              <a:buAutoNum type="arabicPeriod"/>
            </a:pPr>
            <a:r>
              <a:rPr lang="en-US" sz="2400" b="1" dirty="0"/>
              <a:t>INVESTMENT DESCRIPTION</a:t>
            </a:r>
          </a:p>
          <a:p>
            <a:pPr marL="457200" indent="-457200">
              <a:lnSpc>
                <a:spcPct val="100000"/>
              </a:lnSpc>
              <a:buFont typeface="+mj-lt"/>
              <a:buAutoNum type="arabicPeriod"/>
            </a:pPr>
            <a:r>
              <a:rPr lang="en-US" sz="2400" dirty="0"/>
              <a:t>SCENARIO ANALYSIS</a:t>
            </a:r>
          </a:p>
          <a:p>
            <a:pPr marL="457200" indent="-457200">
              <a:lnSpc>
                <a:spcPct val="100000"/>
              </a:lnSpc>
              <a:buFont typeface="+mj-lt"/>
              <a:buAutoNum type="arabicPeriod"/>
            </a:pPr>
            <a:r>
              <a:rPr lang="en-US" sz="2400" dirty="0"/>
              <a:t>RISKS</a:t>
            </a:r>
          </a:p>
          <a:p>
            <a:pPr marL="457200" indent="-457200">
              <a:lnSpc>
                <a:spcPct val="100000"/>
              </a:lnSpc>
              <a:buFont typeface="+mj-lt"/>
              <a:buAutoNum type="arabicPeriod"/>
            </a:pPr>
            <a:endParaRPr lang="en-US" sz="2400" dirty="0"/>
          </a:p>
        </p:txBody>
      </p:sp>
      <p:sp>
        <p:nvSpPr>
          <p:cNvPr id="4" name="Slide Number Placeholder 3">
            <a:extLst>
              <a:ext uri="{FF2B5EF4-FFF2-40B4-BE49-F238E27FC236}">
                <a16:creationId xmlns:a16="http://schemas.microsoft.com/office/drawing/2014/main" id="{FAB548FF-C12D-0DE9-CB13-8152F20B6D7E}"/>
              </a:ext>
            </a:extLst>
          </p:cNvPr>
          <p:cNvSpPr>
            <a:spLocks noGrp="1"/>
          </p:cNvSpPr>
          <p:nvPr>
            <p:ph type="sldNum" sz="quarter" idx="12"/>
          </p:nvPr>
        </p:nvSpPr>
        <p:spPr/>
        <p:txBody>
          <a:bodyPr/>
          <a:lstStyle/>
          <a:p>
            <a:fld id="{F6B70E3D-0A47-44A9-8B13-A3D1BC88A914}" type="slidenum">
              <a:rPr lang="en-US" smtClean="0"/>
              <a:pPr/>
              <a:t>18</a:t>
            </a:fld>
            <a:endParaRPr lang="en-US"/>
          </a:p>
        </p:txBody>
      </p:sp>
    </p:spTree>
    <p:extLst>
      <p:ext uri="{BB962C8B-B14F-4D97-AF65-F5344CB8AC3E}">
        <p14:creationId xmlns:p14="http://schemas.microsoft.com/office/powerpoint/2010/main" val="43950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78A1C-6B5A-0C4E-113D-710A28D1FDEC}"/>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73D15BCD-A009-AC51-1D27-ED7204C6555D}"/>
              </a:ext>
            </a:extLst>
          </p:cNvPr>
          <p:cNvPicPr>
            <a:picLocks noChangeAspect="1"/>
          </p:cNvPicPr>
          <p:nvPr/>
        </p:nvPicPr>
        <p:blipFill>
          <a:blip r:embed="rId3"/>
          <a:stretch>
            <a:fillRect/>
          </a:stretch>
        </p:blipFill>
        <p:spPr>
          <a:xfrm>
            <a:off x="3825228" y="1422478"/>
            <a:ext cx="4965046" cy="2413384"/>
          </a:xfrm>
          <a:prstGeom prst="rect">
            <a:avLst/>
          </a:prstGeom>
        </p:spPr>
      </p:pic>
      <p:sp>
        <p:nvSpPr>
          <p:cNvPr id="2" name="Title 1">
            <a:extLst>
              <a:ext uri="{FF2B5EF4-FFF2-40B4-BE49-F238E27FC236}">
                <a16:creationId xmlns:a16="http://schemas.microsoft.com/office/drawing/2014/main" id="{10422541-C8A3-D4C7-DEBB-BFCB4343971E}"/>
              </a:ext>
            </a:extLst>
          </p:cNvPr>
          <p:cNvSpPr>
            <a:spLocks noGrp="1"/>
          </p:cNvSpPr>
          <p:nvPr>
            <p:ph type="title"/>
          </p:nvPr>
        </p:nvSpPr>
        <p:spPr/>
        <p:txBody>
          <a:bodyPr/>
          <a:lstStyle/>
          <a:p>
            <a:r>
              <a:rPr lang="en-US" dirty="0"/>
              <a:t>What Is A Swap Spread?</a:t>
            </a:r>
          </a:p>
        </p:txBody>
      </p:sp>
      <p:sp>
        <p:nvSpPr>
          <p:cNvPr id="3" name="Content Placeholder 2">
            <a:extLst>
              <a:ext uri="{FF2B5EF4-FFF2-40B4-BE49-F238E27FC236}">
                <a16:creationId xmlns:a16="http://schemas.microsoft.com/office/drawing/2014/main" id="{CEB3DA98-E053-4650-6F7E-2F43BBB7EC3D}"/>
              </a:ext>
            </a:extLst>
          </p:cNvPr>
          <p:cNvSpPr>
            <a:spLocks noGrp="1"/>
          </p:cNvSpPr>
          <p:nvPr>
            <p:ph idx="1"/>
          </p:nvPr>
        </p:nvSpPr>
        <p:spPr>
          <a:xfrm>
            <a:off x="628650" y="1296698"/>
            <a:ext cx="3020999" cy="2386425"/>
          </a:xfrm>
        </p:spPr>
        <p:txBody>
          <a:bodyPr>
            <a:normAutofit/>
          </a:bodyPr>
          <a:lstStyle/>
          <a:p>
            <a:pPr marL="0" indent="0">
              <a:buNone/>
            </a:pPr>
            <a:r>
              <a:rPr lang="en-US" sz="1500" dirty="0"/>
              <a:t>A swap spread is the difference between the yield on a government bond, like a Treasury, and the yield on a swap with the same maturity</a:t>
            </a:r>
          </a:p>
          <a:p>
            <a:pPr marL="0" indent="0">
              <a:buNone/>
            </a:pPr>
            <a:r>
              <a:rPr lang="en-US" sz="1500" dirty="0"/>
              <a:t>To be ‘long’ a swap spread, buy a Treasury and pay fixed on a SOFR swap, fully hedging the duration risk</a:t>
            </a:r>
            <a:endParaRPr lang="en-US" sz="1500" b="1" dirty="0"/>
          </a:p>
        </p:txBody>
      </p:sp>
      <p:sp>
        <p:nvSpPr>
          <p:cNvPr id="4" name="Slide Number Placeholder 3">
            <a:extLst>
              <a:ext uri="{FF2B5EF4-FFF2-40B4-BE49-F238E27FC236}">
                <a16:creationId xmlns:a16="http://schemas.microsoft.com/office/drawing/2014/main" id="{5CDACFEF-E586-8ABF-C7D3-D92273267441}"/>
              </a:ext>
            </a:extLst>
          </p:cNvPr>
          <p:cNvSpPr>
            <a:spLocks noGrp="1"/>
          </p:cNvSpPr>
          <p:nvPr>
            <p:ph type="sldNum" sz="quarter" idx="12"/>
          </p:nvPr>
        </p:nvSpPr>
        <p:spPr/>
        <p:txBody>
          <a:bodyPr/>
          <a:lstStyle/>
          <a:p>
            <a:fld id="{F6B70E3D-0A47-44A9-8B13-A3D1BC88A914}" type="slidenum">
              <a:rPr lang="en-US" smtClean="0"/>
              <a:pPr/>
              <a:t>19</a:t>
            </a:fld>
            <a:endParaRPr lang="en-US"/>
          </a:p>
        </p:txBody>
      </p:sp>
      <p:sp>
        <p:nvSpPr>
          <p:cNvPr id="8" name="TextBox 7">
            <a:extLst>
              <a:ext uri="{FF2B5EF4-FFF2-40B4-BE49-F238E27FC236}">
                <a16:creationId xmlns:a16="http://schemas.microsoft.com/office/drawing/2014/main" id="{C3663927-3225-C1E6-2DD9-DF84A366D4C2}"/>
              </a:ext>
            </a:extLst>
          </p:cNvPr>
          <p:cNvSpPr txBox="1"/>
          <p:nvPr/>
        </p:nvSpPr>
        <p:spPr>
          <a:xfrm>
            <a:off x="7306946" y="1524650"/>
            <a:ext cx="1829166" cy="246221"/>
          </a:xfrm>
          <a:prstGeom prst="rect">
            <a:avLst/>
          </a:prstGeom>
          <a:noFill/>
        </p:spPr>
        <p:txBody>
          <a:bodyPr wrap="square" rtlCol="0">
            <a:spAutoFit/>
          </a:bodyPr>
          <a:lstStyle/>
          <a:p>
            <a:r>
              <a:rPr lang="en-US" sz="1000" dirty="0">
                <a:solidFill>
                  <a:srgbClr val="0070C0"/>
                </a:solidFill>
                <a:latin typeface="Garamond" panose="02020404030301010803" pitchFamily="18" charset="0"/>
                <a:ea typeface="Cambria" panose="02040503050406030204" pitchFamily="18" charset="0"/>
              </a:rPr>
              <a:t>Treasury Yield Curve</a:t>
            </a:r>
          </a:p>
        </p:txBody>
      </p:sp>
      <p:sp>
        <p:nvSpPr>
          <p:cNvPr id="9" name="TextBox 8">
            <a:extLst>
              <a:ext uri="{FF2B5EF4-FFF2-40B4-BE49-F238E27FC236}">
                <a16:creationId xmlns:a16="http://schemas.microsoft.com/office/drawing/2014/main" id="{6C4F3BB4-C9B4-077E-E1DC-72B58B925A3B}"/>
              </a:ext>
            </a:extLst>
          </p:cNvPr>
          <p:cNvSpPr txBox="1"/>
          <p:nvPr/>
        </p:nvSpPr>
        <p:spPr>
          <a:xfrm>
            <a:off x="6655059" y="2506288"/>
            <a:ext cx="1829166" cy="246221"/>
          </a:xfrm>
          <a:prstGeom prst="rect">
            <a:avLst/>
          </a:prstGeom>
          <a:noFill/>
        </p:spPr>
        <p:txBody>
          <a:bodyPr wrap="square" rtlCol="0">
            <a:spAutoFit/>
          </a:bodyPr>
          <a:lstStyle/>
          <a:p>
            <a:r>
              <a:rPr lang="en-US" sz="1000" dirty="0">
                <a:latin typeface="Garamond" panose="02020404030301010803" pitchFamily="18" charset="0"/>
                <a:ea typeface="Cambria" panose="02040503050406030204" pitchFamily="18" charset="0"/>
              </a:rPr>
              <a:t>Swaps Yield Curve</a:t>
            </a:r>
          </a:p>
        </p:txBody>
      </p:sp>
      <p:sp>
        <p:nvSpPr>
          <p:cNvPr id="10" name="TextBox 9">
            <a:extLst>
              <a:ext uri="{FF2B5EF4-FFF2-40B4-BE49-F238E27FC236}">
                <a16:creationId xmlns:a16="http://schemas.microsoft.com/office/drawing/2014/main" id="{03EE5308-B04B-244C-9348-8B3B665D148D}"/>
              </a:ext>
            </a:extLst>
          </p:cNvPr>
          <p:cNvSpPr txBox="1"/>
          <p:nvPr/>
        </p:nvSpPr>
        <p:spPr>
          <a:xfrm>
            <a:off x="6478649" y="3180974"/>
            <a:ext cx="2616462" cy="246221"/>
          </a:xfrm>
          <a:prstGeom prst="rect">
            <a:avLst/>
          </a:prstGeom>
          <a:noFill/>
        </p:spPr>
        <p:txBody>
          <a:bodyPr wrap="square" rtlCol="0">
            <a:spAutoFit/>
          </a:bodyPr>
          <a:lstStyle/>
          <a:p>
            <a:r>
              <a:rPr lang="en-US" sz="1000" dirty="0">
                <a:latin typeface="Garamond" panose="02020404030301010803" pitchFamily="18" charset="0"/>
                <a:ea typeface="Cambria" panose="02040503050406030204" pitchFamily="18" charset="0"/>
              </a:rPr>
              <a:t>Swap Spread (Swap Minus Treasury)</a:t>
            </a:r>
          </a:p>
        </p:txBody>
      </p:sp>
      <p:sp>
        <p:nvSpPr>
          <p:cNvPr id="11" name="TextBox 10">
            <a:extLst>
              <a:ext uri="{FF2B5EF4-FFF2-40B4-BE49-F238E27FC236}">
                <a16:creationId xmlns:a16="http://schemas.microsoft.com/office/drawing/2014/main" id="{C4014468-B37C-4028-9FBF-2C6DE802B9C4}"/>
              </a:ext>
            </a:extLst>
          </p:cNvPr>
          <p:cNvSpPr txBox="1"/>
          <p:nvPr/>
        </p:nvSpPr>
        <p:spPr>
          <a:xfrm>
            <a:off x="5298259" y="2978932"/>
            <a:ext cx="2943576" cy="246221"/>
          </a:xfrm>
          <a:prstGeom prst="rect">
            <a:avLst/>
          </a:prstGeom>
          <a:noFill/>
        </p:spPr>
        <p:txBody>
          <a:bodyPr wrap="square" rtlCol="0">
            <a:spAutoFit/>
          </a:bodyPr>
          <a:lstStyle/>
          <a:p>
            <a:r>
              <a:rPr lang="en-US" sz="1000" u="sng" dirty="0">
                <a:latin typeface="Garamond" panose="02020404030301010803" pitchFamily="18" charset="0"/>
                <a:ea typeface="Cambria" panose="02040503050406030204" pitchFamily="18" charset="0"/>
              </a:rPr>
              <a:t>Swap Spreads at each point of the Yield Curve</a:t>
            </a:r>
          </a:p>
        </p:txBody>
      </p:sp>
      <p:sp>
        <p:nvSpPr>
          <p:cNvPr id="12" name="TextBox 11">
            <a:extLst>
              <a:ext uri="{FF2B5EF4-FFF2-40B4-BE49-F238E27FC236}">
                <a16:creationId xmlns:a16="http://schemas.microsoft.com/office/drawing/2014/main" id="{D047A645-85E5-84D9-BA91-771A9DEB5CE3}"/>
              </a:ext>
            </a:extLst>
          </p:cNvPr>
          <p:cNvSpPr txBox="1"/>
          <p:nvPr/>
        </p:nvSpPr>
        <p:spPr>
          <a:xfrm>
            <a:off x="5574785" y="1191810"/>
            <a:ext cx="1829166" cy="246221"/>
          </a:xfrm>
          <a:prstGeom prst="rect">
            <a:avLst/>
          </a:prstGeom>
          <a:noFill/>
        </p:spPr>
        <p:txBody>
          <a:bodyPr wrap="square" rtlCol="0">
            <a:spAutoFit/>
          </a:bodyPr>
          <a:lstStyle/>
          <a:p>
            <a:pPr algn="ctr"/>
            <a:r>
              <a:rPr lang="en-US" sz="1000" u="sng" dirty="0">
                <a:latin typeface="Garamond" panose="02020404030301010803" pitchFamily="18" charset="0"/>
                <a:ea typeface="Cambria" panose="02040503050406030204" pitchFamily="18" charset="0"/>
              </a:rPr>
              <a:t>US Yield Curves</a:t>
            </a:r>
          </a:p>
        </p:txBody>
      </p:sp>
      <p:sp>
        <p:nvSpPr>
          <p:cNvPr id="13" name="TextBox 12">
            <a:extLst>
              <a:ext uri="{FF2B5EF4-FFF2-40B4-BE49-F238E27FC236}">
                <a16:creationId xmlns:a16="http://schemas.microsoft.com/office/drawing/2014/main" id="{307A5AC3-B03E-FAF7-DAD7-9D37898A50F4}"/>
              </a:ext>
            </a:extLst>
          </p:cNvPr>
          <p:cNvSpPr txBox="1"/>
          <p:nvPr/>
        </p:nvSpPr>
        <p:spPr>
          <a:xfrm>
            <a:off x="7569642" y="4764913"/>
            <a:ext cx="1416912" cy="246221"/>
          </a:xfrm>
          <a:prstGeom prst="rect">
            <a:avLst/>
          </a:prstGeom>
          <a:noFill/>
        </p:spPr>
        <p:txBody>
          <a:bodyPr wrap="square" rtlCol="0">
            <a:spAutoFit/>
          </a:bodyPr>
          <a:lstStyle/>
          <a:p>
            <a:r>
              <a:rPr lang="en-US" sz="1000" dirty="0">
                <a:latin typeface="Garamond" panose="02020404030301010803" pitchFamily="18" charset="0"/>
              </a:rPr>
              <a:t>Source: Bloomberg</a:t>
            </a:r>
          </a:p>
        </p:txBody>
      </p:sp>
      <p:sp>
        <p:nvSpPr>
          <p:cNvPr id="6" name="Content Placeholder 2">
            <a:extLst>
              <a:ext uri="{FF2B5EF4-FFF2-40B4-BE49-F238E27FC236}">
                <a16:creationId xmlns:a16="http://schemas.microsoft.com/office/drawing/2014/main" id="{E976A5EC-DBB6-CEC6-BB33-5182383A42CB}"/>
              </a:ext>
            </a:extLst>
          </p:cNvPr>
          <p:cNvSpPr txBox="1">
            <a:spLocks/>
          </p:cNvSpPr>
          <p:nvPr/>
        </p:nvSpPr>
        <p:spPr>
          <a:xfrm>
            <a:off x="628650" y="3835862"/>
            <a:ext cx="8022369" cy="8379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Font typeface="Arial" panose="020B0604020202020204" pitchFamily="34" charset="0"/>
              <a:buNone/>
            </a:pPr>
            <a:r>
              <a:rPr lang="en-US" sz="1500" b="1" dirty="0"/>
              <a:t>Certain market participants prefer to trade duration synthetically via swaps, which, among other factors, creates supply and demand imbalances between swaps and treasuries.  </a:t>
            </a:r>
            <a:r>
              <a:rPr lang="en-US" sz="1500" b="1" u="sng" dirty="0"/>
              <a:t>For the past 15 years swaps have typically traded rich (lower yield) and treasuries traded cheap (higher yield).</a:t>
            </a:r>
          </a:p>
        </p:txBody>
      </p:sp>
    </p:spTree>
    <p:extLst>
      <p:ext uri="{BB962C8B-B14F-4D97-AF65-F5344CB8AC3E}">
        <p14:creationId xmlns:p14="http://schemas.microsoft.com/office/powerpoint/2010/main" val="1968065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A34B2-EB45-95FF-C3DF-5881A6C0F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AFE88-D1DA-27D8-F11C-9764E1E71700}"/>
              </a:ext>
            </a:extLst>
          </p:cNvPr>
          <p:cNvSpPr>
            <a:spLocks noGrp="1"/>
          </p:cNvSpPr>
          <p:nvPr>
            <p:ph type="title"/>
          </p:nvPr>
        </p:nvSpPr>
        <p:spPr/>
        <p:txBody>
          <a:bodyPr/>
          <a:lstStyle/>
          <a:p>
            <a:r>
              <a:rPr lang="en-US" dirty="0"/>
              <a:t>What Is A Treasury Coupon Strip?</a:t>
            </a:r>
          </a:p>
        </p:txBody>
      </p:sp>
      <p:sp>
        <p:nvSpPr>
          <p:cNvPr id="3" name="Content Placeholder 2">
            <a:extLst>
              <a:ext uri="{FF2B5EF4-FFF2-40B4-BE49-F238E27FC236}">
                <a16:creationId xmlns:a16="http://schemas.microsoft.com/office/drawing/2014/main" id="{2DF7747A-7364-A632-5444-C7CB307FC148}"/>
              </a:ext>
            </a:extLst>
          </p:cNvPr>
          <p:cNvSpPr>
            <a:spLocks noGrp="1"/>
          </p:cNvSpPr>
          <p:nvPr>
            <p:ph idx="1"/>
          </p:nvPr>
        </p:nvSpPr>
        <p:spPr>
          <a:xfrm>
            <a:off x="628650" y="1316605"/>
            <a:ext cx="2899556" cy="2408581"/>
          </a:xfrm>
        </p:spPr>
        <p:txBody>
          <a:bodyPr>
            <a:normAutofit fontScale="55000" lnSpcReduction="20000"/>
          </a:bodyPr>
          <a:lstStyle/>
          <a:p>
            <a:pPr marL="0" indent="0">
              <a:lnSpc>
                <a:spcPct val="120000"/>
              </a:lnSpc>
              <a:buNone/>
            </a:pPr>
            <a:r>
              <a:rPr lang="en-US" dirty="0"/>
              <a:t>A Treasury coupon strip is created when periodic interest payments (‘coupons’) are separated from the principal (‘face value’) of a traditional Treasury bond, creating new securities where the sum of their economics are equivalent to owning the whole bond.</a:t>
            </a:r>
          </a:p>
        </p:txBody>
      </p:sp>
      <p:sp>
        <p:nvSpPr>
          <p:cNvPr id="4" name="Slide Number Placeholder 3">
            <a:extLst>
              <a:ext uri="{FF2B5EF4-FFF2-40B4-BE49-F238E27FC236}">
                <a16:creationId xmlns:a16="http://schemas.microsoft.com/office/drawing/2014/main" id="{33441D62-CE04-3EEA-311B-F3CB729AAACD}"/>
              </a:ext>
            </a:extLst>
          </p:cNvPr>
          <p:cNvSpPr>
            <a:spLocks noGrp="1"/>
          </p:cNvSpPr>
          <p:nvPr>
            <p:ph type="sldNum" sz="quarter" idx="12"/>
          </p:nvPr>
        </p:nvSpPr>
        <p:spPr/>
        <p:txBody>
          <a:bodyPr/>
          <a:lstStyle/>
          <a:p>
            <a:fld id="{F6B70E3D-0A47-44A9-8B13-A3D1BC88A914}" type="slidenum">
              <a:rPr lang="en-US" smtClean="0"/>
              <a:pPr/>
              <a:t>20</a:t>
            </a:fld>
            <a:endParaRPr lang="en-US"/>
          </a:p>
        </p:txBody>
      </p:sp>
      <p:sp>
        <p:nvSpPr>
          <p:cNvPr id="6" name="Content Placeholder 2">
            <a:extLst>
              <a:ext uri="{FF2B5EF4-FFF2-40B4-BE49-F238E27FC236}">
                <a16:creationId xmlns:a16="http://schemas.microsoft.com/office/drawing/2014/main" id="{69F0AF0C-D6AB-9430-4A8F-0ACAC6624D3A}"/>
              </a:ext>
            </a:extLst>
          </p:cNvPr>
          <p:cNvSpPr txBox="1">
            <a:spLocks/>
          </p:cNvSpPr>
          <p:nvPr/>
        </p:nvSpPr>
        <p:spPr>
          <a:xfrm>
            <a:off x="628650" y="3617435"/>
            <a:ext cx="8022369" cy="8379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Font typeface="Arial" panose="020B0604020202020204" pitchFamily="34" charset="0"/>
              <a:buNone/>
            </a:pPr>
            <a:r>
              <a:rPr lang="en-US" sz="1500" b="1" dirty="0"/>
              <a:t>Certain market participants prefer to own principal strips to maximize their duration exposure (per dollar of invested capital), mostly at the longer end of the curve.  </a:t>
            </a:r>
            <a:r>
              <a:rPr lang="en-US" sz="1500" b="1" u="sng" dirty="0"/>
              <a:t>Therefore, principal strips trade rich (lower yield) and coupon strips trade cheap (higher yield), structurally.</a:t>
            </a:r>
            <a:r>
              <a:rPr lang="en-US" sz="1500" b="1" dirty="0"/>
              <a:t>  </a:t>
            </a:r>
            <a:endParaRPr lang="en-US" sz="1500" b="1" u="sng" dirty="0"/>
          </a:p>
        </p:txBody>
      </p:sp>
      <p:pic>
        <p:nvPicPr>
          <p:cNvPr id="8" name="Picture 7">
            <a:extLst>
              <a:ext uri="{FF2B5EF4-FFF2-40B4-BE49-F238E27FC236}">
                <a16:creationId xmlns:a16="http://schemas.microsoft.com/office/drawing/2014/main" id="{6571973A-063E-74D0-942A-B1289E845ACD}"/>
              </a:ext>
            </a:extLst>
          </p:cNvPr>
          <p:cNvPicPr>
            <a:picLocks noChangeAspect="1"/>
          </p:cNvPicPr>
          <p:nvPr/>
        </p:nvPicPr>
        <p:blipFill>
          <a:blip r:embed="rId3"/>
          <a:stretch>
            <a:fillRect/>
          </a:stretch>
        </p:blipFill>
        <p:spPr>
          <a:xfrm>
            <a:off x="3350829" y="1355178"/>
            <a:ext cx="5477568" cy="2262257"/>
          </a:xfrm>
          <a:prstGeom prst="rect">
            <a:avLst/>
          </a:prstGeom>
        </p:spPr>
      </p:pic>
    </p:spTree>
    <p:extLst>
      <p:ext uri="{BB962C8B-B14F-4D97-AF65-F5344CB8AC3E}">
        <p14:creationId xmlns:p14="http://schemas.microsoft.com/office/powerpoint/2010/main" val="1789913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7CA62-638C-59EF-D7E5-3629D5857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0A634-EEAA-4CAF-311A-16D06DC53ABC}"/>
              </a:ext>
            </a:extLst>
          </p:cNvPr>
          <p:cNvSpPr>
            <a:spLocks noGrp="1"/>
          </p:cNvSpPr>
          <p:nvPr>
            <p:ph type="title"/>
          </p:nvPr>
        </p:nvSpPr>
        <p:spPr>
          <a:xfrm>
            <a:off x="628650" y="274638"/>
            <a:ext cx="8121760" cy="877837"/>
          </a:xfrm>
        </p:spPr>
        <p:txBody>
          <a:bodyPr>
            <a:normAutofit/>
          </a:bodyPr>
          <a:lstStyle/>
          <a:p>
            <a:r>
              <a:rPr lang="en-US" dirty="0"/>
              <a:t>6 Year Swap Spreads Are Dislocated</a:t>
            </a:r>
          </a:p>
        </p:txBody>
      </p:sp>
      <p:sp>
        <p:nvSpPr>
          <p:cNvPr id="5" name="TextBox 4">
            <a:extLst>
              <a:ext uri="{FF2B5EF4-FFF2-40B4-BE49-F238E27FC236}">
                <a16:creationId xmlns:a16="http://schemas.microsoft.com/office/drawing/2014/main" id="{50F2CE57-86CD-E50A-10AD-F1819D2F1B98}"/>
              </a:ext>
            </a:extLst>
          </p:cNvPr>
          <p:cNvSpPr txBox="1"/>
          <p:nvPr/>
        </p:nvSpPr>
        <p:spPr>
          <a:xfrm>
            <a:off x="6423694" y="4666540"/>
            <a:ext cx="5678836" cy="246221"/>
          </a:xfrm>
          <a:prstGeom prst="rect">
            <a:avLst/>
          </a:prstGeom>
          <a:noFill/>
        </p:spPr>
        <p:txBody>
          <a:bodyPr wrap="square" rtlCol="0">
            <a:spAutoFit/>
          </a:bodyPr>
          <a:lstStyle/>
          <a:p>
            <a:r>
              <a:rPr lang="en-US" sz="1000" dirty="0">
                <a:latin typeface="Garamond" panose="02020404030301010803" pitchFamily="18" charset="0"/>
              </a:rPr>
              <a:t>Source: Bloomberg, Liminality Calculations</a:t>
            </a:r>
          </a:p>
        </p:txBody>
      </p:sp>
      <p:sp>
        <p:nvSpPr>
          <p:cNvPr id="3" name="Slide Number Placeholder 2">
            <a:extLst>
              <a:ext uri="{FF2B5EF4-FFF2-40B4-BE49-F238E27FC236}">
                <a16:creationId xmlns:a16="http://schemas.microsoft.com/office/drawing/2014/main" id="{4B93ED4E-699F-8436-7AAE-A754D9B1C30F}"/>
              </a:ext>
            </a:extLst>
          </p:cNvPr>
          <p:cNvSpPr>
            <a:spLocks noGrp="1"/>
          </p:cNvSpPr>
          <p:nvPr>
            <p:ph type="sldNum" sz="quarter" idx="12"/>
          </p:nvPr>
        </p:nvSpPr>
        <p:spPr/>
        <p:txBody>
          <a:bodyPr/>
          <a:lstStyle/>
          <a:p>
            <a:fld id="{F6B70E3D-0A47-44A9-8B13-A3D1BC88A914}" type="slidenum">
              <a:rPr lang="en-US" smtClean="0"/>
              <a:pPr/>
              <a:t>21</a:t>
            </a:fld>
            <a:endParaRPr lang="en-US"/>
          </a:p>
        </p:txBody>
      </p:sp>
      <p:sp>
        <p:nvSpPr>
          <p:cNvPr id="6" name="Content Placeholder 2">
            <a:extLst>
              <a:ext uri="{FF2B5EF4-FFF2-40B4-BE49-F238E27FC236}">
                <a16:creationId xmlns:a16="http://schemas.microsoft.com/office/drawing/2014/main" id="{8079150A-B7FD-3301-0D51-8BE1A3EC6289}"/>
              </a:ext>
            </a:extLst>
          </p:cNvPr>
          <p:cNvSpPr txBox="1">
            <a:spLocks/>
          </p:cNvSpPr>
          <p:nvPr/>
        </p:nvSpPr>
        <p:spPr>
          <a:xfrm>
            <a:off x="628650" y="1218772"/>
            <a:ext cx="8158068" cy="4563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None/>
            </a:pPr>
            <a:r>
              <a:rPr lang="en-US" sz="1800" b="1" dirty="0"/>
              <a:t>The 02/15/31 Treasury coupon strip is close to 15 year lows</a:t>
            </a:r>
          </a:p>
        </p:txBody>
      </p:sp>
      <p:sp>
        <p:nvSpPr>
          <p:cNvPr id="11" name="Content Placeholder 2">
            <a:extLst>
              <a:ext uri="{FF2B5EF4-FFF2-40B4-BE49-F238E27FC236}">
                <a16:creationId xmlns:a16="http://schemas.microsoft.com/office/drawing/2014/main" id="{660D4E7A-6753-0F56-E75A-4C684D0B8FD9}"/>
              </a:ext>
            </a:extLst>
          </p:cNvPr>
          <p:cNvSpPr txBox="1">
            <a:spLocks/>
          </p:cNvSpPr>
          <p:nvPr/>
        </p:nvSpPr>
        <p:spPr>
          <a:xfrm>
            <a:off x="7894015" y="3696557"/>
            <a:ext cx="932865" cy="4563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ClrTx/>
              <a:buFont typeface="Arial" panose="020B0604020202020204" pitchFamily="34" charset="0"/>
              <a:buNone/>
            </a:pPr>
            <a:r>
              <a:rPr lang="en-US" sz="1200" dirty="0">
                <a:solidFill>
                  <a:srgbClr val="0070C0"/>
                </a:solidFill>
              </a:rPr>
              <a:t>~5.75 year maturity</a:t>
            </a:r>
            <a:endParaRPr lang="en-US" sz="1200" baseline="30000" dirty="0">
              <a:solidFill>
                <a:srgbClr val="0070C0"/>
              </a:solidFill>
            </a:endParaRPr>
          </a:p>
        </p:txBody>
      </p:sp>
      <p:graphicFrame>
        <p:nvGraphicFramePr>
          <p:cNvPr id="7" name="Chart 6">
            <a:extLst>
              <a:ext uri="{FF2B5EF4-FFF2-40B4-BE49-F238E27FC236}">
                <a16:creationId xmlns:a16="http://schemas.microsoft.com/office/drawing/2014/main" id="{F84C44F1-E492-42B8-8B04-91E46AB96104}"/>
              </a:ext>
            </a:extLst>
          </p:cNvPr>
          <p:cNvGraphicFramePr>
            <a:graphicFrameLocks/>
          </p:cNvGraphicFramePr>
          <p:nvPr>
            <p:extLst>
              <p:ext uri="{D42A27DB-BD31-4B8C-83A1-F6EECF244321}">
                <p14:modId xmlns:p14="http://schemas.microsoft.com/office/powerpoint/2010/main" val="938716409"/>
              </p:ext>
            </p:extLst>
          </p:nvPr>
        </p:nvGraphicFramePr>
        <p:xfrm>
          <a:off x="1209823" y="1543096"/>
          <a:ext cx="6724354" cy="299430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92080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54C87-EC38-EFF6-0DFE-FDD2217AE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CABBC-7B0C-462E-AC84-6E504E966114}"/>
              </a:ext>
            </a:extLst>
          </p:cNvPr>
          <p:cNvSpPr>
            <a:spLocks noGrp="1"/>
          </p:cNvSpPr>
          <p:nvPr>
            <p:ph type="title"/>
          </p:nvPr>
        </p:nvSpPr>
        <p:spPr/>
        <p:txBody>
          <a:bodyPr/>
          <a:lstStyle/>
          <a:p>
            <a:r>
              <a:rPr lang="en-US" dirty="0"/>
              <a:t>Why is there a Dislocation?</a:t>
            </a:r>
          </a:p>
        </p:txBody>
      </p:sp>
      <p:sp>
        <p:nvSpPr>
          <p:cNvPr id="3" name="Content Placeholder 2">
            <a:extLst>
              <a:ext uri="{FF2B5EF4-FFF2-40B4-BE49-F238E27FC236}">
                <a16:creationId xmlns:a16="http://schemas.microsoft.com/office/drawing/2014/main" id="{D49D49AB-BE77-943C-11AA-6186C1DD4140}"/>
              </a:ext>
            </a:extLst>
          </p:cNvPr>
          <p:cNvSpPr>
            <a:spLocks noGrp="1"/>
          </p:cNvSpPr>
          <p:nvPr>
            <p:ph idx="1"/>
          </p:nvPr>
        </p:nvSpPr>
        <p:spPr>
          <a:xfrm>
            <a:off x="628650" y="1372893"/>
            <a:ext cx="7506528" cy="3136632"/>
          </a:xfrm>
        </p:spPr>
        <p:txBody>
          <a:bodyPr>
            <a:normAutofit fontScale="92500" lnSpcReduction="20000"/>
          </a:bodyPr>
          <a:lstStyle/>
          <a:p>
            <a:pPr marL="0" indent="0">
              <a:lnSpc>
                <a:spcPct val="100000"/>
              </a:lnSpc>
              <a:buNone/>
            </a:pPr>
            <a:r>
              <a:rPr lang="en-US" sz="1800" b="1" u="sng" dirty="0"/>
              <a:t>Long Term Factors</a:t>
            </a:r>
          </a:p>
          <a:p>
            <a:pPr>
              <a:lnSpc>
                <a:spcPct val="100000"/>
              </a:lnSpc>
            </a:pPr>
            <a:r>
              <a:rPr lang="en-US" sz="1800" b="1" dirty="0"/>
              <a:t>Quantitative tightening (‘QT’) by the Federal Reserve</a:t>
            </a:r>
          </a:p>
          <a:p>
            <a:pPr>
              <a:lnSpc>
                <a:spcPct val="100000"/>
              </a:lnSpc>
            </a:pPr>
            <a:r>
              <a:rPr lang="en-US" sz="1800" b="1" dirty="0"/>
              <a:t>Dealer balance sheet constraints</a:t>
            </a:r>
          </a:p>
          <a:p>
            <a:pPr>
              <a:lnSpc>
                <a:spcPct val="100000"/>
              </a:lnSpc>
            </a:pPr>
            <a:r>
              <a:rPr lang="en-US" sz="1800" b="1" dirty="0"/>
              <a:t>Increased budget deficits have increased Treasury supply</a:t>
            </a:r>
          </a:p>
          <a:p>
            <a:pPr marL="0" indent="0">
              <a:lnSpc>
                <a:spcPct val="100000"/>
              </a:lnSpc>
              <a:buNone/>
            </a:pPr>
            <a:r>
              <a:rPr lang="en-US" sz="1800" b="1" u="sng" dirty="0"/>
              <a:t>Short Term Factors</a:t>
            </a:r>
          </a:p>
          <a:p>
            <a:pPr>
              <a:lnSpc>
                <a:spcPct val="100000"/>
              </a:lnSpc>
            </a:pPr>
            <a:r>
              <a:rPr lang="en-US" sz="1800" b="1" dirty="0"/>
              <a:t>At year end dealers were stuffed with coupon strips and at capacity limits to warehouse and intermediate risk</a:t>
            </a:r>
          </a:p>
          <a:p>
            <a:pPr>
              <a:lnSpc>
                <a:spcPct val="100000"/>
              </a:lnSpc>
            </a:pPr>
            <a:r>
              <a:rPr lang="en-US" sz="1800" b="1" dirty="0"/>
              <a:t>In Q1 the trade became crowded due to excitement around potential regulatory changes, which led to levered players being forced out of positions during the market-wide volatility after 4/2 Liberation Day</a:t>
            </a:r>
          </a:p>
          <a:p>
            <a:pPr marL="0" indent="0">
              <a:lnSpc>
                <a:spcPct val="100000"/>
              </a:lnSpc>
              <a:buNone/>
            </a:pPr>
            <a:endParaRPr lang="en-US" sz="1800" b="1" dirty="0"/>
          </a:p>
          <a:p>
            <a:pPr>
              <a:lnSpc>
                <a:spcPct val="100000"/>
              </a:lnSpc>
            </a:pPr>
            <a:endParaRPr lang="en-US" sz="1800" b="1" dirty="0"/>
          </a:p>
          <a:p>
            <a:pPr>
              <a:lnSpc>
                <a:spcPct val="100000"/>
              </a:lnSpc>
            </a:pPr>
            <a:endParaRPr lang="en-US" sz="1800" b="1" dirty="0"/>
          </a:p>
          <a:p>
            <a:pPr marL="342900" indent="-342900">
              <a:lnSpc>
                <a:spcPct val="100000"/>
              </a:lnSpc>
              <a:buAutoNum type="arabicPeriod"/>
            </a:pPr>
            <a:endParaRPr lang="en-US" sz="1800" b="1" dirty="0"/>
          </a:p>
          <a:p>
            <a:pPr marL="0" indent="0">
              <a:lnSpc>
                <a:spcPct val="100000"/>
              </a:lnSpc>
              <a:buNone/>
            </a:pPr>
            <a:endParaRPr lang="en-US" sz="1800" b="1" dirty="0"/>
          </a:p>
        </p:txBody>
      </p:sp>
      <p:sp>
        <p:nvSpPr>
          <p:cNvPr id="4" name="Slide Number Placeholder 3">
            <a:extLst>
              <a:ext uri="{FF2B5EF4-FFF2-40B4-BE49-F238E27FC236}">
                <a16:creationId xmlns:a16="http://schemas.microsoft.com/office/drawing/2014/main" id="{0635CB42-2E50-FFC7-D081-E4C1B0C61E00}"/>
              </a:ext>
            </a:extLst>
          </p:cNvPr>
          <p:cNvSpPr>
            <a:spLocks noGrp="1"/>
          </p:cNvSpPr>
          <p:nvPr>
            <p:ph type="sldNum" sz="quarter" idx="12"/>
          </p:nvPr>
        </p:nvSpPr>
        <p:spPr/>
        <p:txBody>
          <a:bodyPr/>
          <a:lstStyle/>
          <a:p>
            <a:fld id="{F6B70E3D-0A47-44A9-8B13-A3D1BC88A914}" type="slidenum">
              <a:rPr lang="en-US" smtClean="0"/>
              <a:pPr/>
              <a:t>22</a:t>
            </a:fld>
            <a:endParaRPr lang="en-US"/>
          </a:p>
        </p:txBody>
      </p:sp>
    </p:spTree>
    <p:extLst>
      <p:ext uri="{BB962C8B-B14F-4D97-AF65-F5344CB8AC3E}">
        <p14:creationId xmlns:p14="http://schemas.microsoft.com/office/powerpoint/2010/main" val="1410500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80699-1370-BECA-A2EC-5B5CB4DE0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3D998-5A09-1A9F-BF3D-E2288C157244}"/>
              </a:ext>
            </a:extLst>
          </p:cNvPr>
          <p:cNvSpPr>
            <a:spLocks noGrp="1"/>
          </p:cNvSpPr>
          <p:nvPr>
            <p:ph type="title"/>
          </p:nvPr>
        </p:nvSpPr>
        <p:spPr/>
        <p:txBody>
          <a:bodyPr/>
          <a:lstStyle/>
          <a:p>
            <a:r>
              <a:rPr lang="en-US" dirty="0"/>
              <a:t>What is the Trade?</a:t>
            </a:r>
          </a:p>
        </p:txBody>
      </p:sp>
      <p:sp>
        <p:nvSpPr>
          <p:cNvPr id="3" name="Content Placeholder 2">
            <a:extLst>
              <a:ext uri="{FF2B5EF4-FFF2-40B4-BE49-F238E27FC236}">
                <a16:creationId xmlns:a16="http://schemas.microsoft.com/office/drawing/2014/main" id="{79690444-500C-871D-6C5D-31316B6F7AD3}"/>
              </a:ext>
            </a:extLst>
          </p:cNvPr>
          <p:cNvSpPr>
            <a:spLocks noGrp="1"/>
          </p:cNvSpPr>
          <p:nvPr>
            <p:ph idx="1"/>
          </p:nvPr>
        </p:nvSpPr>
        <p:spPr>
          <a:xfrm>
            <a:off x="628650" y="1456093"/>
            <a:ext cx="7427290" cy="2455950"/>
          </a:xfrm>
        </p:spPr>
        <p:txBody>
          <a:bodyPr>
            <a:normAutofit fontScale="85000" lnSpcReduction="10000"/>
          </a:bodyPr>
          <a:lstStyle/>
          <a:p>
            <a:pPr marL="457200" indent="-457200">
              <a:lnSpc>
                <a:spcPct val="110000"/>
              </a:lnSpc>
              <a:buAutoNum type="arabicPeriod"/>
            </a:pPr>
            <a:r>
              <a:rPr lang="en-US" sz="2100" b="1" dirty="0"/>
              <a:t>Buy a Treasury Bond </a:t>
            </a:r>
          </a:p>
          <a:p>
            <a:pPr marL="457200" indent="-457200">
              <a:lnSpc>
                <a:spcPct val="110000"/>
              </a:lnSpc>
              <a:buAutoNum type="arabicPeriod"/>
            </a:pPr>
            <a:r>
              <a:rPr lang="en-US" sz="2100" b="1" dirty="0"/>
              <a:t>Pay Fixed on an Interest Rate Swap</a:t>
            </a:r>
          </a:p>
          <a:p>
            <a:pPr marL="457200" indent="-457200">
              <a:lnSpc>
                <a:spcPct val="110000"/>
              </a:lnSpc>
              <a:buAutoNum type="arabicPeriod"/>
            </a:pPr>
            <a:r>
              <a:rPr lang="en-US" sz="2100" b="1" dirty="0"/>
              <a:t>Finance the Package: The leverage is synthetic; we enter into a derivative agreement called a ‘Total Return Swap’ that provides ~50:1 to ~60:1 leverage, locking in financing for 2 years</a:t>
            </a:r>
          </a:p>
          <a:p>
            <a:pPr marL="457200" indent="-457200">
              <a:lnSpc>
                <a:spcPct val="110000"/>
              </a:lnSpc>
              <a:buAutoNum type="arabicPeriod"/>
            </a:pPr>
            <a:r>
              <a:rPr lang="en-US" sz="2100" b="1" dirty="0"/>
              <a:t>Importantly, the package includes an embedded option: a floor that limits our downside – i.e. this makes the financing non-recourse</a:t>
            </a:r>
          </a:p>
          <a:p>
            <a:pPr marL="0" indent="0">
              <a:lnSpc>
                <a:spcPct val="110000"/>
              </a:lnSpc>
              <a:buNone/>
            </a:pPr>
            <a:endParaRPr lang="en-US" sz="2400" dirty="0"/>
          </a:p>
          <a:p>
            <a:pPr marL="457200" indent="-457200">
              <a:lnSpc>
                <a:spcPct val="110000"/>
              </a:lnSpc>
              <a:buAutoNum type="arabicPeriod"/>
            </a:pPr>
            <a:endParaRPr lang="en-US" sz="2400" dirty="0"/>
          </a:p>
          <a:p>
            <a:pPr marL="0" indent="0">
              <a:lnSpc>
                <a:spcPct val="110000"/>
              </a:lnSpc>
              <a:buNone/>
            </a:pPr>
            <a:endParaRPr lang="en-US" sz="2400" dirty="0"/>
          </a:p>
        </p:txBody>
      </p:sp>
      <p:sp>
        <p:nvSpPr>
          <p:cNvPr id="4" name="Slide Number Placeholder 3">
            <a:extLst>
              <a:ext uri="{FF2B5EF4-FFF2-40B4-BE49-F238E27FC236}">
                <a16:creationId xmlns:a16="http://schemas.microsoft.com/office/drawing/2014/main" id="{9C6A1A0A-517C-CFDE-C090-24C1DA51B9AC}"/>
              </a:ext>
            </a:extLst>
          </p:cNvPr>
          <p:cNvSpPr>
            <a:spLocks noGrp="1"/>
          </p:cNvSpPr>
          <p:nvPr>
            <p:ph type="sldNum" sz="quarter" idx="12"/>
          </p:nvPr>
        </p:nvSpPr>
        <p:spPr/>
        <p:txBody>
          <a:bodyPr/>
          <a:lstStyle/>
          <a:p>
            <a:fld id="{F6B70E3D-0A47-44A9-8B13-A3D1BC88A914}" type="slidenum">
              <a:rPr lang="en-US" smtClean="0"/>
              <a:pPr/>
              <a:t>23</a:t>
            </a:fld>
            <a:endParaRPr lang="en-US"/>
          </a:p>
        </p:txBody>
      </p:sp>
    </p:spTree>
    <p:extLst>
      <p:ext uri="{BB962C8B-B14F-4D97-AF65-F5344CB8AC3E}">
        <p14:creationId xmlns:p14="http://schemas.microsoft.com/office/powerpoint/2010/main" val="3920330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9F317F-5E3B-6552-3099-D9D2DFDB2A3C}"/>
              </a:ext>
            </a:extLst>
          </p:cNvPr>
          <p:cNvSpPr>
            <a:spLocks noGrp="1"/>
          </p:cNvSpPr>
          <p:nvPr>
            <p:ph type="title"/>
          </p:nvPr>
        </p:nvSpPr>
        <p:spPr/>
        <p:txBody>
          <a:bodyPr/>
          <a:lstStyle/>
          <a:p>
            <a:r>
              <a:rPr lang="en-US" dirty="0"/>
              <a:t>What is the Trade?  Illustrative Example</a:t>
            </a:r>
          </a:p>
        </p:txBody>
      </p:sp>
      <p:sp>
        <p:nvSpPr>
          <p:cNvPr id="6" name="Rectangle: Rounded Corners 5">
            <a:extLst>
              <a:ext uri="{FF2B5EF4-FFF2-40B4-BE49-F238E27FC236}">
                <a16:creationId xmlns:a16="http://schemas.microsoft.com/office/drawing/2014/main" id="{F57AAD93-AD38-6837-03C9-B1E35133A8B6}"/>
              </a:ext>
            </a:extLst>
          </p:cNvPr>
          <p:cNvSpPr/>
          <p:nvPr/>
        </p:nvSpPr>
        <p:spPr>
          <a:xfrm>
            <a:off x="1373582" y="1559475"/>
            <a:ext cx="1828800" cy="912883"/>
          </a:xfrm>
          <a:prstGeom prst="round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dirty="0">
                <a:latin typeface="Garamond" panose="02020404030301010803" pitchFamily="18" charset="0"/>
              </a:rPr>
              <a:t>BANK</a:t>
            </a:r>
            <a:br>
              <a:rPr lang="en-US" sz="2000" dirty="0">
                <a:latin typeface="Garamond" panose="02020404030301010803" pitchFamily="18" charset="0"/>
              </a:rPr>
            </a:br>
            <a:r>
              <a:rPr lang="en-US" sz="1200" dirty="0">
                <a:latin typeface="Garamond" panose="02020404030301010803" pitchFamily="18" charset="0"/>
              </a:rPr>
              <a:t>(Total Return Payer)</a:t>
            </a:r>
            <a:endParaRPr lang="en-US" sz="2000" dirty="0">
              <a:latin typeface="Garamond" panose="02020404030301010803" pitchFamily="18" charset="0"/>
            </a:endParaRPr>
          </a:p>
        </p:txBody>
      </p:sp>
      <p:sp>
        <p:nvSpPr>
          <p:cNvPr id="7" name="Rectangle: Rounded Corners 6">
            <a:extLst>
              <a:ext uri="{FF2B5EF4-FFF2-40B4-BE49-F238E27FC236}">
                <a16:creationId xmlns:a16="http://schemas.microsoft.com/office/drawing/2014/main" id="{872D4832-54F3-85C0-23BD-42FD45636446}"/>
              </a:ext>
            </a:extLst>
          </p:cNvPr>
          <p:cNvSpPr/>
          <p:nvPr/>
        </p:nvSpPr>
        <p:spPr>
          <a:xfrm>
            <a:off x="5870056" y="1559475"/>
            <a:ext cx="1828800" cy="912883"/>
          </a:xfrm>
          <a:prstGeom prst="round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dirty="0">
                <a:latin typeface="Garamond" panose="02020404030301010803" pitchFamily="18" charset="0"/>
              </a:rPr>
              <a:t>LIMINALITY</a:t>
            </a:r>
          </a:p>
          <a:p>
            <a:pPr algn="ctr"/>
            <a:r>
              <a:rPr lang="en-US" sz="1200" dirty="0">
                <a:latin typeface="Garamond" panose="02020404030301010803" pitchFamily="18" charset="0"/>
              </a:rPr>
              <a:t>(Total Return Receiver)</a:t>
            </a:r>
          </a:p>
        </p:txBody>
      </p:sp>
      <p:sp>
        <p:nvSpPr>
          <p:cNvPr id="8" name="Rectangle: Rounded Corners 7">
            <a:extLst>
              <a:ext uri="{FF2B5EF4-FFF2-40B4-BE49-F238E27FC236}">
                <a16:creationId xmlns:a16="http://schemas.microsoft.com/office/drawing/2014/main" id="{099B376B-0AAA-E1E8-8600-ACA85D574C61}"/>
              </a:ext>
            </a:extLst>
          </p:cNvPr>
          <p:cNvSpPr/>
          <p:nvPr/>
        </p:nvSpPr>
        <p:spPr>
          <a:xfrm>
            <a:off x="1373582" y="3386927"/>
            <a:ext cx="1828800" cy="912883"/>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Garamond" panose="02020404030301010803" pitchFamily="18" charset="0"/>
              </a:rPr>
              <a:t>Treasury Bond or Treasury Coupon Strip</a:t>
            </a:r>
            <a:br>
              <a:rPr lang="en-US" dirty="0">
                <a:latin typeface="Garamond" panose="02020404030301010803" pitchFamily="18" charset="0"/>
              </a:rPr>
            </a:br>
            <a:r>
              <a:rPr lang="en-US" dirty="0">
                <a:latin typeface="Garamond" panose="02020404030301010803" pitchFamily="18" charset="0"/>
              </a:rPr>
              <a:t>(Underlying Asset)</a:t>
            </a:r>
          </a:p>
        </p:txBody>
      </p:sp>
      <p:cxnSp>
        <p:nvCxnSpPr>
          <p:cNvPr id="10" name="Straight Arrow Connector 9">
            <a:extLst>
              <a:ext uri="{FF2B5EF4-FFF2-40B4-BE49-F238E27FC236}">
                <a16:creationId xmlns:a16="http://schemas.microsoft.com/office/drawing/2014/main" id="{E697A7B0-0046-6B5C-F15A-AC60AAE2D16F}"/>
              </a:ext>
            </a:extLst>
          </p:cNvPr>
          <p:cNvCxnSpPr>
            <a:stCxn id="8" idx="0"/>
            <a:endCxn id="6" idx="2"/>
          </p:cNvCxnSpPr>
          <p:nvPr/>
        </p:nvCxnSpPr>
        <p:spPr>
          <a:xfrm flipV="1">
            <a:off x="2287982" y="2472358"/>
            <a:ext cx="0" cy="914569"/>
          </a:xfrm>
          <a:prstGeom prst="straightConnector1">
            <a:avLst/>
          </a:prstGeom>
          <a:ln w="38100">
            <a:prstDash val="sysDash"/>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A4A8EF5-78C7-F368-6FA2-5B366D97F1C4}"/>
              </a:ext>
            </a:extLst>
          </p:cNvPr>
          <p:cNvSpPr txBox="1"/>
          <p:nvPr/>
        </p:nvSpPr>
        <p:spPr>
          <a:xfrm>
            <a:off x="1066087" y="2668032"/>
            <a:ext cx="1294723" cy="523220"/>
          </a:xfrm>
          <a:prstGeom prst="rect">
            <a:avLst/>
          </a:prstGeom>
          <a:noFill/>
        </p:spPr>
        <p:txBody>
          <a:bodyPr wrap="square" rtlCol="0">
            <a:spAutoFit/>
          </a:bodyPr>
          <a:lstStyle/>
          <a:p>
            <a:pPr algn="ctr"/>
            <a:r>
              <a:rPr lang="en-US" dirty="0">
                <a:latin typeface="Garamond" panose="02020404030301010803" pitchFamily="18" charset="0"/>
              </a:rPr>
              <a:t>Underlying</a:t>
            </a:r>
            <a:br>
              <a:rPr lang="en-US" dirty="0">
                <a:latin typeface="Garamond" panose="02020404030301010803" pitchFamily="18" charset="0"/>
              </a:rPr>
            </a:br>
            <a:r>
              <a:rPr lang="en-US" dirty="0">
                <a:latin typeface="Garamond" panose="02020404030301010803" pitchFamily="18" charset="0"/>
              </a:rPr>
              <a:t>Cash Flows</a:t>
            </a:r>
          </a:p>
        </p:txBody>
      </p:sp>
      <p:cxnSp>
        <p:nvCxnSpPr>
          <p:cNvPr id="13" name="Straight Arrow Connector 12">
            <a:extLst>
              <a:ext uri="{FF2B5EF4-FFF2-40B4-BE49-F238E27FC236}">
                <a16:creationId xmlns:a16="http://schemas.microsoft.com/office/drawing/2014/main" id="{B7585D41-8172-FB8B-7081-88AD62131697}"/>
              </a:ext>
            </a:extLst>
          </p:cNvPr>
          <p:cNvCxnSpPr>
            <a:cxnSpLocks/>
          </p:cNvCxnSpPr>
          <p:nvPr/>
        </p:nvCxnSpPr>
        <p:spPr>
          <a:xfrm>
            <a:off x="3238163" y="1869260"/>
            <a:ext cx="2667674" cy="0"/>
          </a:xfrm>
          <a:prstGeom prst="straightConnector1">
            <a:avLst/>
          </a:prstGeom>
          <a:ln w="38100">
            <a:prstDash val="sysDash"/>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B43E7296-2A03-6EEE-2AE2-10988F1A3B70}"/>
              </a:ext>
            </a:extLst>
          </p:cNvPr>
          <p:cNvCxnSpPr>
            <a:cxnSpLocks/>
          </p:cNvCxnSpPr>
          <p:nvPr/>
        </p:nvCxnSpPr>
        <p:spPr>
          <a:xfrm flipH="1">
            <a:off x="3202382" y="2279666"/>
            <a:ext cx="2667674" cy="0"/>
          </a:xfrm>
          <a:prstGeom prst="straightConnector1">
            <a:avLst/>
          </a:prstGeom>
          <a:ln w="38100">
            <a:prstDash val="sysDash"/>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513456FA-A5A5-700E-5099-E36D1ABFC634}"/>
              </a:ext>
            </a:extLst>
          </p:cNvPr>
          <p:cNvSpPr txBox="1"/>
          <p:nvPr/>
        </p:nvSpPr>
        <p:spPr>
          <a:xfrm>
            <a:off x="3202382" y="1233522"/>
            <a:ext cx="2667674" cy="523220"/>
          </a:xfrm>
          <a:prstGeom prst="rect">
            <a:avLst/>
          </a:prstGeom>
          <a:noFill/>
        </p:spPr>
        <p:txBody>
          <a:bodyPr wrap="square" rtlCol="0">
            <a:spAutoFit/>
          </a:bodyPr>
          <a:lstStyle/>
          <a:p>
            <a:pPr algn="ctr"/>
            <a:r>
              <a:rPr lang="en-US" dirty="0">
                <a:latin typeface="Garamond" panose="02020404030301010803" pitchFamily="18" charset="0"/>
              </a:rPr>
              <a:t>Total Return on Bond  = </a:t>
            </a:r>
            <a:br>
              <a:rPr lang="en-US" dirty="0">
                <a:latin typeface="Garamond" panose="02020404030301010803" pitchFamily="18" charset="0"/>
              </a:rPr>
            </a:br>
            <a:r>
              <a:rPr lang="en-US" dirty="0">
                <a:latin typeface="Garamond" panose="02020404030301010803" pitchFamily="18" charset="0"/>
              </a:rPr>
              <a:t>Interest + Bond Appreciation</a:t>
            </a:r>
          </a:p>
        </p:txBody>
      </p:sp>
      <p:sp>
        <p:nvSpPr>
          <p:cNvPr id="20" name="TextBox 19">
            <a:extLst>
              <a:ext uri="{FF2B5EF4-FFF2-40B4-BE49-F238E27FC236}">
                <a16:creationId xmlns:a16="http://schemas.microsoft.com/office/drawing/2014/main" id="{AA5887FD-55DD-BD9B-7744-D9D1C503399B}"/>
              </a:ext>
            </a:extLst>
          </p:cNvPr>
          <p:cNvSpPr txBox="1"/>
          <p:nvPr/>
        </p:nvSpPr>
        <p:spPr>
          <a:xfrm>
            <a:off x="3302185" y="2310077"/>
            <a:ext cx="2468068" cy="523220"/>
          </a:xfrm>
          <a:prstGeom prst="rect">
            <a:avLst/>
          </a:prstGeom>
          <a:noFill/>
        </p:spPr>
        <p:txBody>
          <a:bodyPr wrap="square" rtlCol="0">
            <a:spAutoFit/>
          </a:bodyPr>
          <a:lstStyle/>
          <a:p>
            <a:pPr algn="ctr"/>
            <a:r>
              <a:rPr lang="en-US" dirty="0">
                <a:latin typeface="Garamond" panose="02020404030301010803" pitchFamily="18" charset="0"/>
              </a:rPr>
              <a:t>SOFR + 39bps</a:t>
            </a:r>
            <a:br>
              <a:rPr lang="en-US" dirty="0">
                <a:latin typeface="Garamond" panose="02020404030301010803" pitchFamily="18" charset="0"/>
              </a:rPr>
            </a:br>
            <a:r>
              <a:rPr lang="en-US" dirty="0">
                <a:latin typeface="Garamond" panose="02020404030301010803" pitchFamily="18" charset="0"/>
              </a:rPr>
              <a:t>(2y of Funding Locked In)</a:t>
            </a:r>
          </a:p>
        </p:txBody>
      </p:sp>
      <p:sp>
        <p:nvSpPr>
          <p:cNvPr id="21" name="TextBox 20">
            <a:extLst>
              <a:ext uri="{FF2B5EF4-FFF2-40B4-BE49-F238E27FC236}">
                <a16:creationId xmlns:a16="http://schemas.microsoft.com/office/drawing/2014/main" id="{36A6663B-2DE6-46EE-3406-0DED4F01E367}"/>
              </a:ext>
            </a:extLst>
          </p:cNvPr>
          <p:cNvSpPr txBox="1"/>
          <p:nvPr/>
        </p:nvSpPr>
        <p:spPr>
          <a:xfrm>
            <a:off x="5288782" y="3381703"/>
            <a:ext cx="3479572" cy="923330"/>
          </a:xfrm>
          <a:prstGeom prst="rect">
            <a:avLst/>
          </a:prstGeom>
          <a:noFill/>
        </p:spPr>
        <p:txBody>
          <a:bodyPr wrap="square" rtlCol="0">
            <a:spAutoFit/>
          </a:bodyPr>
          <a:lstStyle/>
          <a:p>
            <a:r>
              <a:rPr lang="en-US" sz="1800" b="1" dirty="0">
                <a:latin typeface="Garamond" panose="02020404030301010803" pitchFamily="18" charset="0"/>
              </a:rPr>
              <a:t>Unique Feature: </a:t>
            </a:r>
            <a:r>
              <a:rPr lang="en-US" sz="1800" dirty="0">
                <a:latin typeface="Garamond" panose="02020404030301010803" pitchFamily="18" charset="0"/>
              </a:rPr>
              <a:t>Limited Downside (Liminality buys an option struck 45bp out-of-the-money)</a:t>
            </a:r>
          </a:p>
        </p:txBody>
      </p:sp>
      <p:sp>
        <p:nvSpPr>
          <p:cNvPr id="2" name="Slide Number Placeholder 1">
            <a:extLst>
              <a:ext uri="{FF2B5EF4-FFF2-40B4-BE49-F238E27FC236}">
                <a16:creationId xmlns:a16="http://schemas.microsoft.com/office/drawing/2014/main" id="{9BEE8108-9C3D-0CA3-870A-E0C7B7C498B1}"/>
              </a:ext>
            </a:extLst>
          </p:cNvPr>
          <p:cNvSpPr>
            <a:spLocks noGrp="1"/>
          </p:cNvSpPr>
          <p:nvPr>
            <p:ph type="sldNum" sz="quarter" idx="12"/>
          </p:nvPr>
        </p:nvSpPr>
        <p:spPr/>
        <p:txBody>
          <a:bodyPr/>
          <a:lstStyle/>
          <a:p>
            <a:fld id="{F6B70E3D-0A47-44A9-8B13-A3D1BC88A914}" type="slidenum">
              <a:rPr lang="en-US" smtClean="0"/>
              <a:pPr/>
              <a:t>24</a:t>
            </a:fld>
            <a:endParaRPr lang="en-US" dirty="0"/>
          </a:p>
        </p:txBody>
      </p:sp>
    </p:spTree>
    <p:extLst>
      <p:ext uri="{BB962C8B-B14F-4D97-AF65-F5344CB8AC3E}">
        <p14:creationId xmlns:p14="http://schemas.microsoft.com/office/powerpoint/2010/main" val="1712356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C42E-02A5-9470-3D13-1BBBA62B4FE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000AC513-5F38-DD5C-9BEF-6FE3ED4441AF}"/>
              </a:ext>
            </a:extLst>
          </p:cNvPr>
          <p:cNvSpPr/>
          <p:nvPr/>
        </p:nvSpPr>
        <p:spPr>
          <a:xfrm>
            <a:off x="722244" y="2341196"/>
            <a:ext cx="7620000" cy="461107"/>
          </a:xfrm>
          <a:prstGeom prst="roundRect">
            <a:avLst/>
          </a:prstGeom>
          <a:solidFill>
            <a:srgbClr val="E9EB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B43B25-783C-8BEE-7918-F0A2E4F65852}"/>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DD7FA489-3A85-0131-D5F4-D6E41692208A}"/>
              </a:ext>
            </a:extLst>
          </p:cNvPr>
          <p:cNvSpPr>
            <a:spLocks noGrp="1"/>
          </p:cNvSpPr>
          <p:nvPr>
            <p:ph idx="1"/>
          </p:nvPr>
        </p:nvSpPr>
        <p:spPr>
          <a:xfrm>
            <a:off x="830140" y="1396457"/>
            <a:ext cx="8067512" cy="2987974"/>
          </a:xfrm>
        </p:spPr>
        <p:txBody>
          <a:bodyPr>
            <a:normAutofit/>
          </a:bodyPr>
          <a:lstStyle/>
          <a:p>
            <a:pPr marL="457200" indent="-457200">
              <a:lnSpc>
                <a:spcPct val="100000"/>
              </a:lnSpc>
              <a:buFont typeface="+mj-lt"/>
              <a:buAutoNum type="arabicPeriod"/>
            </a:pPr>
            <a:r>
              <a:rPr lang="en-US" sz="2400" dirty="0"/>
              <a:t>EXECUTIVE SUMMARY</a:t>
            </a:r>
          </a:p>
          <a:p>
            <a:pPr marL="457200" indent="-457200">
              <a:lnSpc>
                <a:spcPct val="100000"/>
              </a:lnSpc>
              <a:buFont typeface="+mj-lt"/>
              <a:buAutoNum type="arabicPeriod"/>
            </a:pPr>
            <a:r>
              <a:rPr lang="en-US" sz="2400" dirty="0"/>
              <a:t>INVESTMENT DESCRIPTION</a:t>
            </a:r>
          </a:p>
          <a:p>
            <a:pPr marL="457200" indent="-457200">
              <a:lnSpc>
                <a:spcPct val="100000"/>
              </a:lnSpc>
              <a:buFont typeface="+mj-lt"/>
              <a:buAutoNum type="arabicPeriod"/>
            </a:pPr>
            <a:r>
              <a:rPr lang="en-US" sz="2400" b="1" dirty="0"/>
              <a:t>SCENARIO ANALYSIS</a:t>
            </a:r>
          </a:p>
          <a:p>
            <a:pPr marL="457200" indent="-457200">
              <a:lnSpc>
                <a:spcPct val="100000"/>
              </a:lnSpc>
              <a:buFont typeface="+mj-lt"/>
              <a:buAutoNum type="arabicPeriod"/>
            </a:pPr>
            <a:r>
              <a:rPr lang="en-US" sz="2400" dirty="0"/>
              <a:t>RISKS</a:t>
            </a:r>
          </a:p>
          <a:p>
            <a:pPr marL="457200" indent="-457200">
              <a:lnSpc>
                <a:spcPct val="100000"/>
              </a:lnSpc>
              <a:buFont typeface="+mj-lt"/>
              <a:buAutoNum type="arabicPeriod"/>
            </a:pPr>
            <a:endParaRPr lang="en-US" sz="2400" dirty="0"/>
          </a:p>
        </p:txBody>
      </p:sp>
      <p:sp>
        <p:nvSpPr>
          <p:cNvPr id="4" name="Slide Number Placeholder 3">
            <a:extLst>
              <a:ext uri="{FF2B5EF4-FFF2-40B4-BE49-F238E27FC236}">
                <a16:creationId xmlns:a16="http://schemas.microsoft.com/office/drawing/2014/main" id="{C8405E56-F4A9-FB81-7637-B454A4A04088}"/>
              </a:ext>
            </a:extLst>
          </p:cNvPr>
          <p:cNvSpPr>
            <a:spLocks noGrp="1"/>
          </p:cNvSpPr>
          <p:nvPr>
            <p:ph type="sldNum" sz="quarter" idx="12"/>
          </p:nvPr>
        </p:nvSpPr>
        <p:spPr/>
        <p:txBody>
          <a:bodyPr/>
          <a:lstStyle/>
          <a:p>
            <a:fld id="{F6B70E3D-0A47-44A9-8B13-A3D1BC88A914}" type="slidenum">
              <a:rPr lang="en-US" smtClean="0"/>
              <a:pPr/>
              <a:t>25</a:t>
            </a:fld>
            <a:endParaRPr lang="en-US"/>
          </a:p>
        </p:txBody>
      </p:sp>
    </p:spTree>
    <p:extLst>
      <p:ext uri="{BB962C8B-B14F-4D97-AF65-F5344CB8AC3E}">
        <p14:creationId xmlns:p14="http://schemas.microsoft.com/office/powerpoint/2010/main" val="119318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56C5-61E5-A7E3-CD43-A40DB358B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7D091-9BB2-508B-58F3-8605704C948D}"/>
              </a:ext>
            </a:extLst>
          </p:cNvPr>
          <p:cNvSpPr>
            <a:spLocks noGrp="1"/>
          </p:cNvSpPr>
          <p:nvPr>
            <p:ph type="title"/>
          </p:nvPr>
        </p:nvSpPr>
        <p:spPr>
          <a:xfrm>
            <a:off x="628650" y="274638"/>
            <a:ext cx="8121760" cy="877837"/>
          </a:xfrm>
        </p:spPr>
        <p:txBody>
          <a:bodyPr>
            <a:normAutofit/>
          </a:bodyPr>
          <a:lstStyle/>
          <a:p>
            <a:r>
              <a:rPr lang="en-US" dirty="0"/>
              <a:t>Base Case: Attractive Roll over 2y</a:t>
            </a:r>
          </a:p>
        </p:txBody>
      </p:sp>
      <p:sp>
        <p:nvSpPr>
          <p:cNvPr id="5" name="TextBox 4">
            <a:extLst>
              <a:ext uri="{FF2B5EF4-FFF2-40B4-BE49-F238E27FC236}">
                <a16:creationId xmlns:a16="http://schemas.microsoft.com/office/drawing/2014/main" id="{F2841D1C-74BA-AE37-39E1-E3ADF1E234E1}"/>
              </a:ext>
            </a:extLst>
          </p:cNvPr>
          <p:cNvSpPr txBox="1"/>
          <p:nvPr/>
        </p:nvSpPr>
        <p:spPr>
          <a:xfrm>
            <a:off x="6423694" y="4666540"/>
            <a:ext cx="5678836" cy="246221"/>
          </a:xfrm>
          <a:prstGeom prst="rect">
            <a:avLst/>
          </a:prstGeom>
          <a:noFill/>
        </p:spPr>
        <p:txBody>
          <a:bodyPr wrap="square" rtlCol="0">
            <a:spAutoFit/>
          </a:bodyPr>
          <a:lstStyle/>
          <a:p>
            <a:r>
              <a:rPr lang="en-US" sz="1000" dirty="0">
                <a:latin typeface="Garamond" panose="02020404030301010803" pitchFamily="18" charset="0"/>
              </a:rPr>
              <a:t>Source: Bloomberg, Liminality Calculations</a:t>
            </a:r>
          </a:p>
        </p:txBody>
      </p:sp>
      <p:sp>
        <p:nvSpPr>
          <p:cNvPr id="3" name="Slide Number Placeholder 2">
            <a:extLst>
              <a:ext uri="{FF2B5EF4-FFF2-40B4-BE49-F238E27FC236}">
                <a16:creationId xmlns:a16="http://schemas.microsoft.com/office/drawing/2014/main" id="{728F5C86-D3F3-8891-4A34-A30E038DCBBB}"/>
              </a:ext>
            </a:extLst>
          </p:cNvPr>
          <p:cNvSpPr>
            <a:spLocks noGrp="1"/>
          </p:cNvSpPr>
          <p:nvPr>
            <p:ph type="sldNum" sz="quarter" idx="12"/>
          </p:nvPr>
        </p:nvSpPr>
        <p:spPr/>
        <p:txBody>
          <a:bodyPr/>
          <a:lstStyle/>
          <a:p>
            <a:fld id="{F6B70E3D-0A47-44A9-8B13-A3D1BC88A914}" type="slidenum">
              <a:rPr lang="en-US" smtClean="0"/>
              <a:pPr/>
              <a:t>26</a:t>
            </a:fld>
            <a:endParaRPr lang="en-US"/>
          </a:p>
        </p:txBody>
      </p:sp>
      <p:sp>
        <p:nvSpPr>
          <p:cNvPr id="6" name="Content Placeholder 2">
            <a:extLst>
              <a:ext uri="{FF2B5EF4-FFF2-40B4-BE49-F238E27FC236}">
                <a16:creationId xmlns:a16="http://schemas.microsoft.com/office/drawing/2014/main" id="{E80559DC-ADBC-157D-60F1-06348A6ABB90}"/>
              </a:ext>
            </a:extLst>
          </p:cNvPr>
          <p:cNvSpPr txBox="1">
            <a:spLocks/>
          </p:cNvSpPr>
          <p:nvPr/>
        </p:nvSpPr>
        <p:spPr>
          <a:xfrm>
            <a:off x="628650" y="1218772"/>
            <a:ext cx="8158068" cy="45634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None/>
            </a:pPr>
            <a:r>
              <a:rPr lang="en-US" sz="1800" b="1" dirty="0"/>
              <a:t>In 2 years the S 02/15/31 coupon strip (~5.75 maturity) will roll into the ~3.75y point on the curve</a:t>
            </a:r>
          </a:p>
        </p:txBody>
      </p:sp>
      <p:sp>
        <p:nvSpPr>
          <p:cNvPr id="7" name="Content Placeholder 2">
            <a:extLst>
              <a:ext uri="{FF2B5EF4-FFF2-40B4-BE49-F238E27FC236}">
                <a16:creationId xmlns:a16="http://schemas.microsoft.com/office/drawing/2014/main" id="{6C895714-80A7-9142-E9FB-1A7C13BE2F3C}"/>
              </a:ext>
            </a:extLst>
          </p:cNvPr>
          <p:cNvSpPr>
            <a:spLocks noGrp="1"/>
          </p:cNvSpPr>
          <p:nvPr>
            <p:ph idx="1"/>
          </p:nvPr>
        </p:nvSpPr>
        <p:spPr>
          <a:xfrm>
            <a:off x="7251284" y="3595231"/>
            <a:ext cx="1374949" cy="170608"/>
          </a:xfrm>
        </p:spPr>
        <p:txBody>
          <a:bodyPr>
            <a:noAutofit/>
          </a:bodyPr>
          <a:lstStyle/>
          <a:p>
            <a:pPr marL="0" indent="0">
              <a:lnSpc>
                <a:spcPct val="100000"/>
              </a:lnSpc>
              <a:buNone/>
            </a:pPr>
            <a:r>
              <a:rPr lang="en-US" sz="1100" b="1" dirty="0">
                <a:solidFill>
                  <a:srgbClr val="0070C0"/>
                </a:solidFill>
              </a:rPr>
              <a:t>~5.75 year maturity</a:t>
            </a:r>
            <a:endParaRPr lang="en-US" sz="1100" b="1" baseline="30000" dirty="0">
              <a:solidFill>
                <a:srgbClr val="0070C0"/>
              </a:solidFill>
            </a:endParaRPr>
          </a:p>
        </p:txBody>
      </p:sp>
      <p:sp>
        <p:nvSpPr>
          <p:cNvPr id="8" name="Content Placeholder 2">
            <a:extLst>
              <a:ext uri="{FF2B5EF4-FFF2-40B4-BE49-F238E27FC236}">
                <a16:creationId xmlns:a16="http://schemas.microsoft.com/office/drawing/2014/main" id="{85C00225-7962-E4CA-D8DD-D7D26D41A09B}"/>
              </a:ext>
            </a:extLst>
          </p:cNvPr>
          <p:cNvSpPr txBox="1">
            <a:spLocks/>
          </p:cNvSpPr>
          <p:nvPr/>
        </p:nvSpPr>
        <p:spPr>
          <a:xfrm>
            <a:off x="7251284" y="3256331"/>
            <a:ext cx="1646368" cy="2077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Font typeface="Arial" panose="020B0604020202020204" pitchFamily="34" charset="0"/>
              <a:buNone/>
            </a:pPr>
            <a:r>
              <a:rPr lang="en-US" sz="1100" b="1" dirty="0">
                <a:solidFill>
                  <a:srgbClr val="002060"/>
                </a:solidFill>
              </a:rPr>
              <a:t>~3.75 year maturity</a:t>
            </a:r>
            <a:endParaRPr lang="en-US" sz="1100" b="1" baseline="30000" dirty="0">
              <a:solidFill>
                <a:srgbClr val="002060"/>
              </a:solidFill>
            </a:endParaRPr>
          </a:p>
        </p:txBody>
      </p:sp>
      <p:sp>
        <p:nvSpPr>
          <p:cNvPr id="12" name="Arrow: Curved Up 11">
            <a:extLst>
              <a:ext uri="{FF2B5EF4-FFF2-40B4-BE49-F238E27FC236}">
                <a16:creationId xmlns:a16="http://schemas.microsoft.com/office/drawing/2014/main" id="{4B5A8A10-5915-C3D7-744F-76082018BCE3}"/>
              </a:ext>
            </a:extLst>
          </p:cNvPr>
          <p:cNvSpPr/>
          <p:nvPr/>
        </p:nvSpPr>
        <p:spPr>
          <a:xfrm rot="16200000">
            <a:off x="8544672" y="3385222"/>
            <a:ext cx="416875" cy="289086"/>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9" name="Chart 8">
            <a:extLst>
              <a:ext uri="{FF2B5EF4-FFF2-40B4-BE49-F238E27FC236}">
                <a16:creationId xmlns:a16="http://schemas.microsoft.com/office/drawing/2014/main" id="{34D98B12-CDEE-4700-BD2A-8D25A8314ED7}"/>
              </a:ext>
            </a:extLst>
          </p:cNvPr>
          <p:cNvGraphicFramePr>
            <a:graphicFrameLocks/>
          </p:cNvGraphicFramePr>
          <p:nvPr>
            <p:extLst>
              <p:ext uri="{D42A27DB-BD31-4B8C-83A1-F6EECF244321}">
                <p14:modId xmlns:p14="http://schemas.microsoft.com/office/powerpoint/2010/main" val="1232223471"/>
              </p:ext>
            </p:extLst>
          </p:nvPr>
        </p:nvGraphicFramePr>
        <p:xfrm>
          <a:off x="822960" y="1538169"/>
          <a:ext cx="6428323" cy="29992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24111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7E702-17C4-EB68-6568-815373FD1B6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B93FCA1-8A5F-DE90-AD37-EEFBF99208EE}"/>
              </a:ext>
            </a:extLst>
          </p:cNvPr>
          <p:cNvSpPr/>
          <p:nvPr/>
        </p:nvSpPr>
        <p:spPr>
          <a:xfrm>
            <a:off x="6033016" y="2427461"/>
            <a:ext cx="2305877" cy="194995"/>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2AC20E-ADDF-F21B-FF97-1E35E904F92A}"/>
              </a:ext>
            </a:extLst>
          </p:cNvPr>
          <p:cNvSpPr>
            <a:spLocks noGrp="1"/>
          </p:cNvSpPr>
          <p:nvPr>
            <p:ph type="title"/>
          </p:nvPr>
        </p:nvSpPr>
        <p:spPr/>
        <p:txBody>
          <a:bodyPr>
            <a:normAutofit/>
          </a:bodyPr>
          <a:lstStyle/>
          <a:p>
            <a:r>
              <a:rPr lang="en-US" dirty="0"/>
              <a:t>Scenario Analysis: 2y IRRs</a:t>
            </a:r>
          </a:p>
        </p:txBody>
      </p:sp>
      <p:sp>
        <p:nvSpPr>
          <p:cNvPr id="3" name="Slide Number Placeholder 2">
            <a:extLst>
              <a:ext uri="{FF2B5EF4-FFF2-40B4-BE49-F238E27FC236}">
                <a16:creationId xmlns:a16="http://schemas.microsoft.com/office/drawing/2014/main" id="{ADF50094-DD80-FCBD-5135-00E8B354A10F}"/>
              </a:ext>
            </a:extLst>
          </p:cNvPr>
          <p:cNvSpPr>
            <a:spLocks noGrp="1"/>
          </p:cNvSpPr>
          <p:nvPr>
            <p:ph type="sldNum" sz="quarter" idx="12"/>
          </p:nvPr>
        </p:nvSpPr>
        <p:spPr/>
        <p:txBody>
          <a:bodyPr/>
          <a:lstStyle/>
          <a:p>
            <a:fld id="{F6B70E3D-0A47-44A9-8B13-A3D1BC88A914}" type="slidenum">
              <a:rPr lang="en-US" smtClean="0"/>
              <a:pPr/>
              <a:t>27</a:t>
            </a:fld>
            <a:endParaRPr lang="en-US" dirty="0"/>
          </a:p>
        </p:txBody>
      </p:sp>
      <p:sp>
        <p:nvSpPr>
          <p:cNvPr id="6" name="Content Placeholder 2">
            <a:extLst>
              <a:ext uri="{FF2B5EF4-FFF2-40B4-BE49-F238E27FC236}">
                <a16:creationId xmlns:a16="http://schemas.microsoft.com/office/drawing/2014/main" id="{4A29EC56-D0F2-ABFD-89AD-D528636DF7D8}"/>
              </a:ext>
            </a:extLst>
          </p:cNvPr>
          <p:cNvSpPr txBox="1">
            <a:spLocks/>
          </p:cNvSpPr>
          <p:nvPr/>
        </p:nvSpPr>
        <p:spPr>
          <a:xfrm>
            <a:off x="628650" y="1218772"/>
            <a:ext cx="8158068" cy="4563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ramond" panose="020204040303010108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ramond" panose="020204040303010108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ramond" panose="020204040303010108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ramond" panose="020204040303010108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Tx/>
              <a:buNone/>
            </a:pPr>
            <a:endParaRPr lang="en-US" sz="1800" b="1" dirty="0"/>
          </a:p>
        </p:txBody>
      </p:sp>
      <p:sp>
        <p:nvSpPr>
          <p:cNvPr id="10" name="TextBox 9">
            <a:extLst>
              <a:ext uri="{FF2B5EF4-FFF2-40B4-BE49-F238E27FC236}">
                <a16:creationId xmlns:a16="http://schemas.microsoft.com/office/drawing/2014/main" id="{579B5072-FF21-6F8E-BFF5-31FAECB88266}"/>
              </a:ext>
            </a:extLst>
          </p:cNvPr>
          <p:cNvSpPr txBox="1"/>
          <p:nvPr/>
        </p:nvSpPr>
        <p:spPr>
          <a:xfrm>
            <a:off x="5947891" y="1711941"/>
            <a:ext cx="2858728" cy="246221"/>
          </a:xfrm>
          <a:prstGeom prst="rect">
            <a:avLst/>
          </a:prstGeom>
          <a:noFill/>
        </p:spPr>
        <p:txBody>
          <a:bodyPr wrap="square" rtlCol="0">
            <a:spAutoFit/>
          </a:bodyPr>
          <a:lstStyle/>
          <a:p>
            <a:r>
              <a:rPr lang="en-US" sz="1000" b="1" u="sng" dirty="0">
                <a:latin typeface="Cambria" panose="02040503050406030204" pitchFamily="18" charset="0"/>
                <a:ea typeface="Cambria" panose="02040503050406030204" pitchFamily="18" charset="0"/>
              </a:rPr>
              <a:t>2yr IRRs at different at-expiry spread levels</a:t>
            </a:r>
            <a:r>
              <a:rPr lang="en-US" sz="1000" b="1" baseline="30000" dirty="0">
                <a:latin typeface="Cambria" panose="02040503050406030204" pitchFamily="18" charset="0"/>
                <a:ea typeface="Cambria" panose="02040503050406030204" pitchFamily="18" charset="0"/>
              </a:rPr>
              <a:t>2</a:t>
            </a:r>
            <a:endParaRPr lang="en-US" sz="1000" b="1" dirty="0">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3ED7C22B-DE24-3C4A-3DBD-E33306E18AAF}"/>
              </a:ext>
            </a:extLst>
          </p:cNvPr>
          <p:cNvSpPr txBox="1"/>
          <p:nvPr/>
        </p:nvSpPr>
        <p:spPr>
          <a:xfrm>
            <a:off x="5952153" y="1955484"/>
            <a:ext cx="2625577" cy="246221"/>
          </a:xfrm>
          <a:prstGeom prst="rect">
            <a:avLst/>
          </a:prstGeom>
          <a:noFill/>
        </p:spPr>
        <p:txBody>
          <a:bodyPr wrap="square" rtlCol="0">
            <a:spAutoFit/>
          </a:bodyPr>
          <a:lstStyle/>
          <a:p>
            <a:r>
              <a:rPr lang="en-US" sz="1000" b="1" dirty="0">
                <a:solidFill>
                  <a:schemeClr val="accent6">
                    <a:lumMod val="75000"/>
                  </a:schemeClr>
                </a:solidFill>
                <a:latin typeface="Cambria" panose="02040503050406030204" pitchFamily="18" charset="0"/>
                <a:ea typeface="Cambria" panose="02040503050406030204" pitchFamily="18" charset="0"/>
              </a:rPr>
              <a:t>42%</a:t>
            </a:r>
            <a:r>
              <a:rPr lang="en-US" sz="1000" dirty="0">
                <a:solidFill>
                  <a:schemeClr val="accent6">
                    <a:lumMod val="75000"/>
                  </a:schemeClr>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at 50</a:t>
            </a:r>
            <a:r>
              <a:rPr lang="en-US" sz="1000" baseline="30000" dirty="0">
                <a:latin typeface="Cambria" panose="02040503050406030204" pitchFamily="18" charset="0"/>
                <a:ea typeface="Cambria" panose="02040503050406030204" pitchFamily="18" charset="0"/>
              </a:rPr>
              <a:t>th</a:t>
            </a:r>
            <a:r>
              <a:rPr lang="en-US" sz="1000" dirty="0">
                <a:latin typeface="Cambria" panose="02040503050406030204" pitchFamily="18" charset="0"/>
                <a:ea typeface="Cambria" panose="02040503050406030204" pitchFamily="18" charset="0"/>
              </a:rPr>
              <a:t> percentile (since 2010)</a:t>
            </a:r>
          </a:p>
        </p:txBody>
      </p:sp>
      <p:sp>
        <p:nvSpPr>
          <p:cNvPr id="12" name="TextBox 11">
            <a:extLst>
              <a:ext uri="{FF2B5EF4-FFF2-40B4-BE49-F238E27FC236}">
                <a16:creationId xmlns:a16="http://schemas.microsoft.com/office/drawing/2014/main" id="{82663A13-1164-2A52-055E-8C08FC6BE4CD}"/>
              </a:ext>
            </a:extLst>
          </p:cNvPr>
          <p:cNvSpPr txBox="1"/>
          <p:nvPr/>
        </p:nvSpPr>
        <p:spPr>
          <a:xfrm>
            <a:off x="5969176" y="2214511"/>
            <a:ext cx="2858728"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30%</a:t>
            </a:r>
            <a:r>
              <a:rPr lang="en-US" sz="1000" dirty="0">
                <a:latin typeface="Cambria" panose="02040503050406030204" pitchFamily="18" charset="0"/>
                <a:ea typeface="Cambria" panose="02040503050406030204" pitchFamily="18" charset="0"/>
              </a:rPr>
              <a:t> IRR at March 2025 high ~10</a:t>
            </a:r>
            <a:r>
              <a:rPr lang="en-US" sz="1000" baseline="30000" dirty="0">
                <a:latin typeface="Cambria" panose="02040503050406030204" pitchFamily="18" charset="0"/>
                <a:ea typeface="Cambria" panose="02040503050406030204" pitchFamily="18" charset="0"/>
              </a:rPr>
              <a:t>th</a:t>
            </a:r>
            <a:r>
              <a:rPr lang="en-US" sz="1000" dirty="0">
                <a:latin typeface="Cambria" panose="02040503050406030204" pitchFamily="18" charset="0"/>
                <a:ea typeface="Cambria" panose="02040503050406030204" pitchFamily="18" charset="0"/>
              </a:rPr>
              <a:t> percentile</a:t>
            </a:r>
          </a:p>
        </p:txBody>
      </p:sp>
      <p:sp>
        <p:nvSpPr>
          <p:cNvPr id="13" name="TextBox 12">
            <a:extLst>
              <a:ext uri="{FF2B5EF4-FFF2-40B4-BE49-F238E27FC236}">
                <a16:creationId xmlns:a16="http://schemas.microsoft.com/office/drawing/2014/main" id="{A4380282-837E-FFA1-132A-1255A86E689E}"/>
              </a:ext>
            </a:extLst>
          </p:cNvPr>
          <p:cNvSpPr txBox="1"/>
          <p:nvPr/>
        </p:nvSpPr>
        <p:spPr>
          <a:xfrm>
            <a:off x="5969176" y="2401849"/>
            <a:ext cx="3043932" cy="246221"/>
          </a:xfrm>
          <a:prstGeom prst="rect">
            <a:avLst/>
          </a:prstGeom>
          <a:noFill/>
        </p:spPr>
        <p:txBody>
          <a:bodyPr wrap="square" rtlCol="0">
            <a:spAutoFit/>
          </a:bodyPr>
          <a:lstStyle/>
          <a:p>
            <a:r>
              <a:rPr lang="en-US" sz="1000" b="1" dirty="0">
                <a:solidFill>
                  <a:srgbClr val="00B0F0"/>
                </a:solidFill>
                <a:latin typeface="Cambria" panose="02040503050406030204" pitchFamily="18" charset="0"/>
                <a:ea typeface="Cambria" panose="02040503050406030204" pitchFamily="18" charset="0"/>
              </a:rPr>
              <a:t>23%</a:t>
            </a:r>
            <a:r>
              <a:rPr lang="en-US" sz="1000" dirty="0">
                <a:solidFill>
                  <a:srgbClr val="00B0F0"/>
                </a:solidFill>
                <a:latin typeface="Cambria" panose="02040503050406030204" pitchFamily="18" charset="0"/>
                <a:ea typeface="Cambria" panose="02040503050406030204" pitchFamily="18" charset="0"/>
              </a:rPr>
              <a:t> </a:t>
            </a:r>
            <a:r>
              <a:rPr lang="en-US" sz="1000" dirty="0">
                <a:latin typeface="Cambria" panose="02040503050406030204" pitchFamily="18" charset="0"/>
                <a:ea typeface="Cambria" panose="02040503050406030204" pitchFamily="18" charset="0"/>
              </a:rPr>
              <a:t>IRR roll to spot (nothing changes)</a:t>
            </a:r>
          </a:p>
        </p:txBody>
      </p:sp>
      <p:sp>
        <p:nvSpPr>
          <p:cNvPr id="14" name="TextBox 13">
            <a:extLst>
              <a:ext uri="{FF2B5EF4-FFF2-40B4-BE49-F238E27FC236}">
                <a16:creationId xmlns:a16="http://schemas.microsoft.com/office/drawing/2014/main" id="{3EF20EFB-359F-D264-C569-CCFEF30DD15C}"/>
              </a:ext>
            </a:extLst>
          </p:cNvPr>
          <p:cNvSpPr txBox="1"/>
          <p:nvPr/>
        </p:nvSpPr>
        <p:spPr>
          <a:xfrm>
            <a:off x="5952153" y="2762926"/>
            <a:ext cx="2625028"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Investment break-even</a:t>
            </a:r>
          </a:p>
        </p:txBody>
      </p:sp>
      <p:sp>
        <p:nvSpPr>
          <p:cNvPr id="16" name="TextBox 15">
            <a:extLst>
              <a:ext uri="{FF2B5EF4-FFF2-40B4-BE49-F238E27FC236}">
                <a16:creationId xmlns:a16="http://schemas.microsoft.com/office/drawing/2014/main" id="{F5B560E0-B8B8-31AD-AFAC-3EAF01C1870A}"/>
              </a:ext>
            </a:extLst>
          </p:cNvPr>
          <p:cNvSpPr txBox="1"/>
          <p:nvPr/>
        </p:nvSpPr>
        <p:spPr>
          <a:xfrm>
            <a:off x="5943213" y="3548086"/>
            <a:ext cx="3851477" cy="246221"/>
          </a:xfrm>
          <a:prstGeom prst="rect">
            <a:avLst/>
          </a:prstGeom>
          <a:noFill/>
        </p:spPr>
        <p:txBody>
          <a:bodyPr wrap="square" rtlCol="0">
            <a:spAutoFit/>
          </a:bodyPr>
          <a:lstStyle/>
          <a:p>
            <a:r>
              <a:rPr lang="en-US" sz="1000" b="1" dirty="0">
                <a:latin typeface="Cambria" panose="02040503050406030204" pitchFamily="18" charset="0"/>
                <a:ea typeface="Cambria" panose="02040503050406030204" pitchFamily="18" charset="0"/>
              </a:rPr>
              <a:t>100% impairment (at end of 2 years)</a:t>
            </a:r>
          </a:p>
        </p:txBody>
      </p:sp>
      <p:sp>
        <p:nvSpPr>
          <p:cNvPr id="17" name="TextBox 16">
            <a:extLst>
              <a:ext uri="{FF2B5EF4-FFF2-40B4-BE49-F238E27FC236}">
                <a16:creationId xmlns:a16="http://schemas.microsoft.com/office/drawing/2014/main" id="{24D64946-209A-8014-7BC1-5236451FF8C6}"/>
              </a:ext>
            </a:extLst>
          </p:cNvPr>
          <p:cNvSpPr txBox="1"/>
          <p:nvPr/>
        </p:nvSpPr>
        <p:spPr>
          <a:xfrm>
            <a:off x="5557899" y="5666723"/>
            <a:ext cx="4623732" cy="400110"/>
          </a:xfrm>
          <a:prstGeom prst="rect">
            <a:avLst/>
          </a:prstGeom>
          <a:noFill/>
        </p:spPr>
        <p:txBody>
          <a:bodyPr wrap="square" rtlCol="0">
            <a:spAutoFit/>
          </a:bodyPr>
          <a:lstStyle/>
          <a:p>
            <a:pPr algn="r"/>
            <a:r>
              <a:rPr lang="en-US" sz="1000" i="1" dirty="0">
                <a:latin typeface="Cambria" panose="02040503050406030204" pitchFamily="18" charset="0"/>
                <a:ea typeface="Cambria" panose="02040503050406030204" pitchFamily="18" charset="0"/>
              </a:rPr>
              <a:t>Source: Bloomberg, Liminality Calculations</a:t>
            </a:r>
            <a:br>
              <a:rPr lang="en-US" sz="1000" i="1" dirty="0">
                <a:latin typeface="Cambria" panose="02040503050406030204" pitchFamily="18" charset="0"/>
                <a:ea typeface="Cambria" panose="02040503050406030204" pitchFamily="18" charset="0"/>
              </a:rPr>
            </a:br>
            <a:r>
              <a:rPr lang="en-US" sz="1000" i="1" dirty="0">
                <a:latin typeface="Cambria" panose="02040503050406030204" pitchFamily="18" charset="0"/>
                <a:ea typeface="Cambria" panose="02040503050406030204" pitchFamily="18" charset="0"/>
              </a:rPr>
              <a:t>Note: Returns are dependent on level of swap spread</a:t>
            </a:r>
          </a:p>
        </p:txBody>
      </p:sp>
      <p:sp>
        <p:nvSpPr>
          <p:cNvPr id="4" name="TextBox 3">
            <a:extLst>
              <a:ext uri="{FF2B5EF4-FFF2-40B4-BE49-F238E27FC236}">
                <a16:creationId xmlns:a16="http://schemas.microsoft.com/office/drawing/2014/main" id="{554067EE-19F6-D8EC-8BF9-B516660EC319}"/>
              </a:ext>
            </a:extLst>
          </p:cNvPr>
          <p:cNvSpPr txBox="1"/>
          <p:nvPr/>
        </p:nvSpPr>
        <p:spPr>
          <a:xfrm>
            <a:off x="1259718" y="1116913"/>
            <a:ext cx="4453328" cy="307777"/>
          </a:xfrm>
          <a:prstGeom prst="rect">
            <a:avLst/>
          </a:prstGeom>
          <a:noFill/>
        </p:spPr>
        <p:txBody>
          <a:bodyPr wrap="square" rtlCol="0">
            <a:spAutoFit/>
          </a:bodyPr>
          <a:lstStyle/>
          <a:p>
            <a:r>
              <a:rPr lang="en-US" b="1" dirty="0">
                <a:latin typeface="Garamond" panose="02020404030301010803" pitchFamily="18" charset="0"/>
                <a:ea typeface="Cambria" panose="02040503050406030204" pitchFamily="18" charset="0"/>
              </a:rPr>
              <a:t>Time Series of a Generic ~3.75y Coupon Strip, last 15y</a:t>
            </a:r>
            <a:r>
              <a:rPr lang="en-US" b="1" baseline="30000" dirty="0">
                <a:latin typeface="Garamond" panose="02020404030301010803" pitchFamily="18" charset="0"/>
                <a:ea typeface="Cambria" panose="02040503050406030204" pitchFamily="18" charset="0"/>
              </a:rPr>
              <a:t>1</a:t>
            </a:r>
          </a:p>
        </p:txBody>
      </p:sp>
      <p:sp>
        <p:nvSpPr>
          <p:cNvPr id="8" name="TextBox 7">
            <a:extLst>
              <a:ext uri="{FF2B5EF4-FFF2-40B4-BE49-F238E27FC236}">
                <a16:creationId xmlns:a16="http://schemas.microsoft.com/office/drawing/2014/main" id="{EE560A26-6EE0-5494-8952-C5C349358A3A}"/>
              </a:ext>
            </a:extLst>
          </p:cNvPr>
          <p:cNvSpPr txBox="1"/>
          <p:nvPr/>
        </p:nvSpPr>
        <p:spPr>
          <a:xfrm>
            <a:off x="4337437" y="4722182"/>
            <a:ext cx="4517738" cy="400110"/>
          </a:xfrm>
          <a:prstGeom prst="rect">
            <a:avLst/>
          </a:prstGeom>
          <a:noFill/>
        </p:spPr>
        <p:txBody>
          <a:bodyPr wrap="square" rtlCol="0">
            <a:spAutoFit/>
          </a:bodyPr>
          <a:lstStyle/>
          <a:p>
            <a:r>
              <a:rPr lang="en-US" sz="1000" baseline="30000" dirty="0">
                <a:latin typeface="Garamond" panose="02020404030301010803" pitchFamily="18" charset="0"/>
              </a:rPr>
              <a:t>1 </a:t>
            </a:r>
            <a:r>
              <a:rPr lang="en-US" sz="1000" dirty="0">
                <a:latin typeface="Garamond" panose="02020404030301010803" pitchFamily="18" charset="0"/>
              </a:rPr>
              <a:t>Source: Bloomberg z spread *-1, Liminality Calculations</a:t>
            </a:r>
            <a:br>
              <a:rPr lang="en-US" sz="1000" baseline="30000" dirty="0">
                <a:latin typeface="Garamond" panose="02020404030301010803" pitchFamily="18" charset="0"/>
              </a:rPr>
            </a:br>
            <a:r>
              <a:rPr lang="en-US" sz="1000" baseline="30000" dirty="0">
                <a:latin typeface="Garamond" panose="02020404030301010803" pitchFamily="18" charset="0"/>
              </a:rPr>
              <a:t>2 </a:t>
            </a:r>
            <a:r>
              <a:rPr lang="en-US" sz="1000" dirty="0">
                <a:latin typeface="Garamond" panose="02020404030301010803" pitchFamily="18" charset="0"/>
              </a:rPr>
              <a:t>Scenario Analysis of S 02/15/31, rolled forward 2y, at ~4% rate levels on Treasuries</a:t>
            </a:r>
          </a:p>
        </p:txBody>
      </p:sp>
      <p:pic>
        <p:nvPicPr>
          <p:cNvPr id="9" name="Picture 8">
            <a:extLst>
              <a:ext uri="{FF2B5EF4-FFF2-40B4-BE49-F238E27FC236}">
                <a16:creationId xmlns:a16="http://schemas.microsoft.com/office/drawing/2014/main" id="{A0ED89B7-7EDB-12CC-6717-27BE85143626}"/>
              </a:ext>
            </a:extLst>
          </p:cNvPr>
          <p:cNvPicPr>
            <a:picLocks noChangeAspect="1"/>
          </p:cNvPicPr>
          <p:nvPr/>
        </p:nvPicPr>
        <p:blipFill>
          <a:blip r:embed="rId3"/>
          <a:stretch>
            <a:fillRect/>
          </a:stretch>
        </p:blipFill>
        <p:spPr>
          <a:xfrm>
            <a:off x="692490" y="1357932"/>
            <a:ext cx="5276686" cy="3236170"/>
          </a:xfrm>
          <a:prstGeom prst="rect">
            <a:avLst/>
          </a:prstGeom>
        </p:spPr>
      </p:pic>
    </p:spTree>
    <p:extLst>
      <p:ext uri="{BB962C8B-B14F-4D97-AF65-F5344CB8AC3E}">
        <p14:creationId xmlns:p14="http://schemas.microsoft.com/office/powerpoint/2010/main" val="1551483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9847C-3125-9B1B-16B8-3FAD089AC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15D08-1104-C747-0252-977079D00023}"/>
              </a:ext>
            </a:extLst>
          </p:cNvPr>
          <p:cNvSpPr>
            <a:spLocks noGrp="1"/>
          </p:cNvSpPr>
          <p:nvPr>
            <p:ph type="title"/>
          </p:nvPr>
        </p:nvSpPr>
        <p:spPr/>
        <p:txBody>
          <a:bodyPr>
            <a:normAutofit/>
          </a:bodyPr>
          <a:lstStyle/>
          <a:p>
            <a:r>
              <a:rPr lang="en-US" dirty="0"/>
              <a:t>Upside Case: Potential Upcoming Catalysts</a:t>
            </a:r>
          </a:p>
        </p:txBody>
      </p:sp>
      <p:sp>
        <p:nvSpPr>
          <p:cNvPr id="3" name="Content Placeholder 2">
            <a:extLst>
              <a:ext uri="{FF2B5EF4-FFF2-40B4-BE49-F238E27FC236}">
                <a16:creationId xmlns:a16="http://schemas.microsoft.com/office/drawing/2014/main" id="{92E18DC0-350C-1C08-8825-1C890AB905DC}"/>
              </a:ext>
            </a:extLst>
          </p:cNvPr>
          <p:cNvSpPr>
            <a:spLocks noGrp="1"/>
          </p:cNvSpPr>
          <p:nvPr>
            <p:ph idx="1"/>
          </p:nvPr>
        </p:nvSpPr>
        <p:spPr>
          <a:xfrm>
            <a:off x="628650" y="1211884"/>
            <a:ext cx="7839489" cy="3555379"/>
          </a:xfrm>
        </p:spPr>
        <p:txBody>
          <a:bodyPr>
            <a:normAutofit fontScale="77500" lnSpcReduction="20000"/>
          </a:bodyPr>
          <a:lstStyle/>
          <a:p>
            <a:pPr marL="0" indent="0">
              <a:lnSpc>
                <a:spcPct val="120000"/>
              </a:lnSpc>
              <a:buNone/>
            </a:pPr>
            <a:r>
              <a:rPr lang="en-US" sz="1800" b="1" dirty="0"/>
              <a:t>The Trump administration is focused on bank de-regulation, and Treasury Secretary Bessent is fixated</a:t>
            </a:r>
            <a:r>
              <a:rPr lang="en-US" sz="1800" b="1" baseline="30000" dirty="0"/>
              <a:t>1</a:t>
            </a:r>
            <a:r>
              <a:rPr lang="en-US" sz="1800" b="1" dirty="0"/>
              <a:t> on the levers he can pull to optimize the cost of government funding.</a:t>
            </a:r>
          </a:p>
          <a:p>
            <a:pPr marL="342900" indent="-342900">
              <a:lnSpc>
                <a:spcPct val="120000"/>
              </a:lnSpc>
              <a:buAutoNum type="arabicPeriod"/>
            </a:pPr>
            <a:r>
              <a:rPr lang="en-US" sz="1800" b="1" dirty="0"/>
              <a:t>Bank de-regulation proposals under active consideration include</a:t>
            </a:r>
            <a:r>
              <a:rPr lang="en-US" sz="1800" dirty="0"/>
              <a:t>:</a:t>
            </a:r>
          </a:p>
          <a:p>
            <a:pPr marL="800100" lvl="1" indent="-342900">
              <a:lnSpc>
                <a:spcPct val="120000"/>
              </a:lnSpc>
              <a:buFont typeface="+mj-lt"/>
              <a:buAutoNum type="alphaLcParenR"/>
            </a:pPr>
            <a:r>
              <a:rPr lang="en-US" sz="1400" dirty="0"/>
              <a:t>exempting Treasuries from bank Supplementary Leverage Ratio ‘SLR’ calculations</a:t>
            </a:r>
          </a:p>
          <a:p>
            <a:pPr marL="800100" lvl="1" indent="-342900">
              <a:lnSpc>
                <a:spcPct val="120000"/>
              </a:lnSpc>
              <a:buFont typeface="+mj-lt"/>
              <a:buAutoNum type="alphaLcParenR"/>
            </a:pPr>
            <a:r>
              <a:rPr lang="en-US" sz="1400" dirty="0"/>
              <a:t>indexing regulatory thresholds (like the GSIB surcharge) to economic growth</a:t>
            </a:r>
          </a:p>
          <a:p>
            <a:pPr marL="342900" indent="-342900">
              <a:lnSpc>
                <a:spcPct val="120000"/>
              </a:lnSpc>
              <a:buAutoNum type="arabicPeriod"/>
            </a:pPr>
            <a:r>
              <a:rPr lang="en-US" sz="1800" b="1" dirty="0"/>
              <a:t>Michelle Bowman, Trump’s appointee for Fed Vice Chair for Supervision, is pivoting hard from the Biden-era Fed regulatory agenda.  </a:t>
            </a:r>
            <a:r>
              <a:rPr lang="en-US" sz="1800" dirty="0"/>
              <a:t>She recently said “…an upcoming rewrite of bank leverage rules is just a ‘first step’ in reviewing the ‘distorted’ bank capital requirements.”</a:t>
            </a:r>
            <a:r>
              <a:rPr lang="en-US" sz="1800" baseline="30000" dirty="0"/>
              <a:t>2</a:t>
            </a:r>
            <a:r>
              <a:rPr lang="en-US" sz="1800" dirty="0"/>
              <a:t> </a:t>
            </a:r>
            <a:endParaRPr lang="en-US" sz="1200" baseline="30000" dirty="0"/>
          </a:p>
          <a:p>
            <a:pPr marL="342900" indent="-342900">
              <a:lnSpc>
                <a:spcPct val="120000"/>
              </a:lnSpc>
              <a:buAutoNum type="arabicPeriod"/>
            </a:pPr>
            <a:r>
              <a:rPr lang="en-US" sz="1800" b="1" dirty="0"/>
              <a:t>New Fed Chair in May 2026: </a:t>
            </a:r>
            <a:r>
              <a:rPr lang="en-US" sz="1800" dirty="0"/>
              <a:t>while outgoing Chair Powell has supported reforms</a:t>
            </a:r>
            <a:r>
              <a:rPr lang="en-US" sz="1800" baseline="30000" dirty="0"/>
              <a:t>3</a:t>
            </a:r>
            <a:r>
              <a:rPr lang="en-US" sz="1800" dirty="0"/>
              <a:t>, Trump will choose a new Fed Chair next year who can continue to drive the agenda from the top</a:t>
            </a:r>
            <a:endParaRPr lang="en-US" sz="1800" b="1" dirty="0"/>
          </a:p>
          <a:p>
            <a:pPr marL="0" indent="0">
              <a:lnSpc>
                <a:spcPct val="120000"/>
              </a:lnSpc>
              <a:buNone/>
            </a:pPr>
            <a:r>
              <a:rPr lang="en-US" sz="1800" b="1" dirty="0"/>
              <a:t>While some market participants dispute the likely magnitude of particular reforms, fairly, we do think it is likely that these changes will be adopted, and if these reforms don’t work then they’ll try something else</a:t>
            </a:r>
          </a:p>
        </p:txBody>
      </p:sp>
      <p:sp>
        <p:nvSpPr>
          <p:cNvPr id="4" name="Slide Number Placeholder 3">
            <a:extLst>
              <a:ext uri="{FF2B5EF4-FFF2-40B4-BE49-F238E27FC236}">
                <a16:creationId xmlns:a16="http://schemas.microsoft.com/office/drawing/2014/main" id="{D1570E59-31EE-945A-63CD-C80576723279}"/>
              </a:ext>
            </a:extLst>
          </p:cNvPr>
          <p:cNvSpPr>
            <a:spLocks noGrp="1"/>
          </p:cNvSpPr>
          <p:nvPr>
            <p:ph type="sldNum" sz="quarter" idx="12"/>
          </p:nvPr>
        </p:nvSpPr>
        <p:spPr/>
        <p:txBody>
          <a:bodyPr/>
          <a:lstStyle/>
          <a:p>
            <a:fld id="{F6B70E3D-0A47-44A9-8B13-A3D1BC88A914}" type="slidenum">
              <a:rPr lang="en-US" smtClean="0"/>
              <a:pPr/>
              <a:t>28</a:t>
            </a:fld>
            <a:endParaRPr lang="en-US"/>
          </a:p>
        </p:txBody>
      </p:sp>
      <p:sp>
        <p:nvSpPr>
          <p:cNvPr id="7" name="TextBox 6">
            <a:extLst>
              <a:ext uri="{FF2B5EF4-FFF2-40B4-BE49-F238E27FC236}">
                <a16:creationId xmlns:a16="http://schemas.microsoft.com/office/drawing/2014/main" id="{F45EFF0B-3F05-041D-21DF-F8791DB51947}"/>
              </a:ext>
            </a:extLst>
          </p:cNvPr>
          <p:cNvSpPr txBox="1"/>
          <p:nvPr/>
        </p:nvSpPr>
        <p:spPr>
          <a:xfrm>
            <a:off x="3130886" y="4561085"/>
            <a:ext cx="6791052" cy="615553"/>
          </a:xfrm>
          <a:prstGeom prst="rect">
            <a:avLst/>
          </a:prstGeom>
          <a:noFill/>
        </p:spPr>
        <p:txBody>
          <a:bodyPr wrap="square" rtlCol="0">
            <a:spAutoFit/>
          </a:bodyPr>
          <a:lstStyle/>
          <a:p>
            <a:r>
              <a:rPr lang="en-US" sz="800" baseline="30000" dirty="0">
                <a:latin typeface="Garamond" panose="02020404030301010803" pitchFamily="18" charset="0"/>
              </a:rPr>
              <a:t>1 </a:t>
            </a:r>
            <a:r>
              <a:rPr lang="en-US" sz="800" dirty="0">
                <a:latin typeface="Garamond" panose="02020404030301010803" pitchFamily="18" charset="0"/>
                <a:hlinkClick r:id="rId3"/>
              </a:rPr>
              <a:t>https://www.bloomberg.com/news/articles/2025-05-23/bessent-sees-easing-capital-rule-on-us-treasuries-this-summer</a:t>
            </a:r>
            <a:br>
              <a:rPr lang="en-US" sz="800" dirty="0">
                <a:latin typeface="Garamond" panose="02020404030301010803" pitchFamily="18" charset="0"/>
              </a:rPr>
            </a:br>
            <a:r>
              <a:rPr lang="en-US" sz="800" baseline="30000" dirty="0">
                <a:latin typeface="Garamond" panose="02020404030301010803" pitchFamily="18" charset="0"/>
              </a:rPr>
              <a:t>2 </a:t>
            </a:r>
            <a:r>
              <a:rPr lang="en-US" sz="800" dirty="0">
                <a:latin typeface="Garamond" panose="02020404030301010803" pitchFamily="18" charset="0"/>
                <a:hlinkClick r:id="rId4"/>
              </a:rPr>
              <a:t>https://www.reuters.com/sustainability/boards-policy-regulation/feds-bowman-eyes-broad-set-bank-capital-reforms-2025-06-23/</a:t>
            </a:r>
            <a:br>
              <a:rPr lang="en-US" sz="800" dirty="0">
                <a:latin typeface="Garamond" panose="02020404030301010803" pitchFamily="18" charset="0"/>
              </a:rPr>
            </a:br>
            <a:r>
              <a:rPr lang="en-US" sz="800" baseline="30000" dirty="0">
                <a:latin typeface="Garamond" panose="02020404030301010803" pitchFamily="18" charset="0"/>
              </a:rPr>
              <a:t>3 </a:t>
            </a:r>
            <a:r>
              <a:rPr lang="en-US" sz="800" dirty="0">
                <a:latin typeface="Garamond" panose="02020404030301010803" pitchFamily="18" charset="0"/>
                <a:hlinkClick r:id="rId5"/>
              </a:rPr>
              <a:t>https://www.americanbanker.com/news/powell-backs-leverage-ratio-update-treasury-market-reform</a:t>
            </a:r>
            <a:br>
              <a:rPr lang="en-US" sz="1000" baseline="30000" dirty="0">
                <a:latin typeface="Garamond" panose="02020404030301010803" pitchFamily="18" charset="0"/>
              </a:rPr>
            </a:br>
            <a:endParaRPr lang="en-US" sz="1000" dirty="0">
              <a:latin typeface="Garamond" panose="02020404030301010803" pitchFamily="18" charset="0"/>
            </a:endParaRPr>
          </a:p>
        </p:txBody>
      </p:sp>
    </p:spTree>
    <p:extLst>
      <p:ext uri="{BB962C8B-B14F-4D97-AF65-F5344CB8AC3E}">
        <p14:creationId xmlns:p14="http://schemas.microsoft.com/office/powerpoint/2010/main" val="621155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440FF-D8F0-7D35-97DF-0AFB6BFAFD8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FB5BD39-0923-2952-FE8C-5E4ED8660B50}"/>
              </a:ext>
            </a:extLst>
          </p:cNvPr>
          <p:cNvSpPr/>
          <p:nvPr/>
        </p:nvSpPr>
        <p:spPr>
          <a:xfrm>
            <a:off x="762000" y="2890444"/>
            <a:ext cx="7620000" cy="461107"/>
          </a:xfrm>
          <a:prstGeom prst="roundRect">
            <a:avLst/>
          </a:prstGeom>
          <a:solidFill>
            <a:srgbClr val="E9EB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F406B4-865D-858E-5B73-9955DA4382BD}"/>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FCCFEA9D-8A6A-6120-483F-A762DE03EF92}"/>
              </a:ext>
            </a:extLst>
          </p:cNvPr>
          <p:cNvSpPr>
            <a:spLocks noGrp="1"/>
          </p:cNvSpPr>
          <p:nvPr>
            <p:ph idx="1"/>
          </p:nvPr>
        </p:nvSpPr>
        <p:spPr>
          <a:xfrm>
            <a:off x="830140" y="1396457"/>
            <a:ext cx="8067512" cy="2987974"/>
          </a:xfrm>
        </p:spPr>
        <p:txBody>
          <a:bodyPr>
            <a:normAutofit/>
          </a:bodyPr>
          <a:lstStyle/>
          <a:p>
            <a:pPr marL="457200" indent="-457200">
              <a:lnSpc>
                <a:spcPct val="100000"/>
              </a:lnSpc>
              <a:buFont typeface="+mj-lt"/>
              <a:buAutoNum type="arabicPeriod"/>
            </a:pPr>
            <a:r>
              <a:rPr lang="en-US" sz="2400" dirty="0"/>
              <a:t>EXECUTIVE SUMMARY</a:t>
            </a:r>
          </a:p>
          <a:p>
            <a:pPr marL="457200" indent="-457200">
              <a:lnSpc>
                <a:spcPct val="100000"/>
              </a:lnSpc>
              <a:buFont typeface="+mj-lt"/>
              <a:buAutoNum type="arabicPeriod"/>
            </a:pPr>
            <a:r>
              <a:rPr lang="en-US" sz="2400" dirty="0"/>
              <a:t>INVESTMENT DESCRIPTION</a:t>
            </a:r>
          </a:p>
          <a:p>
            <a:pPr marL="457200" indent="-457200">
              <a:lnSpc>
                <a:spcPct val="100000"/>
              </a:lnSpc>
              <a:buFont typeface="+mj-lt"/>
              <a:buAutoNum type="arabicPeriod"/>
            </a:pPr>
            <a:r>
              <a:rPr lang="en-US" sz="2400" dirty="0"/>
              <a:t>SCENARIO ANALYSIS</a:t>
            </a:r>
          </a:p>
          <a:p>
            <a:pPr marL="457200" indent="-457200">
              <a:lnSpc>
                <a:spcPct val="100000"/>
              </a:lnSpc>
              <a:buFont typeface="+mj-lt"/>
              <a:buAutoNum type="arabicPeriod"/>
            </a:pPr>
            <a:r>
              <a:rPr lang="en-US" sz="2400" b="1" dirty="0"/>
              <a:t>RISKS</a:t>
            </a:r>
          </a:p>
          <a:p>
            <a:pPr marL="457200" indent="-457200">
              <a:lnSpc>
                <a:spcPct val="100000"/>
              </a:lnSpc>
              <a:buFont typeface="+mj-lt"/>
              <a:buAutoNum type="arabicPeriod"/>
            </a:pPr>
            <a:endParaRPr lang="en-US" sz="2400" dirty="0"/>
          </a:p>
        </p:txBody>
      </p:sp>
      <p:sp>
        <p:nvSpPr>
          <p:cNvPr id="4" name="Slide Number Placeholder 3">
            <a:extLst>
              <a:ext uri="{FF2B5EF4-FFF2-40B4-BE49-F238E27FC236}">
                <a16:creationId xmlns:a16="http://schemas.microsoft.com/office/drawing/2014/main" id="{C5CD6ED7-186E-91D8-BA9C-59C266EA06E5}"/>
              </a:ext>
            </a:extLst>
          </p:cNvPr>
          <p:cNvSpPr>
            <a:spLocks noGrp="1"/>
          </p:cNvSpPr>
          <p:nvPr>
            <p:ph type="sldNum" sz="quarter" idx="12"/>
          </p:nvPr>
        </p:nvSpPr>
        <p:spPr/>
        <p:txBody>
          <a:bodyPr/>
          <a:lstStyle/>
          <a:p>
            <a:fld id="{F6B70E3D-0A47-44A9-8B13-A3D1BC88A914}" type="slidenum">
              <a:rPr lang="en-US" smtClean="0"/>
              <a:pPr/>
              <a:t>29</a:t>
            </a:fld>
            <a:endParaRPr lang="en-US"/>
          </a:p>
        </p:txBody>
      </p:sp>
    </p:spTree>
    <p:extLst>
      <p:ext uri="{BB962C8B-B14F-4D97-AF65-F5344CB8AC3E}">
        <p14:creationId xmlns:p14="http://schemas.microsoft.com/office/powerpoint/2010/main" val="3253352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CCFCC-7A57-F95E-C8DF-4F2D431CA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B77E2-18B1-6E40-2E51-7D343127D7F0}"/>
              </a:ext>
            </a:extLst>
          </p:cNvPr>
          <p:cNvSpPr>
            <a:spLocks noGrp="1"/>
          </p:cNvSpPr>
          <p:nvPr>
            <p:ph type="title"/>
          </p:nvPr>
        </p:nvSpPr>
        <p:spPr/>
        <p:txBody>
          <a:bodyPr/>
          <a:lstStyle/>
          <a:p>
            <a:r>
              <a:rPr lang="en-US" dirty="0"/>
              <a:t>Risks</a:t>
            </a:r>
          </a:p>
        </p:txBody>
      </p:sp>
      <p:sp>
        <p:nvSpPr>
          <p:cNvPr id="3" name="Content Placeholder 2">
            <a:extLst>
              <a:ext uri="{FF2B5EF4-FFF2-40B4-BE49-F238E27FC236}">
                <a16:creationId xmlns:a16="http://schemas.microsoft.com/office/drawing/2014/main" id="{C97F7F00-CB8B-431E-1F13-305D33A7BF13}"/>
              </a:ext>
            </a:extLst>
          </p:cNvPr>
          <p:cNvSpPr>
            <a:spLocks noGrp="1"/>
          </p:cNvSpPr>
          <p:nvPr>
            <p:ph idx="1"/>
          </p:nvPr>
        </p:nvSpPr>
        <p:spPr>
          <a:xfrm>
            <a:off x="628649" y="1223586"/>
            <a:ext cx="8113273" cy="3543677"/>
          </a:xfrm>
        </p:spPr>
        <p:txBody>
          <a:bodyPr>
            <a:normAutofit fontScale="92500" lnSpcReduction="20000"/>
          </a:bodyPr>
          <a:lstStyle/>
          <a:p>
            <a:pPr marL="0" indent="0">
              <a:lnSpc>
                <a:spcPct val="120000"/>
              </a:lnSpc>
              <a:buNone/>
            </a:pPr>
            <a:r>
              <a:rPr lang="en-US" sz="1700" b="1" dirty="0"/>
              <a:t>Swap spreads could continue to grind lower, making new all-time lows.  What would cause that?</a:t>
            </a:r>
          </a:p>
          <a:p>
            <a:pPr marL="342900" indent="-342900">
              <a:lnSpc>
                <a:spcPct val="120000"/>
              </a:lnSpc>
              <a:buFont typeface="Arial" panose="020B0604020202020204" pitchFamily="34" charset="0"/>
              <a:buAutoNum type="arabicPeriod"/>
            </a:pPr>
            <a:r>
              <a:rPr lang="en-US" sz="1700" b="1" dirty="0"/>
              <a:t>Supply: The increasing likelihood of large budget deficits will increase the supply of net Treasury issuance which, all else equal, could weigh on swap spreads </a:t>
            </a:r>
          </a:p>
          <a:p>
            <a:pPr marL="342900" indent="-342900">
              <a:lnSpc>
                <a:spcPct val="120000"/>
              </a:lnSpc>
              <a:buFont typeface="Arial" panose="020B0604020202020204" pitchFamily="34" charset="0"/>
              <a:buAutoNum type="arabicPeriod"/>
            </a:pPr>
            <a:r>
              <a:rPr lang="en-US" sz="1700" b="1" dirty="0"/>
              <a:t>Demand: Foreign demand for US dollars and US Treasuries could decline for a variety of reasons.  The Fed may be reluctant to re-start QE like they did in the past, removing an important source of demand over the last 15 years</a:t>
            </a:r>
          </a:p>
          <a:p>
            <a:pPr marL="342900" indent="-342900">
              <a:lnSpc>
                <a:spcPct val="120000"/>
              </a:lnSpc>
              <a:buFont typeface="Arial" panose="020B0604020202020204" pitchFamily="34" charset="0"/>
              <a:buAutoNum type="arabicPeriod"/>
            </a:pPr>
            <a:r>
              <a:rPr lang="en-US" sz="1700" b="1" dirty="0"/>
              <a:t>An increase in demand for receiving on swap, or a decrease in demand for paying on swaps, could put pressure on swap spreads</a:t>
            </a:r>
          </a:p>
          <a:p>
            <a:pPr marL="342900" indent="-342900">
              <a:lnSpc>
                <a:spcPct val="120000"/>
              </a:lnSpc>
              <a:buFont typeface="Arial" panose="020B0604020202020204" pitchFamily="34" charset="0"/>
              <a:buAutoNum type="arabicPeriod"/>
            </a:pPr>
            <a:r>
              <a:rPr lang="en-US" sz="1700" b="1" dirty="0"/>
              <a:t>Bank de-regulation efforts by the Trump administration may not work, or may not be sufficient to offset these other factors mentioned above</a:t>
            </a:r>
          </a:p>
          <a:p>
            <a:pPr marL="0" indent="0">
              <a:lnSpc>
                <a:spcPct val="120000"/>
              </a:lnSpc>
              <a:buNone/>
            </a:pPr>
            <a:endParaRPr lang="en-US" sz="1800" b="1" dirty="0"/>
          </a:p>
        </p:txBody>
      </p:sp>
      <p:sp>
        <p:nvSpPr>
          <p:cNvPr id="4" name="Slide Number Placeholder 3">
            <a:extLst>
              <a:ext uri="{FF2B5EF4-FFF2-40B4-BE49-F238E27FC236}">
                <a16:creationId xmlns:a16="http://schemas.microsoft.com/office/drawing/2014/main" id="{3FC0BA57-0AFC-3059-7985-51FDEDE1AB8D}"/>
              </a:ext>
            </a:extLst>
          </p:cNvPr>
          <p:cNvSpPr>
            <a:spLocks noGrp="1"/>
          </p:cNvSpPr>
          <p:nvPr>
            <p:ph type="sldNum" sz="quarter" idx="12"/>
          </p:nvPr>
        </p:nvSpPr>
        <p:spPr/>
        <p:txBody>
          <a:bodyPr/>
          <a:lstStyle/>
          <a:p>
            <a:fld id="{F6B70E3D-0A47-44A9-8B13-A3D1BC88A914}" type="slidenum">
              <a:rPr lang="en-US" smtClean="0"/>
              <a:pPr/>
              <a:t>30</a:t>
            </a:fld>
            <a:endParaRPr lang="en-US"/>
          </a:p>
        </p:txBody>
      </p:sp>
    </p:spTree>
    <p:extLst>
      <p:ext uri="{BB962C8B-B14F-4D97-AF65-F5344CB8AC3E}">
        <p14:creationId xmlns:p14="http://schemas.microsoft.com/office/powerpoint/2010/main" val="1353517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78EC7-D7C6-6A38-B2D9-FCEDB097C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8CACF-24C1-9B32-3339-8E5426A9382D}"/>
              </a:ext>
            </a:extLst>
          </p:cNvPr>
          <p:cNvSpPr>
            <a:spLocks noGrp="1"/>
          </p:cNvSpPr>
          <p:nvPr>
            <p:ph type="title"/>
          </p:nvPr>
        </p:nvSpPr>
        <p:spPr>
          <a:xfrm>
            <a:off x="628650" y="274638"/>
            <a:ext cx="7886700" cy="4131107"/>
          </a:xfrm>
        </p:spPr>
        <p:txBody>
          <a:bodyPr>
            <a:normAutofit/>
          </a:bodyPr>
          <a:lstStyle/>
          <a:p>
            <a:pPr algn="ctr"/>
            <a:r>
              <a:rPr lang="en-US" sz="4800" dirty="0"/>
              <a:t>Appendix</a:t>
            </a:r>
          </a:p>
        </p:txBody>
      </p:sp>
    </p:spTree>
    <p:extLst>
      <p:ext uri="{BB962C8B-B14F-4D97-AF65-F5344CB8AC3E}">
        <p14:creationId xmlns:p14="http://schemas.microsoft.com/office/powerpoint/2010/main" val="2172192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D7B1C-3820-A23F-7F0F-FFB5A1532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EB266-C877-BA95-145D-87809988B27A}"/>
              </a:ext>
            </a:extLst>
          </p:cNvPr>
          <p:cNvSpPr>
            <a:spLocks noGrp="1"/>
          </p:cNvSpPr>
          <p:nvPr>
            <p:ph type="title"/>
          </p:nvPr>
        </p:nvSpPr>
        <p:spPr/>
        <p:txBody>
          <a:bodyPr>
            <a:normAutofit/>
          </a:bodyPr>
          <a:lstStyle/>
          <a:p>
            <a:r>
              <a:rPr lang="en-US" dirty="0"/>
              <a:t>Dealers Stuffed with Treasury Bonds</a:t>
            </a:r>
          </a:p>
        </p:txBody>
      </p:sp>
      <p:sp>
        <p:nvSpPr>
          <p:cNvPr id="3" name="TextBox 2">
            <a:extLst>
              <a:ext uri="{FF2B5EF4-FFF2-40B4-BE49-F238E27FC236}">
                <a16:creationId xmlns:a16="http://schemas.microsoft.com/office/drawing/2014/main" id="{565567C9-A965-59EC-D523-092CC5E37D03}"/>
              </a:ext>
            </a:extLst>
          </p:cNvPr>
          <p:cNvSpPr txBox="1"/>
          <p:nvPr/>
        </p:nvSpPr>
        <p:spPr>
          <a:xfrm>
            <a:off x="7216346" y="4622641"/>
            <a:ext cx="1725270" cy="246221"/>
          </a:xfrm>
          <a:prstGeom prst="rect">
            <a:avLst/>
          </a:prstGeom>
          <a:noFill/>
        </p:spPr>
        <p:txBody>
          <a:bodyPr wrap="square" rtlCol="0">
            <a:spAutoFit/>
          </a:bodyPr>
          <a:lstStyle/>
          <a:p>
            <a:r>
              <a:rPr lang="en-US" sz="1000" dirty="0">
                <a:latin typeface="Garamond" panose="02020404030301010803" pitchFamily="18" charset="0"/>
              </a:rPr>
              <a:t>Source: Morgan Stanley</a:t>
            </a:r>
          </a:p>
        </p:txBody>
      </p:sp>
      <p:sp>
        <p:nvSpPr>
          <p:cNvPr id="4" name="Slide Number Placeholder 3">
            <a:extLst>
              <a:ext uri="{FF2B5EF4-FFF2-40B4-BE49-F238E27FC236}">
                <a16:creationId xmlns:a16="http://schemas.microsoft.com/office/drawing/2014/main" id="{68E5B345-A2AD-CB6D-DA86-00E1FAB98AE5}"/>
              </a:ext>
            </a:extLst>
          </p:cNvPr>
          <p:cNvSpPr>
            <a:spLocks noGrp="1"/>
          </p:cNvSpPr>
          <p:nvPr>
            <p:ph type="sldNum" sz="quarter" idx="12"/>
          </p:nvPr>
        </p:nvSpPr>
        <p:spPr/>
        <p:txBody>
          <a:bodyPr/>
          <a:lstStyle/>
          <a:p>
            <a:fld id="{F6B70E3D-0A47-44A9-8B13-A3D1BC88A914}" type="slidenum">
              <a:rPr lang="en-US" smtClean="0"/>
              <a:pPr/>
              <a:t>32</a:t>
            </a:fld>
            <a:endParaRPr lang="en-US"/>
          </a:p>
        </p:txBody>
      </p:sp>
      <p:pic>
        <p:nvPicPr>
          <p:cNvPr id="1026" name="Picture 1">
            <a:extLst>
              <a:ext uri="{FF2B5EF4-FFF2-40B4-BE49-F238E27FC236}">
                <a16:creationId xmlns:a16="http://schemas.microsoft.com/office/drawing/2014/main" id="{829E920C-92E9-0122-9C7A-C3F88F5E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3757" y="1324910"/>
            <a:ext cx="3796528" cy="3442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7057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91FEE-6A0A-D5B2-B98A-057F88337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D1715-0844-D4F0-2756-06D21C3525BC}"/>
              </a:ext>
            </a:extLst>
          </p:cNvPr>
          <p:cNvSpPr>
            <a:spLocks noGrp="1"/>
          </p:cNvSpPr>
          <p:nvPr>
            <p:ph type="title"/>
          </p:nvPr>
        </p:nvSpPr>
        <p:spPr/>
        <p:txBody>
          <a:bodyPr>
            <a:normAutofit/>
          </a:bodyPr>
          <a:lstStyle/>
          <a:p>
            <a:r>
              <a:rPr lang="en-US" dirty="0"/>
              <a:t>Treasury Stripping Volumes Elevated</a:t>
            </a:r>
          </a:p>
        </p:txBody>
      </p:sp>
      <p:sp>
        <p:nvSpPr>
          <p:cNvPr id="3" name="TextBox 2">
            <a:extLst>
              <a:ext uri="{FF2B5EF4-FFF2-40B4-BE49-F238E27FC236}">
                <a16:creationId xmlns:a16="http://schemas.microsoft.com/office/drawing/2014/main" id="{48B77608-CAA9-7AAA-155F-1BDA31B9D508}"/>
              </a:ext>
            </a:extLst>
          </p:cNvPr>
          <p:cNvSpPr txBox="1"/>
          <p:nvPr/>
        </p:nvSpPr>
        <p:spPr>
          <a:xfrm>
            <a:off x="7216346" y="4622641"/>
            <a:ext cx="1725270" cy="246221"/>
          </a:xfrm>
          <a:prstGeom prst="rect">
            <a:avLst/>
          </a:prstGeom>
          <a:noFill/>
        </p:spPr>
        <p:txBody>
          <a:bodyPr wrap="square" rtlCol="0">
            <a:spAutoFit/>
          </a:bodyPr>
          <a:lstStyle/>
          <a:p>
            <a:r>
              <a:rPr lang="en-US" sz="1000" dirty="0">
                <a:latin typeface="Garamond" panose="02020404030301010803" pitchFamily="18" charset="0"/>
              </a:rPr>
              <a:t>Source: Barclays</a:t>
            </a:r>
          </a:p>
        </p:txBody>
      </p:sp>
      <p:sp>
        <p:nvSpPr>
          <p:cNvPr id="4" name="Slide Number Placeholder 3">
            <a:extLst>
              <a:ext uri="{FF2B5EF4-FFF2-40B4-BE49-F238E27FC236}">
                <a16:creationId xmlns:a16="http://schemas.microsoft.com/office/drawing/2014/main" id="{4E3B869C-0B54-24E6-D729-3221082462D3}"/>
              </a:ext>
            </a:extLst>
          </p:cNvPr>
          <p:cNvSpPr>
            <a:spLocks noGrp="1"/>
          </p:cNvSpPr>
          <p:nvPr>
            <p:ph type="sldNum" sz="quarter" idx="12"/>
          </p:nvPr>
        </p:nvSpPr>
        <p:spPr/>
        <p:txBody>
          <a:bodyPr/>
          <a:lstStyle/>
          <a:p>
            <a:fld id="{F6B70E3D-0A47-44A9-8B13-A3D1BC88A914}" type="slidenum">
              <a:rPr lang="en-US" smtClean="0"/>
              <a:pPr/>
              <a:t>33</a:t>
            </a:fld>
            <a:endParaRPr lang="en-US"/>
          </a:p>
        </p:txBody>
      </p:sp>
      <p:pic>
        <p:nvPicPr>
          <p:cNvPr id="6" name="Picture 5">
            <a:extLst>
              <a:ext uri="{FF2B5EF4-FFF2-40B4-BE49-F238E27FC236}">
                <a16:creationId xmlns:a16="http://schemas.microsoft.com/office/drawing/2014/main" id="{CC6827C6-E6D5-B305-A2AB-6706B4001EA3}"/>
              </a:ext>
            </a:extLst>
          </p:cNvPr>
          <p:cNvPicPr>
            <a:picLocks noChangeAspect="1"/>
          </p:cNvPicPr>
          <p:nvPr/>
        </p:nvPicPr>
        <p:blipFill>
          <a:blip r:embed="rId3"/>
          <a:stretch>
            <a:fillRect/>
          </a:stretch>
        </p:blipFill>
        <p:spPr>
          <a:xfrm>
            <a:off x="2443011" y="1204599"/>
            <a:ext cx="3996700" cy="3744348"/>
          </a:xfrm>
          <a:prstGeom prst="rect">
            <a:avLst/>
          </a:prstGeom>
        </p:spPr>
      </p:pic>
    </p:spTree>
    <p:extLst>
      <p:ext uri="{BB962C8B-B14F-4D97-AF65-F5344CB8AC3E}">
        <p14:creationId xmlns:p14="http://schemas.microsoft.com/office/powerpoint/2010/main" val="1671778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71AAE-BD72-84D4-82B7-9664B58B3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05284-1A4C-2FE0-E0A4-A0AF2D4E5EF1}"/>
              </a:ext>
            </a:extLst>
          </p:cNvPr>
          <p:cNvSpPr>
            <a:spLocks noGrp="1"/>
          </p:cNvSpPr>
          <p:nvPr>
            <p:ph type="title"/>
          </p:nvPr>
        </p:nvSpPr>
        <p:spPr/>
        <p:txBody>
          <a:bodyPr>
            <a:normAutofit/>
          </a:bodyPr>
          <a:lstStyle/>
          <a:p>
            <a:r>
              <a:rPr lang="en-US" dirty="0"/>
              <a:t>Swap Spreads &lt;7y</a:t>
            </a:r>
          </a:p>
        </p:txBody>
      </p:sp>
      <p:sp>
        <p:nvSpPr>
          <p:cNvPr id="3" name="TextBox 2">
            <a:extLst>
              <a:ext uri="{FF2B5EF4-FFF2-40B4-BE49-F238E27FC236}">
                <a16:creationId xmlns:a16="http://schemas.microsoft.com/office/drawing/2014/main" id="{AC266207-3AC2-1BE8-F67E-5E4C65640ECC}"/>
              </a:ext>
            </a:extLst>
          </p:cNvPr>
          <p:cNvSpPr txBox="1"/>
          <p:nvPr/>
        </p:nvSpPr>
        <p:spPr>
          <a:xfrm>
            <a:off x="7216346" y="4622641"/>
            <a:ext cx="1725270" cy="246221"/>
          </a:xfrm>
          <a:prstGeom prst="rect">
            <a:avLst/>
          </a:prstGeom>
          <a:noFill/>
        </p:spPr>
        <p:txBody>
          <a:bodyPr wrap="square" rtlCol="0">
            <a:spAutoFit/>
          </a:bodyPr>
          <a:lstStyle/>
          <a:p>
            <a:r>
              <a:rPr lang="en-US" sz="1000" dirty="0">
                <a:latin typeface="Garamond" panose="02020404030301010803" pitchFamily="18" charset="0"/>
              </a:rPr>
              <a:t>Source: Bloomberg</a:t>
            </a:r>
          </a:p>
        </p:txBody>
      </p:sp>
      <p:sp>
        <p:nvSpPr>
          <p:cNvPr id="4" name="Slide Number Placeholder 3">
            <a:extLst>
              <a:ext uri="{FF2B5EF4-FFF2-40B4-BE49-F238E27FC236}">
                <a16:creationId xmlns:a16="http://schemas.microsoft.com/office/drawing/2014/main" id="{3DB939AC-5241-5684-5933-EA289C7A0BDC}"/>
              </a:ext>
            </a:extLst>
          </p:cNvPr>
          <p:cNvSpPr>
            <a:spLocks noGrp="1"/>
          </p:cNvSpPr>
          <p:nvPr>
            <p:ph type="sldNum" sz="quarter" idx="12"/>
          </p:nvPr>
        </p:nvSpPr>
        <p:spPr/>
        <p:txBody>
          <a:bodyPr/>
          <a:lstStyle/>
          <a:p>
            <a:fld id="{F6B70E3D-0A47-44A9-8B13-A3D1BC88A914}" type="slidenum">
              <a:rPr lang="en-US" smtClean="0"/>
              <a:pPr/>
              <a:t>34</a:t>
            </a:fld>
            <a:endParaRPr lang="en-US"/>
          </a:p>
        </p:txBody>
      </p:sp>
      <p:pic>
        <p:nvPicPr>
          <p:cNvPr id="7" name="Picture 6">
            <a:extLst>
              <a:ext uri="{FF2B5EF4-FFF2-40B4-BE49-F238E27FC236}">
                <a16:creationId xmlns:a16="http://schemas.microsoft.com/office/drawing/2014/main" id="{955D5882-C60F-D49B-90AC-60B8A4BD6D20}"/>
              </a:ext>
            </a:extLst>
          </p:cNvPr>
          <p:cNvPicPr>
            <a:picLocks noChangeAspect="1"/>
          </p:cNvPicPr>
          <p:nvPr/>
        </p:nvPicPr>
        <p:blipFill>
          <a:blip r:embed="rId3"/>
          <a:stretch>
            <a:fillRect/>
          </a:stretch>
        </p:blipFill>
        <p:spPr>
          <a:xfrm>
            <a:off x="2184491" y="1309028"/>
            <a:ext cx="4775018" cy="3559834"/>
          </a:xfrm>
          <a:prstGeom prst="rect">
            <a:avLst/>
          </a:prstGeom>
        </p:spPr>
      </p:pic>
      <p:sp>
        <p:nvSpPr>
          <p:cNvPr id="8" name="TextBox 7">
            <a:extLst>
              <a:ext uri="{FF2B5EF4-FFF2-40B4-BE49-F238E27FC236}">
                <a16:creationId xmlns:a16="http://schemas.microsoft.com/office/drawing/2014/main" id="{2BA7E4A3-D59F-D990-B47C-B8F14A6D8D8F}"/>
              </a:ext>
            </a:extLst>
          </p:cNvPr>
          <p:cNvSpPr txBox="1"/>
          <p:nvPr/>
        </p:nvSpPr>
        <p:spPr>
          <a:xfrm>
            <a:off x="4621255" y="2207475"/>
            <a:ext cx="1829166" cy="246221"/>
          </a:xfrm>
          <a:prstGeom prst="rect">
            <a:avLst/>
          </a:prstGeom>
          <a:noFill/>
        </p:spPr>
        <p:txBody>
          <a:bodyPr wrap="square" rtlCol="0">
            <a:spAutoFit/>
          </a:bodyPr>
          <a:lstStyle/>
          <a:p>
            <a:r>
              <a:rPr lang="en-US" sz="1000" dirty="0">
                <a:solidFill>
                  <a:srgbClr val="0070C0"/>
                </a:solidFill>
                <a:latin typeface="Garamond" panose="02020404030301010803" pitchFamily="18" charset="0"/>
                <a:ea typeface="Cambria" panose="02040503050406030204" pitchFamily="18" charset="0"/>
              </a:rPr>
              <a:t>Treasury Yield Curve</a:t>
            </a:r>
          </a:p>
        </p:txBody>
      </p:sp>
      <p:sp>
        <p:nvSpPr>
          <p:cNvPr id="9" name="TextBox 8">
            <a:extLst>
              <a:ext uri="{FF2B5EF4-FFF2-40B4-BE49-F238E27FC236}">
                <a16:creationId xmlns:a16="http://schemas.microsoft.com/office/drawing/2014/main" id="{5BCD453C-7124-0A03-FD8A-27BFF66B727A}"/>
              </a:ext>
            </a:extLst>
          </p:cNvPr>
          <p:cNvSpPr txBox="1"/>
          <p:nvPr/>
        </p:nvSpPr>
        <p:spPr>
          <a:xfrm>
            <a:off x="4705488" y="3105922"/>
            <a:ext cx="1829166" cy="246221"/>
          </a:xfrm>
          <a:prstGeom prst="rect">
            <a:avLst/>
          </a:prstGeom>
          <a:noFill/>
        </p:spPr>
        <p:txBody>
          <a:bodyPr wrap="square" rtlCol="0">
            <a:spAutoFit/>
          </a:bodyPr>
          <a:lstStyle/>
          <a:p>
            <a:r>
              <a:rPr lang="en-US" sz="1000" dirty="0">
                <a:latin typeface="Garamond" panose="02020404030301010803" pitchFamily="18" charset="0"/>
                <a:ea typeface="Cambria" panose="02040503050406030204" pitchFamily="18" charset="0"/>
              </a:rPr>
              <a:t>Swaps Yield Curve</a:t>
            </a:r>
          </a:p>
        </p:txBody>
      </p:sp>
      <p:sp>
        <p:nvSpPr>
          <p:cNvPr id="10" name="TextBox 9">
            <a:extLst>
              <a:ext uri="{FF2B5EF4-FFF2-40B4-BE49-F238E27FC236}">
                <a16:creationId xmlns:a16="http://schemas.microsoft.com/office/drawing/2014/main" id="{80BF4ACC-4724-9B35-F420-EEC5B47C964B}"/>
              </a:ext>
            </a:extLst>
          </p:cNvPr>
          <p:cNvSpPr txBox="1"/>
          <p:nvPr/>
        </p:nvSpPr>
        <p:spPr>
          <a:xfrm>
            <a:off x="4223790" y="4364489"/>
            <a:ext cx="2616462" cy="246221"/>
          </a:xfrm>
          <a:prstGeom prst="rect">
            <a:avLst/>
          </a:prstGeom>
          <a:noFill/>
        </p:spPr>
        <p:txBody>
          <a:bodyPr wrap="square" rtlCol="0">
            <a:spAutoFit/>
          </a:bodyPr>
          <a:lstStyle/>
          <a:p>
            <a:r>
              <a:rPr lang="en-US" sz="1000" dirty="0">
                <a:latin typeface="Garamond" panose="02020404030301010803" pitchFamily="18" charset="0"/>
                <a:ea typeface="Cambria" panose="02040503050406030204" pitchFamily="18" charset="0"/>
              </a:rPr>
              <a:t>Swap Spread (Swap Minus Treasury)</a:t>
            </a:r>
          </a:p>
        </p:txBody>
      </p:sp>
      <p:sp>
        <p:nvSpPr>
          <p:cNvPr id="11" name="TextBox 10">
            <a:extLst>
              <a:ext uri="{FF2B5EF4-FFF2-40B4-BE49-F238E27FC236}">
                <a16:creationId xmlns:a16="http://schemas.microsoft.com/office/drawing/2014/main" id="{C22842F2-2C7C-A866-3400-64AAB8A5D5B6}"/>
              </a:ext>
            </a:extLst>
          </p:cNvPr>
          <p:cNvSpPr txBox="1"/>
          <p:nvPr/>
        </p:nvSpPr>
        <p:spPr>
          <a:xfrm>
            <a:off x="3854772" y="3665286"/>
            <a:ext cx="2943576" cy="246221"/>
          </a:xfrm>
          <a:prstGeom prst="rect">
            <a:avLst/>
          </a:prstGeom>
          <a:noFill/>
        </p:spPr>
        <p:txBody>
          <a:bodyPr wrap="square" rtlCol="0">
            <a:spAutoFit/>
          </a:bodyPr>
          <a:lstStyle/>
          <a:p>
            <a:r>
              <a:rPr lang="en-US" sz="1000" u="sng" dirty="0">
                <a:latin typeface="Garamond" panose="02020404030301010803" pitchFamily="18" charset="0"/>
                <a:ea typeface="Cambria" panose="02040503050406030204" pitchFamily="18" charset="0"/>
              </a:rPr>
              <a:t>Swap Spreads at each point of the Yield Curve</a:t>
            </a:r>
          </a:p>
        </p:txBody>
      </p:sp>
      <p:sp>
        <p:nvSpPr>
          <p:cNvPr id="12" name="TextBox 11">
            <a:extLst>
              <a:ext uri="{FF2B5EF4-FFF2-40B4-BE49-F238E27FC236}">
                <a16:creationId xmlns:a16="http://schemas.microsoft.com/office/drawing/2014/main" id="{C4E08233-9B1E-E089-96A2-1B0B5CADB1C4}"/>
              </a:ext>
            </a:extLst>
          </p:cNvPr>
          <p:cNvSpPr txBox="1"/>
          <p:nvPr/>
        </p:nvSpPr>
        <p:spPr>
          <a:xfrm>
            <a:off x="3550453" y="1309028"/>
            <a:ext cx="1829166" cy="246221"/>
          </a:xfrm>
          <a:prstGeom prst="rect">
            <a:avLst/>
          </a:prstGeom>
          <a:noFill/>
        </p:spPr>
        <p:txBody>
          <a:bodyPr wrap="square" rtlCol="0">
            <a:spAutoFit/>
          </a:bodyPr>
          <a:lstStyle/>
          <a:p>
            <a:pPr algn="ctr"/>
            <a:r>
              <a:rPr lang="en-US" sz="1000" u="sng" dirty="0">
                <a:latin typeface="Garamond" panose="02020404030301010803" pitchFamily="18" charset="0"/>
                <a:ea typeface="Cambria" panose="02040503050406030204" pitchFamily="18" charset="0"/>
              </a:rPr>
              <a:t>US Yield Curves</a:t>
            </a:r>
          </a:p>
        </p:txBody>
      </p:sp>
    </p:spTree>
    <p:extLst>
      <p:ext uri="{BB962C8B-B14F-4D97-AF65-F5344CB8AC3E}">
        <p14:creationId xmlns:p14="http://schemas.microsoft.com/office/powerpoint/2010/main" val="3813879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CE688-71A3-954E-AA45-BC09E8B28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7AA9B-CF09-5A5D-4BE2-BC0BB9A2BCA2}"/>
              </a:ext>
            </a:extLst>
          </p:cNvPr>
          <p:cNvSpPr>
            <a:spLocks noGrp="1"/>
          </p:cNvSpPr>
          <p:nvPr>
            <p:ph type="title"/>
          </p:nvPr>
        </p:nvSpPr>
        <p:spPr/>
        <p:txBody>
          <a:bodyPr>
            <a:normAutofit/>
          </a:bodyPr>
          <a:lstStyle/>
          <a:p>
            <a:r>
              <a:rPr lang="en-US" dirty="0"/>
              <a:t>Swap Spreads 2y to 7y</a:t>
            </a:r>
          </a:p>
        </p:txBody>
      </p:sp>
      <p:sp>
        <p:nvSpPr>
          <p:cNvPr id="3" name="TextBox 2">
            <a:extLst>
              <a:ext uri="{FF2B5EF4-FFF2-40B4-BE49-F238E27FC236}">
                <a16:creationId xmlns:a16="http://schemas.microsoft.com/office/drawing/2014/main" id="{551E621B-3B9E-D8D0-E4F1-58046657B1DA}"/>
              </a:ext>
            </a:extLst>
          </p:cNvPr>
          <p:cNvSpPr txBox="1"/>
          <p:nvPr/>
        </p:nvSpPr>
        <p:spPr>
          <a:xfrm>
            <a:off x="7216346" y="4622641"/>
            <a:ext cx="1725270" cy="246221"/>
          </a:xfrm>
          <a:prstGeom prst="rect">
            <a:avLst/>
          </a:prstGeom>
          <a:noFill/>
        </p:spPr>
        <p:txBody>
          <a:bodyPr wrap="square" rtlCol="0">
            <a:spAutoFit/>
          </a:bodyPr>
          <a:lstStyle/>
          <a:p>
            <a:r>
              <a:rPr lang="en-US" sz="1000" dirty="0">
                <a:latin typeface="Garamond" panose="02020404030301010803" pitchFamily="18" charset="0"/>
              </a:rPr>
              <a:t>Source: Bloomberg</a:t>
            </a:r>
          </a:p>
        </p:txBody>
      </p:sp>
      <p:sp>
        <p:nvSpPr>
          <p:cNvPr id="4" name="Slide Number Placeholder 3">
            <a:extLst>
              <a:ext uri="{FF2B5EF4-FFF2-40B4-BE49-F238E27FC236}">
                <a16:creationId xmlns:a16="http://schemas.microsoft.com/office/drawing/2014/main" id="{1CA398EE-79F3-6376-3A49-2544CF2D7467}"/>
              </a:ext>
            </a:extLst>
          </p:cNvPr>
          <p:cNvSpPr>
            <a:spLocks noGrp="1"/>
          </p:cNvSpPr>
          <p:nvPr>
            <p:ph type="sldNum" sz="quarter" idx="12"/>
          </p:nvPr>
        </p:nvSpPr>
        <p:spPr/>
        <p:txBody>
          <a:bodyPr/>
          <a:lstStyle/>
          <a:p>
            <a:fld id="{F6B70E3D-0A47-44A9-8B13-A3D1BC88A914}" type="slidenum">
              <a:rPr lang="en-US" smtClean="0"/>
              <a:pPr/>
              <a:t>35</a:t>
            </a:fld>
            <a:endParaRPr lang="en-US"/>
          </a:p>
        </p:txBody>
      </p:sp>
      <p:pic>
        <p:nvPicPr>
          <p:cNvPr id="6" name="Picture 5">
            <a:extLst>
              <a:ext uri="{FF2B5EF4-FFF2-40B4-BE49-F238E27FC236}">
                <a16:creationId xmlns:a16="http://schemas.microsoft.com/office/drawing/2014/main" id="{2B7BF8E7-DA25-3CE3-6B5A-E8A9D6F4EC85}"/>
              </a:ext>
            </a:extLst>
          </p:cNvPr>
          <p:cNvPicPr>
            <a:picLocks noChangeAspect="1"/>
          </p:cNvPicPr>
          <p:nvPr/>
        </p:nvPicPr>
        <p:blipFill>
          <a:blip r:embed="rId3"/>
          <a:stretch>
            <a:fillRect/>
          </a:stretch>
        </p:blipFill>
        <p:spPr>
          <a:xfrm>
            <a:off x="2225592" y="1297097"/>
            <a:ext cx="4658287" cy="3403759"/>
          </a:xfrm>
          <a:prstGeom prst="rect">
            <a:avLst/>
          </a:prstGeom>
        </p:spPr>
      </p:pic>
      <p:sp>
        <p:nvSpPr>
          <p:cNvPr id="8" name="TextBox 7">
            <a:extLst>
              <a:ext uri="{FF2B5EF4-FFF2-40B4-BE49-F238E27FC236}">
                <a16:creationId xmlns:a16="http://schemas.microsoft.com/office/drawing/2014/main" id="{012EBD01-4869-80B4-A593-836F1F58FFF4}"/>
              </a:ext>
            </a:extLst>
          </p:cNvPr>
          <p:cNvSpPr txBox="1"/>
          <p:nvPr/>
        </p:nvSpPr>
        <p:spPr>
          <a:xfrm>
            <a:off x="4866514" y="2060170"/>
            <a:ext cx="1829166" cy="246221"/>
          </a:xfrm>
          <a:prstGeom prst="rect">
            <a:avLst/>
          </a:prstGeom>
          <a:noFill/>
        </p:spPr>
        <p:txBody>
          <a:bodyPr wrap="square" rtlCol="0">
            <a:spAutoFit/>
          </a:bodyPr>
          <a:lstStyle/>
          <a:p>
            <a:r>
              <a:rPr lang="en-US" sz="1000" dirty="0">
                <a:solidFill>
                  <a:srgbClr val="0070C0"/>
                </a:solidFill>
                <a:latin typeface="Garamond" panose="02020404030301010803" pitchFamily="18" charset="0"/>
                <a:ea typeface="Cambria" panose="02040503050406030204" pitchFamily="18" charset="0"/>
              </a:rPr>
              <a:t>Treasury Yield Curve</a:t>
            </a:r>
          </a:p>
        </p:txBody>
      </p:sp>
      <p:sp>
        <p:nvSpPr>
          <p:cNvPr id="9" name="TextBox 8">
            <a:extLst>
              <a:ext uri="{FF2B5EF4-FFF2-40B4-BE49-F238E27FC236}">
                <a16:creationId xmlns:a16="http://schemas.microsoft.com/office/drawing/2014/main" id="{770618E2-5B68-E854-ED0E-8C385A20850B}"/>
              </a:ext>
            </a:extLst>
          </p:cNvPr>
          <p:cNvSpPr txBox="1"/>
          <p:nvPr/>
        </p:nvSpPr>
        <p:spPr>
          <a:xfrm>
            <a:off x="4866514" y="3315685"/>
            <a:ext cx="1829166" cy="246221"/>
          </a:xfrm>
          <a:prstGeom prst="rect">
            <a:avLst/>
          </a:prstGeom>
          <a:noFill/>
        </p:spPr>
        <p:txBody>
          <a:bodyPr wrap="square" rtlCol="0">
            <a:spAutoFit/>
          </a:bodyPr>
          <a:lstStyle/>
          <a:p>
            <a:r>
              <a:rPr lang="en-US" sz="1000" dirty="0">
                <a:latin typeface="Garamond" panose="02020404030301010803" pitchFamily="18" charset="0"/>
                <a:ea typeface="Cambria" panose="02040503050406030204" pitchFamily="18" charset="0"/>
              </a:rPr>
              <a:t>Swaps Yield Curve</a:t>
            </a:r>
          </a:p>
        </p:txBody>
      </p:sp>
      <p:sp>
        <p:nvSpPr>
          <p:cNvPr id="10" name="TextBox 9">
            <a:extLst>
              <a:ext uri="{FF2B5EF4-FFF2-40B4-BE49-F238E27FC236}">
                <a16:creationId xmlns:a16="http://schemas.microsoft.com/office/drawing/2014/main" id="{2E115365-BBDA-0FF9-8013-9AE8AD375689}"/>
              </a:ext>
            </a:extLst>
          </p:cNvPr>
          <p:cNvSpPr txBox="1"/>
          <p:nvPr/>
        </p:nvSpPr>
        <p:spPr>
          <a:xfrm>
            <a:off x="4223790" y="4364489"/>
            <a:ext cx="2616462" cy="246221"/>
          </a:xfrm>
          <a:prstGeom prst="rect">
            <a:avLst/>
          </a:prstGeom>
          <a:noFill/>
        </p:spPr>
        <p:txBody>
          <a:bodyPr wrap="square" rtlCol="0">
            <a:spAutoFit/>
          </a:bodyPr>
          <a:lstStyle/>
          <a:p>
            <a:r>
              <a:rPr lang="en-US" sz="1000" dirty="0">
                <a:latin typeface="Garamond" panose="02020404030301010803" pitchFamily="18" charset="0"/>
                <a:ea typeface="Cambria" panose="02040503050406030204" pitchFamily="18" charset="0"/>
              </a:rPr>
              <a:t>Swap Spread (Swap Minus Treasury)</a:t>
            </a:r>
          </a:p>
        </p:txBody>
      </p:sp>
      <p:sp>
        <p:nvSpPr>
          <p:cNvPr id="11" name="TextBox 10">
            <a:extLst>
              <a:ext uri="{FF2B5EF4-FFF2-40B4-BE49-F238E27FC236}">
                <a16:creationId xmlns:a16="http://schemas.microsoft.com/office/drawing/2014/main" id="{D4C0A34B-CC11-9E1A-DC95-B9DAEEEF9EED}"/>
              </a:ext>
            </a:extLst>
          </p:cNvPr>
          <p:cNvSpPr txBox="1"/>
          <p:nvPr/>
        </p:nvSpPr>
        <p:spPr>
          <a:xfrm>
            <a:off x="3854772" y="3665286"/>
            <a:ext cx="2943576" cy="246221"/>
          </a:xfrm>
          <a:prstGeom prst="rect">
            <a:avLst/>
          </a:prstGeom>
          <a:noFill/>
        </p:spPr>
        <p:txBody>
          <a:bodyPr wrap="square" rtlCol="0">
            <a:spAutoFit/>
          </a:bodyPr>
          <a:lstStyle/>
          <a:p>
            <a:r>
              <a:rPr lang="en-US" sz="1000" u="sng" dirty="0">
                <a:latin typeface="Garamond" panose="02020404030301010803" pitchFamily="18" charset="0"/>
                <a:ea typeface="Cambria" panose="02040503050406030204" pitchFamily="18" charset="0"/>
              </a:rPr>
              <a:t>Swap Spreads at each point of the Yield Curve</a:t>
            </a:r>
          </a:p>
        </p:txBody>
      </p:sp>
      <p:sp>
        <p:nvSpPr>
          <p:cNvPr id="12" name="TextBox 11">
            <a:extLst>
              <a:ext uri="{FF2B5EF4-FFF2-40B4-BE49-F238E27FC236}">
                <a16:creationId xmlns:a16="http://schemas.microsoft.com/office/drawing/2014/main" id="{312884B1-C8A3-3B2C-8925-C4CCAE081925}"/>
              </a:ext>
            </a:extLst>
          </p:cNvPr>
          <p:cNvSpPr txBox="1"/>
          <p:nvPr/>
        </p:nvSpPr>
        <p:spPr>
          <a:xfrm>
            <a:off x="3550453" y="1309028"/>
            <a:ext cx="1829166" cy="246221"/>
          </a:xfrm>
          <a:prstGeom prst="rect">
            <a:avLst/>
          </a:prstGeom>
          <a:noFill/>
        </p:spPr>
        <p:txBody>
          <a:bodyPr wrap="square" rtlCol="0">
            <a:spAutoFit/>
          </a:bodyPr>
          <a:lstStyle/>
          <a:p>
            <a:pPr algn="ctr"/>
            <a:r>
              <a:rPr lang="en-US" sz="1000" u="sng" dirty="0">
                <a:latin typeface="Garamond" panose="02020404030301010803" pitchFamily="18" charset="0"/>
                <a:ea typeface="Cambria" panose="02040503050406030204" pitchFamily="18" charset="0"/>
              </a:rPr>
              <a:t>US Yield Curves</a:t>
            </a:r>
          </a:p>
        </p:txBody>
      </p:sp>
    </p:spTree>
    <p:extLst>
      <p:ext uri="{BB962C8B-B14F-4D97-AF65-F5344CB8AC3E}">
        <p14:creationId xmlns:p14="http://schemas.microsoft.com/office/powerpoint/2010/main" val="1150831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51"/>
          <p:cNvSpPr txBox="1">
            <a:spLocks noGrp="1"/>
          </p:cNvSpPr>
          <p:nvPr>
            <p:ph idx="1"/>
          </p:nvPr>
        </p:nvSpPr>
        <p:spPr>
          <a:prstGeom prst="rect">
            <a:avLst/>
          </a:prstGeom>
          <a:noFill/>
          <a:ln>
            <a:noFill/>
          </a:ln>
        </p:spPr>
        <p:txBody>
          <a:bodyPr spcFirstLastPara="1" wrap="square" lIns="68400" tIns="34275" rIns="68575" bIns="34275" anchor="t" anchorCtr="0">
            <a:normAutofit/>
          </a:bodyPr>
          <a:lstStyle/>
          <a:p>
            <a:pPr marL="0" lvl="0" indent="0" algn="l" rtl="0">
              <a:lnSpc>
                <a:spcPct val="100000"/>
              </a:lnSpc>
              <a:spcBef>
                <a:spcPts val="0"/>
              </a:spcBef>
              <a:spcAft>
                <a:spcPts val="0"/>
              </a:spcAft>
              <a:buClr>
                <a:schemeClr val="dk1"/>
              </a:buClr>
              <a:buSzPts val="1300"/>
              <a:buNone/>
            </a:pPr>
            <a:endParaRPr sz="1200" dirty="0">
              <a:solidFill>
                <a:srgbClr val="434343"/>
              </a:solidFill>
              <a:latin typeface="Garamond" panose="02020404030301010803" pitchFamily="18" charset="0"/>
              <a:ea typeface="Helvetica Neue Light"/>
              <a:cs typeface="Helvetica Neue Light"/>
              <a:sym typeface="Helvetica Neue Light"/>
            </a:endParaRPr>
          </a:p>
          <a:p>
            <a:pPr marL="0" marR="0" lvl="0" indent="0" algn="l" rtl="0">
              <a:lnSpc>
                <a:spcPct val="100000"/>
              </a:lnSpc>
              <a:spcBef>
                <a:spcPts val="0"/>
              </a:spcBef>
              <a:spcAft>
                <a:spcPts val="0"/>
              </a:spcAft>
              <a:buClr>
                <a:schemeClr val="dk1"/>
              </a:buClr>
              <a:buSzPts val="1300"/>
              <a:buNone/>
            </a:pPr>
            <a:r>
              <a:rPr lang="en-GB" sz="1200" b="1" dirty="0">
                <a:latin typeface="Garamond" panose="02020404030301010803" pitchFamily="18" charset="0"/>
                <a:ea typeface="Helvetica Neue"/>
                <a:cs typeface="Helvetica Neue"/>
                <a:sym typeface="Helvetica Neue"/>
              </a:rPr>
              <a:t>No offer or solicitation</a:t>
            </a:r>
            <a:endParaRPr sz="1200" b="1" dirty="0">
              <a:latin typeface="Garamond" panose="02020404030301010803" pitchFamily="18" charset="0"/>
              <a:ea typeface="Helvetica Neue"/>
              <a:cs typeface="Helvetica Neue"/>
              <a:sym typeface="Helvetica Neue"/>
            </a:endParaRPr>
          </a:p>
          <a:p>
            <a:pPr marL="0" lvl="0" indent="0" algn="l" rtl="0">
              <a:lnSpc>
                <a:spcPct val="100000"/>
              </a:lnSpc>
              <a:spcBef>
                <a:spcPts val="0"/>
              </a:spcBef>
              <a:spcAft>
                <a:spcPts val="0"/>
              </a:spcAft>
              <a:buClr>
                <a:schemeClr val="dk1"/>
              </a:buClr>
              <a:buSzPts val="1300"/>
              <a:buNone/>
            </a:pPr>
            <a:r>
              <a:rPr lang="en-GB" sz="1200" dirty="0">
                <a:latin typeface="Garamond" panose="02020404030301010803" pitchFamily="18" charset="0"/>
                <a:ea typeface="Helvetica Neue Light"/>
                <a:cs typeface="Helvetica Neue Light"/>
                <a:sym typeface="Helvetica Neue Light"/>
              </a:rPr>
              <a:t>Nothing herein constitutes or should be construed as an offering of securities or a recommendation to purchase or sell securities or commodity interests. If an offer of securities were to made in the future, it must be made only through a confidential private placement memorandum (“PPM”) and related subscription documents. </a:t>
            </a: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endParaRPr sz="1200" b="1" dirty="0">
              <a:latin typeface="Garamond" panose="02020404030301010803" pitchFamily="18" charset="0"/>
              <a:ea typeface="Helvetica Neue"/>
              <a:cs typeface="Helvetica Neue"/>
              <a:sym typeface="Helvetica Neue"/>
            </a:endParaRPr>
          </a:p>
          <a:p>
            <a:pPr marL="0" lvl="0" indent="0" algn="l" rtl="0">
              <a:lnSpc>
                <a:spcPct val="100000"/>
              </a:lnSpc>
              <a:spcBef>
                <a:spcPts val="0"/>
              </a:spcBef>
              <a:spcAft>
                <a:spcPts val="0"/>
              </a:spcAft>
              <a:buClr>
                <a:schemeClr val="dk1"/>
              </a:buClr>
              <a:buSzPts val="1300"/>
              <a:buNone/>
            </a:pPr>
            <a:r>
              <a:rPr lang="en-GB" sz="1200" b="1" dirty="0">
                <a:latin typeface="Garamond" panose="02020404030301010803" pitchFamily="18" charset="0"/>
                <a:ea typeface="Helvetica Neue"/>
                <a:cs typeface="Helvetica Neue"/>
                <a:sym typeface="Helvetica Neue"/>
              </a:rPr>
              <a:t>Eligibility requirements </a:t>
            </a: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r>
              <a:rPr lang="en-GB" sz="1200" dirty="0">
                <a:latin typeface="Garamond" panose="02020404030301010803" pitchFamily="18" charset="0"/>
                <a:ea typeface="Helvetica Neue Light"/>
                <a:cs typeface="Helvetica Neue Light"/>
                <a:sym typeface="Helvetica Neue Light"/>
              </a:rPr>
              <a:t>Potential investors must meet the eligibility requirements set forth in the PPM. The information contained herein is for informational and discussion purposes only, reflects the opinions of the author and no other person, and to the extent factual is accurate only as the date hereof. Liminality Capital does not undertake to update any information that subsequently becomes inaccurate. Past performance is no guarantee of future results.</a:t>
            </a: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endParaRPr sz="1200" dirty="0">
              <a:latin typeface="Garamond" panose="02020404030301010803" pitchFamily="18" charset="0"/>
              <a:ea typeface="Helvetica Neue Light"/>
              <a:cs typeface="Helvetica Neue Light"/>
              <a:sym typeface="Helvetica Neue Light"/>
            </a:endParaRPr>
          </a:p>
          <a:p>
            <a:pPr marL="0" lvl="0" indent="0" algn="l" rtl="0">
              <a:lnSpc>
                <a:spcPct val="100000"/>
              </a:lnSpc>
              <a:spcBef>
                <a:spcPts val="0"/>
              </a:spcBef>
              <a:spcAft>
                <a:spcPts val="0"/>
              </a:spcAft>
              <a:buClr>
                <a:schemeClr val="dk1"/>
              </a:buClr>
              <a:buSzPts val="1300"/>
              <a:buNone/>
            </a:pPr>
            <a:r>
              <a:rPr lang="en-GB" sz="1200" b="1" dirty="0">
                <a:latin typeface="Garamond" panose="02020404030301010803" pitchFamily="18" charset="0"/>
                <a:ea typeface="Helvetica Neue"/>
                <a:cs typeface="Helvetica Neue"/>
                <a:sym typeface="Helvetica Neue"/>
              </a:rPr>
              <a:t>Not advice</a:t>
            </a:r>
            <a:endParaRPr sz="1200" b="1" dirty="0">
              <a:latin typeface="Garamond" panose="02020404030301010803" pitchFamily="18" charset="0"/>
              <a:ea typeface="Helvetica Neue"/>
              <a:cs typeface="Helvetica Neue"/>
              <a:sym typeface="Helvetica Neue"/>
            </a:endParaRPr>
          </a:p>
          <a:p>
            <a:pPr marL="0" lvl="0" indent="0" algn="l" rtl="0">
              <a:lnSpc>
                <a:spcPct val="100000"/>
              </a:lnSpc>
              <a:spcBef>
                <a:spcPts val="0"/>
              </a:spcBef>
              <a:spcAft>
                <a:spcPts val="0"/>
              </a:spcAft>
              <a:buClr>
                <a:schemeClr val="dk1"/>
              </a:buClr>
              <a:buSzPts val="1300"/>
              <a:buNone/>
            </a:pPr>
            <a:r>
              <a:rPr lang="en-GB" sz="1200" dirty="0">
                <a:latin typeface="Garamond" panose="02020404030301010803" pitchFamily="18" charset="0"/>
                <a:ea typeface="Helvetica Neue Light"/>
                <a:cs typeface="Helvetica Neue Light"/>
                <a:sym typeface="Helvetica Neue Light"/>
              </a:rPr>
              <a:t>This material is intended for informational purposes only and should not be construed as legal or tax advice, nor is it intended to replace the advice of a qualified attorney or tax advisor.  The recipient should conduct his or her own analysis and consult with professional advisors prior to making any investment decisions.</a:t>
            </a:r>
            <a:endParaRPr sz="1300" dirty="0">
              <a:latin typeface="Garamond" panose="02020404030301010803" pitchFamily="18" charset="0"/>
              <a:ea typeface="Helvetica Neue Light"/>
              <a:cs typeface="Helvetica Neue Light"/>
              <a:sym typeface="Helvetica Neue Light"/>
            </a:endParaRPr>
          </a:p>
        </p:txBody>
      </p:sp>
      <p:sp>
        <p:nvSpPr>
          <p:cNvPr id="4" name="Google Shape;253;p52">
            <a:extLst>
              <a:ext uri="{FF2B5EF4-FFF2-40B4-BE49-F238E27FC236}">
                <a16:creationId xmlns:a16="http://schemas.microsoft.com/office/drawing/2014/main" id="{D98937C2-2880-4D2B-B48C-849612D8CA72}"/>
              </a:ext>
            </a:extLst>
          </p:cNvPr>
          <p:cNvSpPr txBox="1">
            <a:spLocks noGrp="1"/>
          </p:cNvSpPr>
          <p:nvPr>
            <p:ph type="sldNum" sz="quarter" idx="12"/>
          </p:nvPr>
        </p:nvSpPr>
        <p:spPr>
          <a:prstGeom prst="rect">
            <a:avLst/>
          </a:prstGeom>
          <a:noFill/>
          <a:ln>
            <a:noFill/>
          </a:ln>
        </p:spPr>
        <p:txBody>
          <a:bodyPr spcFirstLastPara="1" wrap="square" lIns="68575" tIns="34275" rIns="68575" bIns="34275" anchor="ctr" anchorCtr="0">
            <a:norm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GB"/>
              <a:t>36</a:t>
            </a:fld>
            <a:endParaRPr dirty="0"/>
          </a:p>
        </p:txBody>
      </p:sp>
      <p:sp>
        <p:nvSpPr>
          <p:cNvPr id="248" name="Google Shape;248;p51"/>
          <p:cNvSpPr txBox="1">
            <a:spLocks noGrp="1"/>
          </p:cNvSpPr>
          <p:nvPr>
            <p:ph type="title"/>
          </p:nvPr>
        </p:nvSpPr>
        <p:spPr>
          <a:prstGeom prst="rect">
            <a:avLst/>
          </a:prstGeom>
          <a:noFill/>
          <a:ln>
            <a:noFill/>
          </a:ln>
        </p:spPr>
        <p:txBody>
          <a:bodyPr spcFirstLastPara="1" wrap="square" lIns="68400" tIns="34275" rIns="68575" bIns="34275" anchor="ctr" anchorCtr="0">
            <a:noAutofit/>
          </a:bodyPr>
          <a:lstStyle/>
          <a:p>
            <a:pPr marL="0" lvl="0" indent="0" rtl="0">
              <a:spcBef>
                <a:spcPts val="0"/>
              </a:spcBef>
              <a:spcAft>
                <a:spcPts val="0"/>
              </a:spcAft>
              <a:buClr>
                <a:schemeClr val="dk1"/>
              </a:buClr>
              <a:buSzPts val="1100"/>
              <a:buFont typeface="Arial"/>
              <a:buNone/>
            </a:pPr>
            <a:r>
              <a:rPr lang="en-GB" dirty="0">
                <a:latin typeface="Garamond"/>
                <a:ea typeface="Garamond"/>
                <a:cs typeface="Garamond"/>
                <a:sym typeface="Garamond"/>
              </a:rPr>
              <a:t>Disclaimer</a:t>
            </a:r>
            <a:endParaRPr dirty="0">
              <a:latin typeface="Garamond"/>
              <a:ea typeface="Garamond"/>
              <a:cs typeface="Garamond"/>
              <a:sym typeface="Garamond"/>
            </a:endParaRPr>
          </a:p>
        </p:txBody>
      </p:sp>
      <p:sp>
        <p:nvSpPr>
          <p:cNvPr id="2" name="Title 1">
            <a:extLst>
              <a:ext uri="{FF2B5EF4-FFF2-40B4-BE49-F238E27FC236}">
                <a16:creationId xmlns:a16="http://schemas.microsoft.com/office/drawing/2014/main" id="{35B575B7-C51E-4305-A9C8-8B5D2FFD3B63}"/>
              </a:ext>
            </a:extLst>
          </p:cNvPr>
          <p:cNvSpPr txBox="1">
            <a:spLocks/>
          </p:cNvSpPr>
          <p:nvPr/>
        </p:nvSpPr>
        <p:spPr>
          <a:xfrm>
            <a:off x="216569" y="-164281"/>
            <a:ext cx="7886700" cy="8778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Garamond" panose="02020404030301010803" pitchFamily="18" charset="0"/>
                <a:ea typeface="+mj-ea"/>
                <a:cs typeface="+mj-cs"/>
              </a:defRPr>
            </a:lvl1pPr>
          </a:lstStyle>
          <a:p>
            <a:pPr>
              <a:buClrTx/>
              <a:buFontTx/>
            </a:pPr>
            <a:endParaRPr lang="en-US" sz="1500" i="1" dirty="0">
              <a:cs typeface="Times New Roman" panose="02020603050405020304" pitchFamily="18" charset="0"/>
            </a:endParaRPr>
          </a:p>
        </p:txBody>
      </p:sp>
    </p:spTree>
    <p:extLst>
      <p:ext uri="{BB962C8B-B14F-4D97-AF65-F5344CB8AC3E}">
        <p14:creationId xmlns:p14="http://schemas.microsoft.com/office/powerpoint/2010/main" val="112399279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vidends_v2" id="{56D19956-A5E6-4E61-B296-8A0BAA4F67C7}" vid="{BBA9B4DC-5569-4260-A357-39FE9E7D1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C65B0F106080448CC440CD0B47B642" ma:contentTypeVersion="15" ma:contentTypeDescription="Create a new document." ma:contentTypeScope="" ma:versionID="23b60c0138c00645af4788556affe79e">
  <xsd:schema xmlns:xsd="http://www.w3.org/2001/XMLSchema" xmlns:xs="http://www.w3.org/2001/XMLSchema" xmlns:p="http://schemas.microsoft.com/office/2006/metadata/properties" xmlns:ns2="ee892943-9abb-4ecc-84c4-6c4ebc2a981f" xmlns:ns3="c0b1cd37-714f-4ee7-8d09-352e1c2211e5" targetNamespace="http://schemas.microsoft.com/office/2006/metadata/properties" ma:root="true" ma:fieldsID="c477f695ed6b55cbc0570e427ce9046c" ns2:_="" ns3:_="">
    <xsd:import namespace="ee892943-9abb-4ecc-84c4-6c4ebc2a981f"/>
    <xsd:import namespace="c0b1cd37-714f-4ee7-8d09-352e1c2211e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892943-9abb-4ecc-84c4-6c4ebc2a98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31d2bf-6c71-4737-8a02-ebc0833cf04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description="" ma:hidden="true" ma:indexed="true" ma:internalName="MediaServiceObjectDetectorVersions"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0b1cd37-714f-4ee7-8d09-352e1c2211e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58845c6b-5f9d-4c18-b6fe-ad977bf02bbd}" ma:internalName="TaxCatchAll" ma:showField="CatchAllData" ma:web="c0b1cd37-714f-4ee7-8d09-352e1c2211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0b1cd37-714f-4ee7-8d09-352e1c2211e5" xsi:nil="true"/>
    <lcf76f155ced4ddcb4097134ff3c332f xmlns="ee892943-9abb-4ecc-84c4-6c4ebc2a981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06E7466-A0AC-4A00-9673-E73941EEB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892943-9abb-4ecc-84c4-6c4ebc2a981f"/>
    <ds:schemaRef ds:uri="c0b1cd37-714f-4ee7-8d09-352e1c2211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3386CA3-872E-4B23-960A-B564860DA50A}">
  <ds:schemaRefs>
    <ds:schemaRef ds:uri="http://schemas.microsoft.com/sharepoint/v3/contenttype/forms"/>
  </ds:schemaRefs>
</ds:datastoreItem>
</file>

<file path=customXml/itemProps3.xml><?xml version="1.0" encoding="utf-8"?>
<ds:datastoreItem xmlns:ds="http://schemas.openxmlformats.org/officeDocument/2006/customXml" ds:itemID="{9D238523-C039-4774-8025-800A7A57634C}">
  <ds:schemaRefs>
    <ds:schemaRef ds:uri="http://www.w3.org/XML/1998/namespace"/>
    <ds:schemaRef ds:uri="ee892943-9abb-4ecc-84c4-6c4ebc2a981f"/>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c0b1cd37-714f-4ee7-8d09-352e1c2211e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62580</TotalTime>
  <Words>2525</Words>
  <Application>Microsoft Office PowerPoint</Application>
  <PresentationFormat>On-screen Show (16:9)</PresentationFormat>
  <Paragraphs>246</Paragraphs>
  <Slides>36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Helvetica Neue</vt:lpstr>
      <vt:lpstr>Calibri</vt:lpstr>
      <vt:lpstr>Calibri Light</vt:lpstr>
      <vt:lpstr>Garamond</vt:lpstr>
      <vt:lpstr>Times New Roman</vt:lpstr>
      <vt:lpstr>Cambria</vt:lpstr>
      <vt:lpstr>Arial</vt:lpstr>
      <vt:lpstr>Custom Design</vt:lpstr>
      <vt:lpstr>Investment Opportunity:  French Swap Spreads</vt:lpstr>
      <vt:lpstr>Executive Summary: French Opportunity</vt:lpstr>
      <vt:lpstr>[Scenario Analysis: 4y IRRs]</vt:lpstr>
      <vt:lpstr>Why is there a Dislocation?</vt:lpstr>
      <vt:lpstr>Base Case: Attractive Roll over ~4y</vt:lpstr>
      <vt:lpstr>[Scenario Analysis: 4y IRRs]</vt:lpstr>
      <vt:lpstr>Risks</vt:lpstr>
      <vt:lpstr>[Insert Italy chart during 2012 era]</vt:lpstr>
      <vt:lpstr>Appendix</vt:lpstr>
      <vt:lpstr>Presidential Election Polymarket odds</vt:lpstr>
      <vt:lpstr>French Presidential Upcoming Calendar</vt:lpstr>
      <vt:lpstr>Disclaimer</vt:lpstr>
      <vt:lpstr>Appendix:  Original July 2025 Presentation</vt:lpstr>
      <vt:lpstr>Investment Opportunity:  Swap Spreads on Belly Treasury Bonds</vt:lpstr>
      <vt:lpstr>TABLE OF CONTENTS</vt:lpstr>
      <vt:lpstr>Executive Summary</vt:lpstr>
      <vt:lpstr>Scenario Analysis: 2y IRRs</vt:lpstr>
      <vt:lpstr>TABLE OF CONTENTS</vt:lpstr>
      <vt:lpstr>What Is A Swap Spread?</vt:lpstr>
      <vt:lpstr>What Is A Treasury Coupon Strip?</vt:lpstr>
      <vt:lpstr>6 Year Swap Spreads Are Dislocated</vt:lpstr>
      <vt:lpstr>Why is there a Dislocation?</vt:lpstr>
      <vt:lpstr>What is the Trade?</vt:lpstr>
      <vt:lpstr>What is the Trade?  Illustrative Example</vt:lpstr>
      <vt:lpstr>TABLE OF CONTENTS</vt:lpstr>
      <vt:lpstr>Base Case: Attractive Roll over 2y</vt:lpstr>
      <vt:lpstr>Scenario Analysis: 2y IRRs</vt:lpstr>
      <vt:lpstr>Upside Case: Potential Upcoming Catalysts</vt:lpstr>
      <vt:lpstr>TABLE OF CONTENTS</vt:lpstr>
      <vt:lpstr>Risks</vt:lpstr>
      <vt:lpstr>Appendix</vt:lpstr>
      <vt:lpstr>Dealers Stuffed with Treasury Bonds</vt:lpstr>
      <vt:lpstr>Treasury Stripping Volumes Elevated</vt:lpstr>
      <vt:lpstr>Swap Spreads &lt;7y</vt:lpstr>
      <vt:lpstr>Swap Spreads 2y to 7y</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 Derr</dc:creator>
  <cp:lastModifiedBy>Charlie Ledley</cp:lastModifiedBy>
  <cp:revision>106</cp:revision>
  <cp:lastPrinted>2025-06-25T14:55:21Z</cp:lastPrinted>
  <dcterms:modified xsi:type="dcterms:W3CDTF">2026-10-04T21:01:44Z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0x01010076C65B0F106080448CC440CD0B47B642</vt:lpwstr>
  </property>
  <property fmtid="{D5CDD505-2E9C-101B-9397-08002B2CF9AE}" pid="3" name="MediaServiceImageTags">
    <vt:lpwstr/>
  </property>
</Properties>
</file>