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5" r:id="rId4"/>
  </p:sldMasterIdLst>
  <p:notesMasterIdLst>
    <p:notesMasterId r:id="rId5"/>
  </p:notesMasterIdLst>
  <p:sldSz cx="12192000" cy="6858000"/>
  <p:notesSz cx="7315200" cy="9601200"/>
  <p:embeddedFontLst>
    <p:embeddedFont>
      <p:font typeface="Garamond" panose="02020404030301010803" pitchFamily="18" charset="0"/>
      <p:regular r:id="rId6"/>
      <p:bold r:id="rId7"/>
      <p:italic r:id="rId8"/>
    </p:embeddedFont>
    <p:embeddedFont>
      <p:font typeface="Helvetica Neue" panose="020B0604020202020204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  <a:srgbClr val="E9EBF5"/>
    <a:srgbClr val="6A6A6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D8786C-3D30-4066-A76E-8985913C5E59}" v="4" dt="2026-10-07T10:32:19.2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59" autoAdjust="0"/>
    <p:restoredTop sz="94404" autoAdjust="0"/>
  </p:normalViewPr>
  <p:slideViewPr>
    <p:cSldViewPr snapToGrid="0">
      <p:cViewPr>
        <p:scale>
          <a:sx n="110" d="100"/>
          <a:sy n="110" d="100"/>
        </p:scale>
        <p:origin x="148" y="-3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theme" Target="theme/theme1.xml"/><Relationship Id="rId10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4.fntdata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ffrey Begley" userId="564f9d2a-7ee5-456c-b7e6-c2bc7973e706" providerId="ADAL" clId="{8A4155C2-D434-4B57-874E-5A12940C5C46}"/>
    <pc:docChg chg="modSld">
      <pc:chgData name="Jeffrey Begley" userId="564f9d2a-7ee5-456c-b7e6-c2bc7973e706" providerId="ADAL" clId="{8A4155C2-D434-4B57-874E-5A12940C5C46}" dt="2026-10-07T10:32:18.317" v="2"/>
      <pc:docMkLst>
        <pc:docMk/>
      </pc:docMkLst>
      <pc:sldChg chg="modSp">
        <pc:chgData name="Jeffrey Begley" userId="564f9d2a-7ee5-456c-b7e6-c2bc7973e706" providerId="ADAL" clId="{8A4155C2-D434-4B57-874E-5A12940C5C46}" dt="2026-10-07T10:32:18.317" v="2"/>
        <pc:sldMkLst>
          <pc:docMk/>
          <pc:sldMk cId="2115922203" sldId="675"/>
        </pc:sldMkLst>
        <pc:spChg chg="mod">
          <ac:chgData name="Jeffrey Begley" userId="564f9d2a-7ee5-456c-b7e6-c2bc7973e706" providerId="ADAL" clId="{8A4155C2-D434-4B57-874E-5A12940C5C46}" dt="2026-10-07T10:32:18.317" v="2"/>
          <ac:spMkLst>
            <pc:docMk/>
            <pc:sldMk cId="2115922203" sldId="675"/>
            <ac:spMk id="3" creationId="{71732438-1678-8ACE-8939-3F8415D0B68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458788" y="720725"/>
            <a:ext cx="6399212" cy="3598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31521" y="4560571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34" tIns="96634" rIns="96634" bIns="96634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365A1-226B-46BD-B757-1F028250C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Garamond" panose="02020404030301010803" pitchFamily="18" charset="0"/>
              </a:defRPr>
            </a:lvl1pPr>
            <a:lvl2pPr>
              <a:defRPr>
                <a:latin typeface="Garamond" panose="02020404030301010803" pitchFamily="18" charset="0"/>
              </a:defRPr>
            </a:lvl2pPr>
            <a:lvl3pPr>
              <a:defRPr>
                <a:latin typeface="Garamond" panose="02020404030301010803" pitchFamily="18" charset="0"/>
              </a:defRPr>
            </a:lvl3pPr>
            <a:lvl4pPr>
              <a:defRPr>
                <a:latin typeface="Garamond" panose="02020404030301010803" pitchFamily="18" charset="0"/>
              </a:defRPr>
            </a:lvl4pPr>
            <a:lvl5pPr>
              <a:defRPr>
                <a:latin typeface="Garamond" panose="02020404030301010803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77E36-96D9-48CE-B53A-AB8036088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167D0-D05E-40C5-8EEE-085359DA3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360A34-4875-46B8-8389-6D19DF2DA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0336" y="6356353"/>
            <a:ext cx="2743200" cy="366183"/>
          </a:xfrm>
          <a:prstGeom prst="rect">
            <a:avLst/>
          </a:prstGeom>
        </p:spPr>
        <p:txBody>
          <a:bodyPr/>
          <a:lstStyle>
            <a:lvl1pPr algn="r">
              <a:defRPr sz="1200" b="0">
                <a:solidFill>
                  <a:schemeClr val="bg1">
                    <a:lumMod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fld id="{F6B70E3D-0A47-44A9-8B13-A3D1BC88A9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Google Shape;230;p49">
            <a:extLst>
              <a:ext uri="{FF2B5EF4-FFF2-40B4-BE49-F238E27FC236}">
                <a16:creationId xmlns:a16="http://schemas.microsoft.com/office/drawing/2014/main" id="{B0469A88-F3B7-4305-947D-A588CE30906F}"/>
              </a:ext>
            </a:extLst>
          </p:cNvPr>
          <p:cNvSpPr txBox="1"/>
          <p:nvPr userDrawn="1"/>
        </p:nvSpPr>
        <p:spPr>
          <a:xfrm>
            <a:off x="0" y="2"/>
            <a:ext cx="12192000" cy="1536633"/>
          </a:xfrm>
          <a:prstGeom prst="rect">
            <a:avLst/>
          </a:prstGeom>
          <a:solidFill>
            <a:srgbClr val="011C40"/>
          </a:solidFill>
          <a:ln>
            <a:noFill/>
          </a:ln>
        </p:spPr>
        <p:txBody>
          <a:bodyPr spcFirstLastPara="1" wrap="square" lIns="0" tIns="68575" rIns="68575" bIns="68575" anchor="t" anchorCtr="0">
            <a:noAutofit/>
          </a:bodyPr>
          <a:lstStyle/>
          <a:p>
            <a:pPr marL="107999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" name="Google Shape;247;p51">
            <a:extLst>
              <a:ext uri="{FF2B5EF4-FFF2-40B4-BE49-F238E27FC236}">
                <a16:creationId xmlns:a16="http://schemas.microsoft.com/office/drawing/2014/main" id="{E07326A5-7DFC-4BBA-9135-BBB829B30C75}"/>
              </a:ext>
            </a:extLst>
          </p:cNvPr>
          <p:cNvPicPr preferRelativeResize="0">
            <a:picLocks noChangeAspect="1"/>
          </p:cNvPicPr>
          <p:nvPr userDrawn="1"/>
        </p:nvPicPr>
        <p:blipFill rotWithShape="1">
          <a:blip r:embed="rId2">
            <a:alphaModFix/>
          </a:blip>
          <a:srcRect b="29873"/>
          <a:stretch/>
        </p:blipFill>
        <p:spPr>
          <a:xfrm>
            <a:off x="328464" y="6112933"/>
            <a:ext cx="1881336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F2B64F-7FF0-4CB6-8A6E-045311883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186"/>
            <a:ext cx="10515600" cy="1170449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29906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39A65-672A-4BCB-B034-639C59E812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6684"/>
            <a:ext cx="5156200" cy="4349749"/>
          </a:xfrm>
        </p:spPr>
        <p:txBody>
          <a:bodyPr/>
          <a:lstStyle>
            <a:lvl1pPr>
              <a:defRPr>
                <a:latin typeface="Garamond" panose="02020404030301010803" pitchFamily="18" charset="0"/>
              </a:defRPr>
            </a:lvl1pPr>
            <a:lvl2pPr>
              <a:defRPr>
                <a:latin typeface="Garamond" panose="02020404030301010803" pitchFamily="18" charset="0"/>
              </a:defRPr>
            </a:lvl2pPr>
            <a:lvl3pPr>
              <a:defRPr>
                <a:latin typeface="Garamond" panose="02020404030301010803" pitchFamily="18" charset="0"/>
              </a:defRPr>
            </a:lvl3pPr>
            <a:lvl4pPr>
              <a:defRPr>
                <a:latin typeface="Garamond" panose="02020404030301010803" pitchFamily="18" charset="0"/>
              </a:defRPr>
            </a:lvl4pPr>
            <a:lvl5pPr>
              <a:defRPr>
                <a:latin typeface="Garamond" panose="02020404030301010803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947450-FEA2-4344-BB67-8DC866896B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826684"/>
            <a:ext cx="5156200" cy="4349749"/>
          </a:xfrm>
        </p:spPr>
        <p:txBody>
          <a:bodyPr/>
          <a:lstStyle>
            <a:lvl1pPr>
              <a:defRPr>
                <a:latin typeface="Garamond" panose="02020404030301010803" pitchFamily="18" charset="0"/>
              </a:defRPr>
            </a:lvl1pPr>
            <a:lvl2pPr>
              <a:defRPr>
                <a:latin typeface="Garamond" panose="02020404030301010803" pitchFamily="18" charset="0"/>
              </a:defRPr>
            </a:lvl2pPr>
            <a:lvl3pPr>
              <a:defRPr>
                <a:latin typeface="Garamond" panose="02020404030301010803" pitchFamily="18" charset="0"/>
              </a:defRPr>
            </a:lvl3pPr>
            <a:lvl4pPr>
              <a:defRPr>
                <a:latin typeface="Garamond" panose="02020404030301010803" pitchFamily="18" charset="0"/>
              </a:defRPr>
            </a:lvl4pPr>
            <a:lvl5pPr>
              <a:defRPr>
                <a:latin typeface="Garamond" panose="02020404030301010803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4C35F6-4031-4A59-BC20-3CECB76B5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639087-FBF8-4DD9-A22E-0B8BE15AA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Google Shape;230;p49">
            <a:extLst>
              <a:ext uri="{FF2B5EF4-FFF2-40B4-BE49-F238E27FC236}">
                <a16:creationId xmlns:a16="http://schemas.microsoft.com/office/drawing/2014/main" id="{B9E27048-10D8-4AF8-83D6-161EC8B2B203}"/>
              </a:ext>
            </a:extLst>
          </p:cNvPr>
          <p:cNvSpPr txBox="1"/>
          <p:nvPr userDrawn="1"/>
        </p:nvSpPr>
        <p:spPr>
          <a:xfrm>
            <a:off x="0" y="2"/>
            <a:ext cx="12192000" cy="1536633"/>
          </a:xfrm>
          <a:prstGeom prst="rect">
            <a:avLst/>
          </a:prstGeom>
          <a:solidFill>
            <a:srgbClr val="011C40"/>
          </a:solidFill>
          <a:ln>
            <a:noFill/>
          </a:ln>
        </p:spPr>
        <p:txBody>
          <a:bodyPr spcFirstLastPara="1" wrap="square" lIns="0" tIns="68575" rIns="68575" bIns="68575" anchor="t" anchorCtr="0">
            <a:noAutofit/>
          </a:bodyPr>
          <a:lstStyle/>
          <a:p>
            <a:pPr marL="107999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" name="Google Shape;247;p51">
            <a:extLst>
              <a:ext uri="{FF2B5EF4-FFF2-40B4-BE49-F238E27FC236}">
                <a16:creationId xmlns:a16="http://schemas.microsoft.com/office/drawing/2014/main" id="{112A745B-B640-4AA1-98B2-1E7278E8BA9A}"/>
              </a:ext>
            </a:extLst>
          </p:cNvPr>
          <p:cNvPicPr preferRelativeResize="0">
            <a:picLocks noChangeAspect="1"/>
          </p:cNvPicPr>
          <p:nvPr userDrawn="1"/>
        </p:nvPicPr>
        <p:blipFill rotWithShape="1">
          <a:blip r:embed="rId2">
            <a:alphaModFix/>
          </a:blip>
          <a:srcRect b="29873"/>
          <a:stretch/>
        </p:blipFill>
        <p:spPr>
          <a:xfrm>
            <a:off x="328464" y="6112933"/>
            <a:ext cx="1881336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5251CE-303C-4F16-90CA-7AAD7AE42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186"/>
            <a:ext cx="10515600" cy="1170449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9477F76-27F3-4527-B3B8-6B079B6F303E}"/>
              </a:ext>
            </a:extLst>
          </p:cNvPr>
          <p:cNvSpPr txBox="1">
            <a:spLocks/>
          </p:cNvSpPr>
          <p:nvPr userDrawn="1"/>
        </p:nvSpPr>
        <p:spPr>
          <a:xfrm>
            <a:off x="9120336" y="6356353"/>
            <a:ext cx="2743200" cy="36618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bg1">
                    <a:lumMod val="50000"/>
                  </a:schemeClr>
                </a:solidFill>
                <a:latin typeface="Garamond" panose="02020404030301010803" pitchFamily="18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F6B70E3D-0A47-44A9-8B13-A3D1BC88A914}" type="slidenum">
              <a:rPr lang="en-US" sz="1200" smtClean="0"/>
              <a:pPr/>
              <a:t>‹#›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76872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ADD287-46A8-4594-9600-EB4900177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A11978-2065-4A58-9226-0DEC22DB1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Google Shape;230;p49">
            <a:extLst>
              <a:ext uri="{FF2B5EF4-FFF2-40B4-BE49-F238E27FC236}">
                <a16:creationId xmlns:a16="http://schemas.microsoft.com/office/drawing/2014/main" id="{4161E6F3-BE0C-43BE-9BD0-937FF3E2E23C}"/>
              </a:ext>
            </a:extLst>
          </p:cNvPr>
          <p:cNvSpPr txBox="1"/>
          <p:nvPr userDrawn="1"/>
        </p:nvSpPr>
        <p:spPr>
          <a:xfrm>
            <a:off x="0" y="2"/>
            <a:ext cx="12192000" cy="1536633"/>
          </a:xfrm>
          <a:prstGeom prst="rect">
            <a:avLst/>
          </a:prstGeom>
          <a:solidFill>
            <a:srgbClr val="011C40"/>
          </a:solidFill>
          <a:ln>
            <a:noFill/>
          </a:ln>
        </p:spPr>
        <p:txBody>
          <a:bodyPr spcFirstLastPara="1" wrap="square" lIns="0" tIns="68575" rIns="68575" bIns="68575" anchor="t" anchorCtr="0">
            <a:noAutofit/>
          </a:bodyPr>
          <a:lstStyle/>
          <a:p>
            <a:pPr marL="107999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" name="Google Shape;247;p51">
            <a:extLst>
              <a:ext uri="{FF2B5EF4-FFF2-40B4-BE49-F238E27FC236}">
                <a16:creationId xmlns:a16="http://schemas.microsoft.com/office/drawing/2014/main" id="{ED6D7DB5-7D00-4004-AC78-D58F0A9E0100}"/>
              </a:ext>
            </a:extLst>
          </p:cNvPr>
          <p:cNvPicPr preferRelativeResize="0">
            <a:picLocks noChangeAspect="1"/>
          </p:cNvPicPr>
          <p:nvPr userDrawn="1"/>
        </p:nvPicPr>
        <p:blipFill rotWithShape="1">
          <a:blip r:embed="rId2">
            <a:alphaModFix/>
          </a:blip>
          <a:srcRect b="29873"/>
          <a:stretch/>
        </p:blipFill>
        <p:spPr>
          <a:xfrm>
            <a:off x="328464" y="6112933"/>
            <a:ext cx="1881336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455EA06-2999-4182-AA4F-8A1D6954C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186"/>
            <a:ext cx="10515600" cy="1170449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E4F8D54-AD2B-44ED-ABC6-CC705ED874E0}"/>
              </a:ext>
            </a:extLst>
          </p:cNvPr>
          <p:cNvSpPr txBox="1">
            <a:spLocks/>
          </p:cNvSpPr>
          <p:nvPr userDrawn="1"/>
        </p:nvSpPr>
        <p:spPr>
          <a:xfrm>
            <a:off x="9120336" y="6356353"/>
            <a:ext cx="2743200" cy="36618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bg1">
                    <a:lumMod val="50000"/>
                  </a:schemeClr>
                </a:solidFill>
                <a:latin typeface="Garamond" panose="02020404030301010803" pitchFamily="18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F6B70E3D-0A47-44A9-8B13-A3D1BC88A914}" type="slidenum">
              <a:rPr lang="en-US" sz="1200" smtClean="0"/>
              <a:pPr/>
              <a:t>‹#›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727956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30;p49">
            <a:extLst>
              <a:ext uri="{FF2B5EF4-FFF2-40B4-BE49-F238E27FC236}">
                <a16:creationId xmlns:a16="http://schemas.microsoft.com/office/drawing/2014/main" id="{72B56A6A-6462-4E40-8C6F-EB86CE4AC215}"/>
              </a:ext>
            </a:extLst>
          </p:cNvPr>
          <p:cNvSpPr txBox="1"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1C40"/>
          </a:solidFill>
          <a:ln>
            <a:noFill/>
          </a:ln>
        </p:spPr>
        <p:txBody>
          <a:bodyPr spcFirstLastPara="1" wrap="square" lIns="0" tIns="68575" rIns="68575" bIns="68575" anchor="t" anchorCtr="0">
            <a:noAutofit/>
          </a:bodyPr>
          <a:lstStyle/>
          <a:p>
            <a:pPr marL="107999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" name="Google Shape;240;p50">
            <a:extLst>
              <a:ext uri="{FF2B5EF4-FFF2-40B4-BE49-F238E27FC236}">
                <a16:creationId xmlns:a16="http://schemas.microsoft.com/office/drawing/2014/main" id="{3AC6954D-A2DC-4D75-B8CA-81940558E621}"/>
              </a:ext>
            </a:extLst>
          </p:cNvPr>
          <p:cNvPicPr preferRelativeResize="0">
            <a:picLocks noChangeAspect="1"/>
          </p:cNvPicPr>
          <p:nvPr userDrawn="1"/>
        </p:nvPicPr>
        <p:blipFill rotWithShape="1">
          <a:blip r:embed="rId2">
            <a:alphaModFix/>
          </a:blip>
          <a:srcRect b="29873"/>
          <a:stretch/>
        </p:blipFill>
        <p:spPr>
          <a:xfrm>
            <a:off x="322433" y="6071817"/>
            <a:ext cx="1881336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5BA8FDB-4A35-493F-B3BC-6AE97C71BB5D}"/>
              </a:ext>
            </a:extLst>
          </p:cNvPr>
          <p:cNvSpPr txBox="1">
            <a:spLocks/>
          </p:cNvSpPr>
          <p:nvPr userDrawn="1"/>
        </p:nvSpPr>
        <p:spPr>
          <a:xfrm>
            <a:off x="9120336" y="6356353"/>
            <a:ext cx="2743200" cy="36618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bg1">
                    <a:lumMod val="50000"/>
                  </a:schemeClr>
                </a:solidFill>
                <a:latin typeface="Garamond" panose="02020404030301010803" pitchFamily="18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F6B70E3D-0A47-44A9-8B13-A3D1BC88A914}" type="slidenum">
              <a:rPr lang="en-US" sz="1200" smtClean="0">
                <a:solidFill>
                  <a:schemeClr val="bg1"/>
                </a:solidFill>
              </a:rPr>
              <a:pPr/>
              <a:t>‹#›</a:t>
            </a:fld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38F3ACB-D9F8-4037-BF81-F3EF23C42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186"/>
            <a:ext cx="10515600" cy="1170449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65293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A62AD0-07E9-40C7-8FA6-7D5A7BE3A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186"/>
            <a:ext cx="10515600" cy="1325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AD5C24-4D38-4FA4-A0A3-DAC5E41EE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6684"/>
            <a:ext cx="10515600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82CD9-BE2A-48C6-BC9C-C83F0CF4FB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3"/>
            <a:ext cx="27432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50A4A-D046-4587-A96A-1A2FB40FCA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3"/>
            <a:ext cx="411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464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9" r:id="rId2"/>
    <p:sldLayoutId id="2147483701" r:id="rId3"/>
    <p:sldLayoutId id="2147483708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s_v2" id="{56D19956-A5E6-4E61-B296-8A0BAA4F67C7}" vid="{BBA9B4DC-5569-4260-A357-39FE9E7D1752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E3B7708-103C-4AB3-BD83-0C3A963F1603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feb735f2-bf62-4664-b1d7-59656c526494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0b1cd37-714f-4ee7-8d09-352e1c2211e5" xsi:nil="true"/>
    <lcf76f155ced4ddcb4097134ff3c332f xmlns="ee892943-9abb-4ecc-84c4-6c4ebc2a981f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C65B0F106080448CC440CD0B47B642" ma:contentTypeVersion="15" ma:contentTypeDescription="Create a new document." ma:contentTypeScope="" ma:versionID="23b60c0138c00645af4788556affe79e">
  <xsd:schema xmlns:xsd="http://www.w3.org/2001/XMLSchema" xmlns:xs="http://www.w3.org/2001/XMLSchema" xmlns:p="http://schemas.microsoft.com/office/2006/metadata/properties" xmlns:ns2="ee892943-9abb-4ecc-84c4-6c4ebc2a981f" xmlns:ns3="c0b1cd37-714f-4ee7-8d09-352e1c2211e5" targetNamespace="http://schemas.microsoft.com/office/2006/metadata/properties" ma:root="true" ma:fieldsID="c477f695ed6b55cbc0570e427ce9046c" ns2:_="" ns3:_="">
    <xsd:import namespace="ee892943-9abb-4ecc-84c4-6c4ebc2a981f"/>
    <xsd:import namespace="c0b1cd37-714f-4ee7-8d09-352e1c2211e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DateTaken" minOccurs="0"/>
                <xsd:element ref="ns2:MediaServiceLocation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892943-9abb-4ecc-84c4-6c4ebc2a981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931d2bf-6c71-4737-8a02-ebc0833cf04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b1cd37-714f-4ee7-8d09-352e1c2211e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58845c6b-5f9d-4c18-b6fe-ad977bf02bbd}" ma:internalName="TaxCatchAll" ma:showField="CatchAllData" ma:web="c0b1cd37-714f-4ee7-8d09-352e1c2211e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238523-C039-4774-8025-800A7A57634C}">
  <ds:schemaRefs>
    <ds:schemaRef ds:uri="http://www.w3.org/XML/1998/namespace"/>
    <ds:schemaRef ds:uri="ee892943-9abb-4ecc-84c4-6c4ebc2a981f"/>
    <ds:schemaRef ds:uri="http://purl.org/dc/dcmitype/"/>
    <ds:schemaRef ds:uri="http://schemas.microsoft.com/office/2006/documentManagement/types"/>
    <ds:schemaRef ds:uri="http://purl.org/dc/elements/1.1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c0b1cd37-714f-4ee7-8d09-352e1c2211e5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706E7466-A0AC-4A00-9673-E73941EEB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e892943-9abb-4ecc-84c4-6c4ebc2a981f"/>
    <ds:schemaRef ds:uri="c0b1cd37-714f-4ee7-8d09-352e1c2211e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3386CA3-872E-4B23-960A-B564860DA50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62654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Calibri</vt:lpstr>
      <vt:lpstr>Calibri Light</vt:lpstr>
      <vt:lpstr>Garamond</vt:lpstr>
      <vt:lpstr>Helvetica Neue</vt:lpstr>
      <vt:lpstr>Arial</vt:lpstr>
      <vt:lpstr>Custom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 Derr</dc:creator>
  <cp:lastModifiedBy>Charlie Ledley</cp:lastModifiedBy>
  <cp:revision>108</cp:revision>
  <cp:lastPrinted>2025-06-25T14:55:21Z</cp:lastPrinted>
  <dcterms:modified xsi:type="dcterms:W3CDTF">2026-10-07T17:00:38Z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0x01010076C65B0F106080448CC440CD0B47B642</vt:lpwstr>
  </property>
  <property fmtid="{D5CDD505-2E9C-101B-9397-08002B2CF9AE}" pid="3" name="MediaServiceImageTags">
    <vt:lpwstr/>
  </property>
</Properties>
</file>